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Relationship Id="rId7" Type="http://schemas.openxmlformats.org/officeDocument/2006/relationships/slide" Target="slides/slide2.xml"/>
<Relationship Id="rId8" Type="http://schemas.openxmlformats.org/officeDocument/2006/relationships/slide" Target="slides/slide3.xml"/>
<Relationship Id="rId9" Type="http://schemas.openxmlformats.org/officeDocument/2006/relationships/slide" Target="slides/slide4.xml"/>
<Relationship Id="rId10" Type="http://schemas.openxmlformats.org/officeDocument/2006/relationships/slide" Target="slides/slide5.xml"/>
<Relationship Id="rId11" Type="http://schemas.openxmlformats.org/officeDocument/2006/relationships/slide" Target="slides/slide6.xml"/>
<Relationship Id="rId12" Type="http://schemas.openxmlformats.org/officeDocument/2006/relationships/slide" Target="slides/slide7.xml"/>
<Relationship Id="rId13" Type="http://schemas.openxmlformats.org/officeDocument/2006/relationships/slide" Target="slides/slide8.xml"/>
<Relationship Id="rId14" Type="http://schemas.openxmlformats.org/officeDocument/2006/relationships/slide" Target="slides/slide9.xml"/>
<Relationship Id="rId15" Type="http://schemas.openxmlformats.org/officeDocument/2006/relationships/slide" Target="slides/slide10.xml"/>
<Relationship Id="rId16" Type="http://schemas.openxmlformats.org/officeDocument/2006/relationships/slide" Target="slides/slide11.xml"/>
<Relationship Id="rId17" Type="http://schemas.openxmlformats.org/officeDocument/2006/relationships/slide" Target="slides/slide12.xml"/>
<Relationship Id="rId18" Type="http://schemas.openxmlformats.org/officeDocument/2006/relationships/slide" Target="slides/slide13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ffb55173bceb61e6e395b10d18d40764fe863927.pn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143000" y="777081"/>
            <a:ext cx="12801600" cy="9144000"/>
            <a:chOff x="1143000" y="777081"/>
            <a:chExt cx="12801600" cy="9144000"/>
          </a:xfrm>
        </p:grpSpPr>
        <p:sp>
          <p:nvSpPr>
            <p:cNvPr id="3" name="rc3"/>
            <p:cNvSpPr/>
            <p:nvPr/>
          </p:nvSpPr>
          <p:spPr>
            <a:xfrm>
              <a:off x="1143000" y="777081"/>
              <a:ext cx="12801600" cy="914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143000" y="777081"/>
              <a:ext cx="12801600" cy="914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4841516" y="1731321"/>
              <a:ext cx="8923083" cy="74308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841516" y="8443054"/>
              <a:ext cx="8923083" cy="0"/>
            </a:xfrm>
            <a:custGeom>
              <a:avLst/>
              <a:pathLst>
                <a:path w="8923083" h="0">
                  <a:moveTo>
                    <a:pt x="0" y="0"/>
                  </a:moveTo>
                  <a:lnTo>
                    <a:pt x="8923083" y="0"/>
                  </a:lnTo>
                  <a:lnTo>
                    <a:pt x="8923083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841516" y="7244530"/>
              <a:ext cx="8923083" cy="0"/>
            </a:xfrm>
            <a:custGeom>
              <a:avLst/>
              <a:pathLst>
                <a:path w="8923083" h="0">
                  <a:moveTo>
                    <a:pt x="0" y="0"/>
                  </a:moveTo>
                  <a:lnTo>
                    <a:pt x="8923083" y="0"/>
                  </a:lnTo>
                  <a:lnTo>
                    <a:pt x="8923083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841516" y="6046006"/>
              <a:ext cx="8923083" cy="0"/>
            </a:xfrm>
            <a:custGeom>
              <a:avLst/>
              <a:pathLst>
                <a:path w="8923083" h="0">
                  <a:moveTo>
                    <a:pt x="0" y="0"/>
                  </a:moveTo>
                  <a:lnTo>
                    <a:pt x="8923083" y="0"/>
                  </a:lnTo>
                  <a:lnTo>
                    <a:pt x="8923083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841516" y="4847482"/>
              <a:ext cx="8923083" cy="0"/>
            </a:xfrm>
            <a:custGeom>
              <a:avLst/>
              <a:pathLst>
                <a:path w="8923083" h="0">
                  <a:moveTo>
                    <a:pt x="0" y="0"/>
                  </a:moveTo>
                  <a:lnTo>
                    <a:pt x="8923083" y="0"/>
                  </a:lnTo>
                  <a:lnTo>
                    <a:pt x="8923083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41516" y="3648959"/>
              <a:ext cx="8923083" cy="0"/>
            </a:xfrm>
            <a:custGeom>
              <a:avLst/>
              <a:pathLst>
                <a:path w="8923083" h="0">
                  <a:moveTo>
                    <a:pt x="0" y="0"/>
                  </a:moveTo>
                  <a:lnTo>
                    <a:pt x="8923083" y="0"/>
                  </a:lnTo>
                  <a:lnTo>
                    <a:pt x="8923083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841516" y="2450435"/>
              <a:ext cx="8923083" cy="0"/>
            </a:xfrm>
            <a:custGeom>
              <a:avLst/>
              <a:pathLst>
                <a:path w="8923083" h="0">
                  <a:moveTo>
                    <a:pt x="0" y="0"/>
                  </a:moveTo>
                  <a:lnTo>
                    <a:pt x="8923083" y="0"/>
                  </a:lnTo>
                  <a:lnTo>
                    <a:pt x="8923083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247111" y="1731321"/>
              <a:ext cx="0" cy="7430847"/>
            </a:xfrm>
            <a:custGeom>
              <a:avLst/>
              <a:pathLst>
                <a:path w="0" h="7430847">
                  <a:moveTo>
                    <a:pt x="0" y="743084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79100" y="1731321"/>
              <a:ext cx="0" cy="7430847"/>
            </a:xfrm>
            <a:custGeom>
              <a:avLst/>
              <a:pathLst>
                <a:path w="0" h="7430847">
                  <a:moveTo>
                    <a:pt x="0" y="743084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95094" y="1731321"/>
              <a:ext cx="0" cy="7430847"/>
            </a:xfrm>
            <a:custGeom>
              <a:avLst/>
              <a:pathLst>
                <a:path w="0" h="7430847">
                  <a:moveTo>
                    <a:pt x="0" y="743084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911089" y="1731321"/>
              <a:ext cx="0" cy="7430847"/>
            </a:xfrm>
            <a:custGeom>
              <a:avLst/>
              <a:pathLst>
                <a:path w="0" h="7430847">
                  <a:moveTo>
                    <a:pt x="0" y="743084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743078" y="1731321"/>
              <a:ext cx="0" cy="7430847"/>
            </a:xfrm>
            <a:custGeom>
              <a:avLst/>
              <a:pathLst>
                <a:path w="0" h="7430847">
                  <a:moveTo>
                    <a:pt x="0" y="743084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575067" y="1731321"/>
              <a:ext cx="0" cy="7430847"/>
            </a:xfrm>
            <a:custGeom>
              <a:avLst/>
              <a:pathLst>
                <a:path w="0" h="7430847">
                  <a:moveTo>
                    <a:pt x="0" y="743084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407056" y="1731321"/>
              <a:ext cx="0" cy="7430847"/>
            </a:xfrm>
            <a:custGeom>
              <a:avLst/>
              <a:pathLst>
                <a:path w="0" h="7430847">
                  <a:moveTo>
                    <a:pt x="0" y="743084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0239046" y="1731321"/>
              <a:ext cx="0" cy="7430847"/>
            </a:xfrm>
            <a:custGeom>
              <a:avLst/>
              <a:pathLst>
                <a:path w="0" h="7430847">
                  <a:moveTo>
                    <a:pt x="0" y="743084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1071035" y="1731321"/>
              <a:ext cx="0" cy="7430847"/>
            </a:xfrm>
            <a:custGeom>
              <a:avLst/>
              <a:pathLst>
                <a:path w="0" h="7430847">
                  <a:moveTo>
                    <a:pt x="0" y="743084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903024" y="1731321"/>
              <a:ext cx="0" cy="7430847"/>
            </a:xfrm>
            <a:custGeom>
              <a:avLst/>
              <a:pathLst>
                <a:path w="0" h="7430847">
                  <a:moveTo>
                    <a:pt x="0" y="743084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735013" y="1731321"/>
              <a:ext cx="0" cy="7430847"/>
            </a:xfrm>
            <a:custGeom>
              <a:avLst/>
              <a:pathLst>
                <a:path w="0" h="7430847">
                  <a:moveTo>
                    <a:pt x="0" y="743084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662761" y="8413091"/>
              <a:ext cx="0" cy="59926"/>
            </a:xfrm>
            <a:custGeom>
              <a:avLst/>
              <a:pathLst>
                <a:path w="0" h="59926">
                  <a:moveTo>
                    <a:pt x="0" y="5992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3030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451295" y="8443054"/>
              <a:ext cx="5211465" cy="0"/>
            </a:xfrm>
            <a:custGeom>
              <a:avLst/>
              <a:pathLst>
                <a:path w="5211465" h="0">
                  <a:moveTo>
                    <a:pt x="5211465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3030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451295" y="8413091"/>
              <a:ext cx="0" cy="59926"/>
            </a:xfrm>
            <a:custGeom>
              <a:avLst/>
              <a:pathLst>
                <a:path w="0" h="59926">
                  <a:moveTo>
                    <a:pt x="0" y="5992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3030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8219892" y="8293238"/>
              <a:ext cx="1908711" cy="299630"/>
            </a:xfrm>
            <a:custGeom>
              <a:avLst/>
              <a:pathLst>
                <a:path w="1908711" h="299630">
                  <a:moveTo>
                    <a:pt x="1908711" y="299630"/>
                  </a:moveTo>
                  <a:lnTo>
                    <a:pt x="0" y="299630"/>
                  </a:lnTo>
                  <a:lnTo>
                    <a:pt x="0" y="0"/>
                  </a:lnTo>
                  <a:lnTo>
                    <a:pt x="1908711" y="0"/>
                  </a:lnTo>
                  <a:close/>
                </a:path>
              </a:pathLst>
            </a:custGeom>
            <a:solidFill>
              <a:srgbClr val="EF7F31">
                <a:alpha val="80000"/>
              </a:srgbClr>
            </a:solidFill>
            <a:ln w="13550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207559" y="8293238"/>
              <a:ext cx="0" cy="299630"/>
            </a:xfrm>
            <a:custGeom>
              <a:avLst/>
              <a:pathLst>
                <a:path w="0" h="299630">
                  <a:moveTo>
                    <a:pt x="0" y="29963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853523" y="7214567"/>
              <a:ext cx="0" cy="59926"/>
            </a:xfrm>
            <a:custGeom>
              <a:avLst/>
              <a:pathLst>
                <a:path w="0" h="59926">
                  <a:moveTo>
                    <a:pt x="0" y="5992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3030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257827" y="7244530"/>
              <a:ext cx="2595695" cy="0"/>
            </a:xfrm>
            <a:custGeom>
              <a:avLst/>
              <a:pathLst>
                <a:path w="2595695" h="0">
                  <a:moveTo>
                    <a:pt x="2595695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3030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257827" y="7214567"/>
              <a:ext cx="0" cy="59926"/>
            </a:xfrm>
            <a:custGeom>
              <a:avLst/>
              <a:pathLst>
                <a:path w="0" h="59926">
                  <a:moveTo>
                    <a:pt x="0" y="5992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3030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6173682" y="7094714"/>
              <a:ext cx="706100" cy="299630"/>
            </a:xfrm>
            <a:custGeom>
              <a:avLst/>
              <a:pathLst>
                <a:path w="706100" h="299630">
                  <a:moveTo>
                    <a:pt x="706100" y="299630"/>
                  </a:moveTo>
                  <a:lnTo>
                    <a:pt x="0" y="299630"/>
                  </a:lnTo>
                  <a:lnTo>
                    <a:pt x="0" y="0"/>
                  </a:lnTo>
                  <a:lnTo>
                    <a:pt x="706100" y="0"/>
                  </a:lnTo>
                  <a:close/>
                </a:path>
              </a:pathLst>
            </a:custGeom>
            <a:solidFill>
              <a:srgbClr val="EF7F31">
                <a:alpha val="80000"/>
              </a:srgbClr>
            </a:solidFill>
            <a:ln w="13550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488663" y="7094714"/>
              <a:ext cx="0" cy="299630"/>
            </a:xfrm>
            <a:custGeom>
              <a:avLst/>
              <a:pathLst>
                <a:path w="0" h="299630">
                  <a:moveTo>
                    <a:pt x="0" y="29963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6711697" y="6016043"/>
              <a:ext cx="0" cy="59926"/>
            </a:xfrm>
            <a:custGeom>
              <a:avLst/>
              <a:pathLst>
                <a:path w="0" h="59926">
                  <a:moveTo>
                    <a:pt x="0" y="5992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3030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6130484" y="6046006"/>
              <a:ext cx="581212" cy="0"/>
            </a:xfrm>
            <a:custGeom>
              <a:avLst/>
              <a:pathLst>
                <a:path w="581212" h="0">
                  <a:moveTo>
                    <a:pt x="581212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3030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6130484" y="6016043"/>
              <a:ext cx="0" cy="59926"/>
            </a:xfrm>
            <a:custGeom>
              <a:avLst/>
              <a:pathLst>
                <a:path w="0" h="59926">
                  <a:moveTo>
                    <a:pt x="0" y="5992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3030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378505" y="5896191"/>
              <a:ext cx="175792" cy="299630"/>
            </a:xfrm>
            <a:custGeom>
              <a:avLst/>
              <a:pathLst>
                <a:path w="175792" h="299630">
                  <a:moveTo>
                    <a:pt x="175792" y="299630"/>
                  </a:moveTo>
                  <a:lnTo>
                    <a:pt x="0" y="299630"/>
                  </a:lnTo>
                  <a:lnTo>
                    <a:pt x="0" y="0"/>
                  </a:lnTo>
                  <a:lnTo>
                    <a:pt x="175792" y="0"/>
                  </a:lnTo>
                  <a:close/>
                </a:path>
              </a:pathLst>
            </a:custGeom>
            <a:solidFill>
              <a:srgbClr val="EF7F31">
                <a:alpha val="80000"/>
              </a:srgbClr>
            </a:solidFill>
            <a:ln w="13550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6462508" y="5896191"/>
              <a:ext cx="0" cy="299630"/>
            </a:xfrm>
            <a:custGeom>
              <a:avLst/>
              <a:pathLst>
                <a:path w="0" h="299630">
                  <a:moveTo>
                    <a:pt x="0" y="29963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7150874" y="4817519"/>
              <a:ext cx="0" cy="59926"/>
            </a:xfrm>
            <a:custGeom>
              <a:avLst/>
              <a:pathLst>
                <a:path w="0" h="59926">
                  <a:moveTo>
                    <a:pt x="0" y="5992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3030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6658493" y="4847482"/>
              <a:ext cx="492380" cy="0"/>
            </a:xfrm>
            <a:custGeom>
              <a:avLst/>
              <a:pathLst>
                <a:path w="492380" h="0">
                  <a:moveTo>
                    <a:pt x="49238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3030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6658493" y="4817519"/>
              <a:ext cx="0" cy="59926"/>
            </a:xfrm>
            <a:custGeom>
              <a:avLst/>
              <a:pathLst>
                <a:path w="0" h="59926">
                  <a:moveTo>
                    <a:pt x="0" y="5992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3030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699982" y="4697667"/>
              <a:ext cx="224867" cy="299630"/>
            </a:xfrm>
            <a:custGeom>
              <a:avLst/>
              <a:pathLst>
                <a:path w="224867" h="299630">
                  <a:moveTo>
                    <a:pt x="224867" y="299630"/>
                  </a:moveTo>
                  <a:lnTo>
                    <a:pt x="0" y="299630"/>
                  </a:lnTo>
                  <a:lnTo>
                    <a:pt x="0" y="0"/>
                  </a:lnTo>
                  <a:lnTo>
                    <a:pt x="224867" y="0"/>
                  </a:lnTo>
                  <a:close/>
                </a:path>
              </a:pathLst>
            </a:custGeom>
            <a:solidFill>
              <a:srgbClr val="EF7F31">
                <a:alpha val="80000"/>
              </a:srgbClr>
            </a:solidFill>
            <a:ln w="13550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6783916" y="4697667"/>
              <a:ext cx="0" cy="299630"/>
            </a:xfrm>
            <a:custGeom>
              <a:avLst/>
              <a:pathLst>
                <a:path w="0" h="299630">
                  <a:moveTo>
                    <a:pt x="0" y="29963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9338831" y="3618995"/>
              <a:ext cx="0" cy="59926"/>
            </a:xfrm>
            <a:custGeom>
              <a:avLst/>
              <a:pathLst>
                <a:path w="0" h="59926">
                  <a:moveTo>
                    <a:pt x="0" y="5992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3030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6003680" y="3648959"/>
              <a:ext cx="3335150" cy="0"/>
            </a:xfrm>
            <a:custGeom>
              <a:avLst/>
              <a:pathLst>
                <a:path w="3335150" h="0">
                  <a:moveTo>
                    <a:pt x="333515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3030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6003680" y="3618995"/>
              <a:ext cx="0" cy="59926"/>
            </a:xfrm>
            <a:custGeom>
              <a:avLst/>
              <a:pathLst>
                <a:path w="0" h="59926">
                  <a:moveTo>
                    <a:pt x="0" y="5992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3030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7009921" y="3499143"/>
              <a:ext cx="1110466" cy="299630"/>
            </a:xfrm>
            <a:custGeom>
              <a:avLst/>
              <a:pathLst>
                <a:path w="1110466" h="299630">
                  <a:moveTo>
                    <a:pt x="1110466" y="299630"/>
                  </a:moveTo>
                  <a:lnTo>
                    <a:pt x="0" y="299630"/>
                  </a:lnTo>
                  <a:lnTo>
                    <a:pt x="0" y="0"/>
                  </a:lnTo>
                  <a:lnTo>
                    <a:pt x="1110466" y="0"/>
                  </a:lnTo>
                  <a:close/>
                </a:path>
              </a:pathLst>
            </a:custGeom>
            <a:solidFill>
              <a:srgbClr val="EF7F31">
                <a:alpha val="80000"/>
              </a:srgbClr>
            </a:solidFill>
            <a:ln w="13550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7522330" y="3499143"/>
              <a:ext cx="0" cy="299630"/>
            </a:xfrm>
            <a:custGeom>
              <a:avLst/>
              <a:pathLst>
                <a:path w="0" h="299630">
                  <a:moveTo>
                    <a:pt x="0" y="29963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9442357" y="2420472"/>
              <a:ext cx="0" cy="59926"/>
            </a:xfrm>
            <a:custGeom>
              <a:avLst/>
              <a:pathLst>
                <a:path w="0" h="59926">
                  <a:moveTo>
                    <a:pt x="0" y="5992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3030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6129359" y="2450435"/>
              <a:ext cx="3312998" cy="0"/>
            </a:xfrm>
            <a:custGeom>
              <a:avLst/>
              <a:pathLst>
                <a:path w="3312998" h="0">
                  <a:moveTo>
                    <a:pt x="3312998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3030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6129359" y="2420472"/>
              <a:ext cx="0" cy="59926"/>
            </a:xfrm>
            <a:custGeom>
              <a:avLst/>
              <a:pathLst>
                <a:path w="0" h="59926">
                  <a:moveTo>
                    <a:pt x="0" y="5992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3030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880342" y="2300619"/>
              <a:ext cx="2001273" cy="299630"/>
            </a:xfrm>
            <a:custGeom>
              <a:avLst/>
              <a:pathLst>
                <a:path w="2001273" h="299630">
                  <a:moveTo>
                    <a:pt x="2001273" y="299630"/>
                  </a:moveTo>
                  <a:lnTo>
                    <a:pt x="0" y="299630"/>
                  </a:lnTo>
                  <a:lnTo>
                    <a:pt x="0" y="0"/>
                  </a:lnTo>
                  <a:lnTo>
                    <a:pt x="2001273" y="0"/>
                  </a:lnTo>
                  <a:close/>
                </a:path>
              </a:pathLst>
            </a:custGeom>
            <a:solidFill>
              <a:srgbClr val="EF7F31">
                <a:alpha val="80000"/>
              </a:srgbClr>
            </a:solidFill>
            <a:ln w="13550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7565105" y="2300619"/>
              <a:ext cx="0" cy="299630"/>
            </a:xfrm>
            <a:custGeom>
              <a:avLst/>
              <a:pathLst>
                <a:path w="0" h="299630">
                  <a:moveTo>
                    <a:pt x="0" y="29963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6530673" y="7218358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8124296" y="7253462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6416391" y="7163897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6323933" y="7327008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6979546" y="7322697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7828705" y="7320775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6864691" y="7122241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6236163" y="7321819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5416787" y="7300661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5494042" y="7233014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5233084" y="7332859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6511613" y="7261086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5921667" y="7277309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6648395" y="7296751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6851623" y="7174280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6224443" y="7223638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6927235" y="2515734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6413237" y="2350580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6104684" y="2365807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6640548" y="2439465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7291851" y="2409231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8824748" y="2506640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8628180" y="2385780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9417532" y="2369515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8952548" y="2401571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7762109" y="2466213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6514210" y="2494444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12612162" y="2523360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7619404" y="2410350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9163474" y="2451035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7248680" y="2372821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7461073" y="2412045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6347630" y="5945601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6507927" y="6044517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6290256" y="5997966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6686838" y="5986388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6437822" y="6114975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6543782" y="6124507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6105910" y="6055873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6399492" y="5973897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6053027" y="5938634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6493467" y="5927859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6514850" y="5904640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6377668" y="6110371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6591521" y="5936200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6359579" y="5934583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6619235" y="6097843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6633610" y="4870490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6759032" y="4938367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6672754" y="4710724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7126253" y="4727473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6677994" y="4826441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7018095" y="4885408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6781608" y="4900504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7295352" y="3574580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5978672" y="3670889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7643147" y="3683943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7469848" y="3681498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8610751" y="3530486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7899958" y="3572246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6215229" y="3606807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9314300" y="3511661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6753711" y="3702556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8095405" y="3693914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7185407" y="3642158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6984866" y="3576092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7524826" y="3611967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8251753" y="3569450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8600563" y="8500867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10229287" y="8369567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6426585" y="8423610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8448488" y="8486455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9579406" y="8396554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7747625" y="8486560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9595319" y="8384326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7413591" y="8504015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11638201" y="8356637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9146350" y="8471770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13253147" y="8380581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10540238" y="8445746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9978449" y="8389951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7941942" y="8529881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9182615" y="8533920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7295173" y="3541770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5978614" y="3665236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7643110" y="3578946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7469814" y="3520507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8610554" y="3631319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7899616" y="3732646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6215595" y="3567804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9313767" y="3509699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6753787" y="3689028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8095733" y="3524450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7185053" y="3655338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6985247" y="3741224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7525158" y="3526798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8251813" y="3663150"/>
              <a:ext cx="49651" cy="49651"/>
            </a:xfrm>
            <a:prstGeom prst="ellipse">
              <a:avLst/>
            </a:prstGeom>
            <a:solidFill>
              <a:srgbClr val="0000FF">
                <a:alpha val="40000"/>
              </a:srgbClr>
            </a:solidFill>
            <a:ln w="9000" cap="rnd">
              <a:solidFill>
                <a:srgbClr val="0000FF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tx150"/>
            <p:cNvSpPr/>
            <p:nvPr/>
          </p:nvSpPr>
          <p:spPr>
            <a:xfrm>
              <a:off x="10936234" y="4582973"/>
              <a:ext cx="896564" cy="1639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0.00321</a:t>
              </a:r>
            </a:p>
          </p:txBody>
        </p:sp>
        <p:sp>
          <p:nvSpPr>
            <p:cNvPr id="151" name="pl151"/>
            <p:cNvSpPr/>
            <p:nvPr/>
          </p:nvSpPr>
          <p:spPr>
            <a:xfrm>
              <a:off x="10622437" y="7244530"/>
              <a:ext cx="240600" cy="0"/>
            </a:xfrm>
            <a:custGeom>
              <a:avLst/>
              <a:pathLst>
                <a:path w="240600" h="0">
                  <a:moveTo>
                    <a:pt x="0" y="0"/>
                  </a:moveTo>
                  <a:lnTo>
                    <a:pt x="240600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10863037" y="2450435"/>
              <a:ext cx="0" cy="4794095"/>
            </a:xfrm>
            <a:custGeom>
              <a:avLst/>
              <a:pathLst>
                <a:path w="0" h="4794095">
                  <a:moveTo>
                    <a:pt x="0" y="4794095"/>
                  </a:moveTo>
                  <a:lnTo>
                    <a:pt x="0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10622437" y="2450435"/>
              <a:ext cx="240600" cy="0"/>
            </a:xfrm>
            <a:custGeom>
              <a:avLst/>
              <a:pathLst>
                <a:path w="240600" h="0">
                  <a:moveTo>
                    <a:pt x="240600" y="0"/>
                  </a:moveTo>
                  <a:lnTo>
                    <a:pt x="0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tx154"/>
            <p:cNvSpPr/>
            <p:nvPr/>
          </p:nvSpPr>
          <p:spPr>
            <a:xfrm>
              <a:off x="9923831" y="4675109"/>
              <a:ext cx="758623" cy="1639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0.0314</a:t>
              </a:r>
            </a:p>
          </p:txBody>
        </p:sp>
        <p:sp>
          <p:nvSpPr>
            <p:cNvPr id="155" name="pl155"/>
            <p:cNvSpPr/>
            <p:nvPr/>
          </p:nvSpPr>
          <p:spPr>
            <a:xfrm>
              <a:off x="9582450" y="6046006"/>
              <a:ext cx="240600" cy="0"/>
            </a:xfrm>
            <a:custGeom>
              <a:avLst/>
              <a:pathLst>
                <a:path w="240600" h="0">
                  <a:moveTo>
                    <a:pt x="0" y="0"/>
                  </a:moveTo>
                  <a:lnTo>
                    <a:pt x="240600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9823051" y="3648959"/>
              <a:ext cx="0" cy="2397047"/>
            </a:xfrm>
            <a:custGeom>
              <a:avLst/>
              <a:pathLst>
                <a:path w="0" h="2397047">
                  <a:moveTo>
                    <a:pt x="0" y="2397047"/>
                  </a:moveTo>
                  <a:lnTo>
                    <a:pt x="0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9582450" y="3648959"/>
              <a:ext cx="240600" cy="0"/>
            </a:xfrm>
            <a:custGeom>
              <a:avLst/>
              <a:pathLst>
                <a:path w="240600" h="0">
                  <a:moveTo>
                    <a:pt x="240600" y="0"/>
                  </a:moveTo>
                  <a:lnTo>
                    <a:pt x="0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tx158"/>
            <p:cNvSpPr/>
            <p:nvPr/>
          </p:nvSpPr>
          <p:spPr>
            <a:xfrm>
              <a:off x="12210006" y="7717487"/>
              <a:ext cx="970245" cy="1639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4.01e-09</a:t>
              </a:r>
            </a:p>
          </p:txBody>
        </p:sp>
        <p:sp>
          <p:nvSpPr>
            <p:cNvPr id="159" name="pl159"/>
            <p:cNvSpPr/>
            <p:nvPr/>
          </p:nvSpPr>
          <p:spPr>
            <a:xfrm>
              <a:off x="11870420" y="8443054"/>
              <a:ext cx="240600" cy="0"/>
            </a:xfrm>
            <a:custGeom>
              <a:avLst/>
              <a:pathLst>
                <a:path w="240600" h="0">
                  <a:moveTo>
                    <a:pt x="0" y="0"/>
                  </a:moveTo>
                  <a:lnTo>
                    <a:pt x="240600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12111021" y="7244530"/>
              <a:ext cx="0" cy="1198523"/>
            </a:xfrm>
            <a:custGeom>
              <a:avLst/>
              <a:pathLst>
                <a:path w="0" h="1198523">
                  <a:moveTo>
                    <a:pt x="0" y="1198523"/>
                  </a:moveTo>
                  <a:lnTo>
                    <a:pt x="0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11870420" y="7244530"/>
              <a:ext cx="240600" cy="0"/>
            </a:xfrm>
            <a:custGeom>
              <a:avLst/>
              <a:pathLst>
                <a:path w="240600" h="0">
                  <a:moveTo>
                    <a:pt x="240600" y="0"/>
                  </a:moveTo>
                  <a:lnTo>
                    <a:pt x="0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tx162"/>
            <p:cNvSpPr/>
            <p:nvPr/>
          </p:nvSpPr>
          <p:spPr>
            <a:xfrm>
              <a:off x="7604821" y="5320439"/>
              <a:ext cx="620682" cy="1639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0.973</a:t>
              </a:r>
            </a:p>
          </p:txBody>
        </p:sp>
        <p:sp>
          <p:nvSpPr>
            <p:cNvPr id="163" name="pl163"/>
            <p:cNvSpPr/>
            <p:nvPr/>
          </p:nvSpPr>
          <p:spPr>
            <a:xfrm>
              <a:off x="7294480" y="6046006"/>
              <a:ext cx="240600" cy="0"/>
            </a:xfrm>
            <a:custGeom>
              <a:avLst/>
              <a:pathLst>
                <a:path w="240600" h="0">
                  <a:moveTo>
                    <a:pt x="0" y="0"/>
                  </a:moveTo>
                  <a:lnTo>
                    <a:pt x="240600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7535081" y="4847482"/>
              <a:ext cx="0" cy="1198523"/>
            </a:xfrm>
            <a:custGeom>
              <a:avLst/>
              <a:pathLst>
                <a:path w="0" h="1198523">
                  <a:moveTo>
                    <a:pt x="0" y="1198523"/>
                  </a:moveTo>
                  <a:lnTo>
                    <a:pt x="0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7294480" y="4847482"/>
              <a:ext cx="240600" cy="0"/>
            </a:xfrm>
            <a:custGeom>
              <a:avLst/>
              <a:pathLst>
                <a:path w="240600" h="0">
                  <a:moveTo>
                    <a:pt x="240600" y="0"/>
                  </a:moveTo>
                  <a:lnTo>
                    <a:pt x="0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tx166"/>
            <p:cNvSpPr/>
            <p:nvPr/>
          </p:nvSpPr>
          <p:spPr>
            <a:xfrm>
              <a:off x="5357775" y="8134934"/>
              <a:ext cx="610660" cy="1342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 = 15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5357775" y="6934028"/>
              <a:ext cx="610660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 = 16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5357775" y="5737887"/>
              <a:ext cx="610660" cy="1342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 = 15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5415251" y="4541921"/>
              <a:ext cx="495709" cy="1317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 = 7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5357775" y="3338457"/>
              <a:ext cx="610660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 = 28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5357775" y="2139933"/>
              <a:ext cx="610660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 = 16</a:t>
              </a:r>
            </a:p>
          </p:txBody>
        </p:sp>
        <p:sp>
          <p:nvSpPr>
            <p:cNvPr id="172" name="pl172"/>
            <p:cNvSpPr/>
            <p:nvPr/>
          </p:nvSpPr>
          <p:spPr>
            <a:xfrm>
              <a:off x="6495094" y="1731321"/>
              <a:ext cx="0" cy="7430847"/>
            </a:xfrm>
            <a:custGeom>
              <a:avLst/>
              <a:pathLst>
                <a:path w="0" h="7430847">
                  <a:moveTo>
                    <a:pt x="0" y="743084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rc173"/>
            <p:cNvSpPr/>
            <p:nvPr/>
          </p:nvSpPr>
          <p:spPr>
            <a:xfrm>
              <a:off x="4841516" y="1731321"/>
              <a:ext cx="8923083" cy="7430847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4841516" y="1731321"/>
              <a:ext cx="0" cy="7430847"/>
            </a:xfrm>
            <a:custGeom>
              <a:avLst/>
              <a:pathLst>
                <a:path w="0" h="7430847">
                  <a:moveTo>
                    <a:pt x="0" y="7430847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tx175"/>
            <p:cNvSpPr/>
            <p:nvPr/>
          </p:nvSpPr>
          <p:spPr>
            <a:xfrm>
              <a:off x="2122462" y="8293668"/>
              <a:ext cx="2639342" cy="2367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PWO1-GFP_mCh spec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3407097" y="7152070"/>
              <a:ext cx="1354708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PWO1-GFP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3491557" y="5953547"/>
              <a:ext cx="1270248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UBP5-GFP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1974378" y="4748326"/>
              <a:ext cx="2787426" cy="186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UBP5-GFP+PWO1-mCh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1367283" y="3499572"/>
              <a:ext cx="3394521" cy="2367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UBP5-GFP+PWO1-mCh spec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1367283" y="2301049"/>
              <a:ext cx="3394521" cy="2367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PWO1-GFP+UBP5-mCh spec</a:t>
              </a:r>
            </a:p>
          </p:txBody>
        </p:sp>
        <p:sp>
          <p:nvSpPr>
            <p:cNvPr id="181" name="pl181"/>
            <p:cNvSpPr/>
            <p:nvPr/>
          </p:nvSpPr>
          <p:spPr>
            <a:xfrm>
              <a:off x="4797232" y="8443054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4797232" y="724453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4797232" y="6046006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4797232" y="4847482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4797232" y="3648959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4797232" y="2450435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4841516" y="9162168"/>
              <a:ext cx="8923083" cy="0"/>
            </a:xfrm>
            <a:custGeom>
              <a:avLst/>
              <a:pathLst>
                <a:path w="8923083" h="0">
                  <a:moveTo>
                    <a:pt x="0" y="0"/>
                  </a:moveTo>
                  <a:lnTo>
                    <a:pt x="89230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5247111" y="916216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6079100" y="916216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6495094" y="916216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6911089" y="916216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7743078" y="916216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8575067" y="916216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9407056" y="916216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10239046" y="916216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11071035" y="916216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11903024" y="916216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12735013" y="916216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tx199"/>
            <p:cNvSpPr/>
            <p:nvPr/>
          </p:nvSpPr>
          <p:spPr>
            <a:xfrm>
              <a:off x="5162418" y="9238065"/>
              <a:ext cx="169385" cy="134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-6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5994407" y="9239926"/>
              <a:ext cx="169385" cy="133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6442121" y="9238065"/>
              <a:ext cx="105947" cy="134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6858115" y="9239926"/>
              <a:ext cx="105947" cy="133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7690105" y="9238065"/>
              <a:ext cx="105947" cy="134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8469120" y="9238065"/>
              <a:ext cx="211894" cy="134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05" name="tx205"/>
            <p:cNvSpPr/>
            <p:nvPr/>
          </p:nvSpPr>
          <p:spPr>
            <a:xfrm>
              <a:off x="9301109" y="9241879"/>
              <a:ext cx="211894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206" name="tx206"/>
            <p:cNvSpPr/>
            <p:nvPr/>
          </p:nvSpPr>
          <p:spPr>
            <a:xfrm>
              <a:off x="10133099" y="9238065"/>
              <a:ext cx="211894" cy="134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207" name="tx207"/>
            <p:cNvSpPr/>
            <p:nvPr/>
          </p:nvSpPr>
          <p:spPr>
            <a:xfrm>
              <a:off x="10965088" y="9239926"/>
              <a:ext cx="211894" cy="133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22</a:t>
              </a:r>
            </a:p>
          </p:txBody>
        </p:sp>
        <p:sp>
          <p:nvSpPr>
            <p:cNvPr id="208" name="tx208"/>
            <p:cNvSpPr/>
            <p:nvPr/>
          </p:nvSpPr>
          <p:spPr>
            <a:xfrm>
              <a:off x="11797077" y="9238065"/>
              <a:ext cx="211894" cy="134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26</a:t>
              </a:r>
            </a:p>
          </p:txBody>
        </p:sp>
        <p:sp>
          <p:nvSpPr>
            <p:cNvPr id="209" name="tx209"/>
            <p:cNvSpPr/>
            <p:nvPr/>
          </p:nvSpPr>
          <p:spPr>
            <a:xfrm>
              <a:off x="12629066" y="9238065"/>
              <a:ext cx="211894" cy="134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7821133" y="9458308"/>
              <a:ext cx="2963850" cy="2959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FRET efficiency (%)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343400" y="2148682"/>
            <a:ext cx="6400800" cy="6400800"/>
            <a:chOff x="4343400" y="2148682"/>
            <a:chExt cx="6400800" cy="6400800"/>
          </a:xfrm>
        </p:grpSpPr>
        <p:sp>
          <p:nvSpPr>
            <p:cNvPr id="3" name="rc3"/>
            <p:cNvSpPr/>
            <p:nvPr/>
          </p:nvSpPr>
          <p:spPr>
            <a:xfrm>
              <a:off x="4343400" y="2148681"/>
              <a:ext cx="640080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343400" y="2148681"/>
              <a:ext cx="6400800" cy="6400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5072981" y="3102921"/>
              <a:ext cx="5491218" cy="463078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5072981" y="7523213"/>
              <a:ext cx="5491218" cy="0"/>
            </a:xfrm>
            <a:custGeom>
              <a:avLst/>
              <a:pathLst>
                <a:path w="5491218" h="0">
                  <a:moveTo>
                    <a:pt x="0" y="0"/>
                  </a:moveTo>
                  <a:lnTo>
                    <a:pt x="5491218" y="0"/>
                  </a:lnTo>
                  <a:lnTo>
                    <a:pt x="5491218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72981" y="6757795"/>
              <a:ext cx="5491218" cy="0"/>
            </a:xfrm>
            <a:custGeom>
              <a:avLst/>
              <a:pathLst>
                <a:path w="5491218" h="0">
                  <a:moveTo>
                    <a:pt x="0" y="0"/>
                  </a:moveTo>
                  <a:lnTo>
                    <a:pt x="5491218" y="0"/>
                  </a:lnTo>
                  <a:lnTo>
                    <a:pt x="5491218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5072981" y="5992376"/>
              <a:ext cx="5491218" cy="0"/>
            </a:xfrm>
            <a:custGeom>
              <a:avLst/>
              <a:pathLst>
                <a:path w="5491218" h="0">
                  <a:moveTo>
                    <a:pt x="0" y="0"/>
                  </a:moveTo>
                  <a:lnTo>
                    <a:pt x="5491218" y="0"/>
                  </a:lnTo>
                  <a:lnTo>
                    <a:pt x="5491218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072981" y="5226957"/>
              <a:ext cx="5491218" cy="0"/>
            </a:xfrm>
            <a:custGeom>
              <a:avLst/>
              <a:pathLst>
                <a:path w="5491218" h="0">
                  <a:moveTo>
                    <a:pt x="0" y="0"/>
                  </a:moveTo>
                  <a:lnTo>
                    <a:pt x="5491218" y="0"/>
                  </a:lnTo>
                  <a:lnTo>
                    <a:pt x="5491218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2981" y="4461539"/>
              <a:ext cx="5491218" cy="0"/>
            </a:xfrm>
            <a:custGeom>
              <a:avLst/>
              <a:pathLst>
                <a:path w="5491218" h="0">
                  <a:moveTo>
                    <a:pt x="0" y="0"/>
                  </a:moveTo>
                  <a:lnTo>
                    <a:pt x="5491218" y="0"/>
                  </a:lnTo>
                  <a:lnTo>
                    <a:pt x="5491218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72981" y="3696120"/>
              <a:ext cx="5491218" cy="0"/>
            </a:xfrm>
            <a:custGeom>
              <a:avLst/>
              <a:pathLst>
                <a:path w="5491218" h="0">
                  <a:moveTo>
                    <a:pt x="0" y="0"/>
                  </a:moveTo>
                  <a:lnTo>
                    <a:pt x="5491218" y="0"/>
                  </a:lnTo>
                  <a:lnTo>
                    <a:pt x="5491218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102584" y="3102921"/>
              <a:ext cx="0" cy="4630782"/>
            </a:xfrm>
            <a:custGeom>
              <a:avLst/>
              <a:pathLst>
                <a:path w="0" h="4630782">
                  <a:moveTo>
                    <a:pt x="0" y="463078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818590" y="3102921"/>
              <a:ext cx="0" cy="4630782"/>
            </a:xfrm>
            <a:custGeom>
              <a:avLst/>
              <a:pathLst>
                <a:path w="0" h="4630782">
                  <a:moveTo>
                    <a:pt x="0" y="463078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534596" y="3102921"/>
              <a:ext cx="0" cy="4630782"/>
            </a:xfrm>
            <a:custGeom>
              <a:avLst/>
              <a:pathLst>
                <a:path w="0" h="4630782">
                  <a:moveTo>
                    <a:pt x="0" y="463078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5671888" y="4966715"/>
              <a:ext cx="861392" cy="893243"/>
            </a:xfrm>
            <a:custGeom>
              <a:avLst/>
              <a:pathLst>
                <a:path w="861392" h="893243">
                  <a:moveTo>
                    <a:pt x="333299" y="893243"/>
                  </a:moveTo>
                  <a:lnTo>
                    <a:pt x="332486" y="891495"/>
                  </a:lnTo>
                  <a:lnTo>
                    <a:pt x="331673" y="889747"/>
                  </a:lnTo>
                  <a:lnTo>
                    <a:pt x="330861" y="887999"/>
                  </a:lnTo>
                  <a:lnTo>
                    <a:pt x="330048" y="886251"/>
                  </a:lnTo>
                  <a:lnTo>
                    <a:pt x="329236" y="884503"/>
                  </a:lnTo>
                  <a:lnTo>
                    <a:pt x="328423" y="882755"/>
                  </a:lnTo>
                  <a:lnTo>
                    <a:pt x="327611" y="881007"/>
                  </a:lnTo>
                  <a:lnTo>
                    <a:pt x="326799" y="879259"/>
                  </a:lnTo>
                  <a:lnTo>
                    <a:pt x="325986" y="877511"/>
                  </a:lnTo>
                  <a:lnTo>
                    <a:pt x="325174" y="875763"/>
                  </a:lnTo>
                  <a:lnTo>
                    <a:pt x="324361" y="874015"/>
                  </a:lnTo>
                  <a:lnTo>
                    <a:pt x="323548" y="872267"/>
                  </a:lnTo>
                  <a:lnTo>
                    <a:pt x="322735" y="870519"/>
                  </a:lnTo>
                  <a:lnTo>
                    <a:pt x="321921" y="868771"/>
                  </a:lnTo>
                  <a:lnTo>
                    <a:pt x="321107" y="867023"/>
                  </a:lnTo>
                  <a:lnTo>
                    <a:pt x="320292" y="865275"/>
                  </a:lnTo>
                  <a:lnTo>
                    <a:pt x="319477" y="863527"/>
                  </a:lnTo>
                  <a:lnTo>
                    <a:pt x="318661" y="861778"/>
                  </a:lnTo>
                  <a:lnTo>
                    <a:pt x="317844" y="860030"/>
                  </a:lnTo>
                  <a:lnTo>
                    <a:pt x="317027" y="858282"/>
                  </a:lnTo>
                  <a:lnTo>
                    <a:pt x="316208" y="856534"/>
                  </a:lnTo>
                  <a:lnTo>
                    <a:pt x="315389" y="854786"/>
                  </a:lnTo>
                  <a:lnTo>
                    <a:pt x="314568" y="853038"/>
                  </a:lnTo>
                  <a:lnTo>
                    <a:pt x="313746" y="851290"/>
                  </a:lnTo>
                  <a:lnTo>
                    <a:pt x="312922" y="849542"/>
                  </a:lnTo>
                  <a:lnTo>
                    <a:pt x="312098" y="847794"/>
                  </a:lnTo>
                  <a:lnTo>
                    <a:pt x="311271" y="846046"/>
                  </a:lnTo>
                  <a:lnTo>
                    <a:pt x="310444" y="844298"/>
                  </a:lnTo>
                  <a:lnTo>
                    <a:pt x="309613" y="842550"/>
                  </a:lnTo>
                  <a:lnTo>
                    <a:pt x="308781" y="840802"/>
                  </a:lnTo>
                  <a:lnTo>
                    <a:pt x="307946" y="839054"/>
                  </a:lnTo>
                  <a:lnTo>
                    <a:pt x="307110" y="837306"/>
                  </a:lnTo>
                  <a:lnTo>
                    <a:pt x="306271" y="835558"/>
                  </a:lnTo>
                  <a:lnTo>
                    <a:pt x="305429" y="833810"/>
                  </a:lnTo>
                  <a:lnTo>
                    <a:pt x="304585" y="832062"/>
                  </a:lnTo>
                  <a:lnTo>
                    <a:pt x="303737" y="830314"/>
                  </a:lnTo>
                  <a:lnTo>
                    <a:pt x="302888" y="828566"/>
                  </a:lnTo>
                  <a:lnTo>
                    <a:pt x="302032" y="826818"/>
                  </a:lnTo>
                  <a:lnTo>
                    <a:pt x="301177" y="825070"/>
                  </a:lnTo>
                  <a:lnTo>
                    <a:pt x="300314" y="823322"/>
                  </a:lnTo>
                  <a:lnTo>
                    <a:pt x="299451" y="821574"/>
                  </a:lnTo>
                  <a:lnTo>
                    <a:pt x="298582" y="819826"/>
                  </a:lnTo>
                  <a:lnTo>
                    <a:pt x="297709" y="818078"/>
                  </a:lnTo>
                  <a:lnTo>
                    <a:pt x="296832" y="816330"/>
                  </a:lnTo>
                  <a:lnTo>
                    <a:pt x="295950" y="814582"/>
                  </a:lnTo>
                  <a:lnTo>
                    <a:pt x="295065" y="812834"/>
                  </a:lnTo>
                  <a:lnTo>
                    <a:pt x="294173" y="811086"/>
                  </a:lnTo>
                  <a:lnTo>
                    <a:pt x="293278" y="809338"/>
                  </a:lnTo>
                  <a:lnTo>
                    <a:pt x="292375" y="807590"/>
                  </a:lnTo>
                  <a:lnTo>
                    <a:pt x="291471" y="805842"/>
                  </a:lnTo>
                  <a:lnTo>
                    <a:pt x="290555" y="804093"/>
                  </a:lnTo>
                  <a:lnTo>
                    <a:pt x="289639" y="802345"/>
                  </a:lnTo>
                  <a:lnTo>
                    <a:pt x="288711" y="800597"/>
                  </a:lnTo>
                  <a:lnTo>
                    <a:pt x="287782" y="798849"/>
                  </a:lnTo>
                  <a:lnTo>
                    <a:pt x="286843" y="797101"/>
                  </a:lnTo>
                  <a:lnTo>
                    <a:pt x="285899" y="795353"/>
                  </a:lnTo>
                  <a:lnTo>
                    <a:pt x="284948" y="793605"/>
                  </a:lnTo>
                  <a:lnTo>
                    <a:pt x="283989" y="791857"/>
                  </a:lnTo>
                  <a:lnTo>
                    <a:pt x="283024" y="790109"/>
                  </a:lnTo>
                  <a:lnTo>
                    <a:pt x="282049" y="788361"/>
                  </a:lnTo>
                  <a:lnTo>
                    <a:pt x="281071" y="786613"/>
                  </a:lnTo>
                  <a:lnTo>
                    <a:pt x="280078" y="784865"/>
                  </a:lnTo>
                  <a:lnTo>
                    <a:pt x="279085" y="783117"/>
                  </a:lnTo>
                  <a:lnTo>
                    <a:pt x="278074" y="781369"/>
                  </a:lnTo>
                  <a:lnTo>
                    <a:pt x="277062" y="779621"/>
                  </a:lnTo>
                  <a:lnTo>
                    <a:pt x="276036" y="777873"/>
                  </a:lnTo>
                  <a:lnTo>
                    <a:pt x="275005" y="776125"/>
                  </a:lnTo>
                  <a:lnTo>
                    <a:pt x="273961" y="774377"/>
                  </a:lnTo>
                  <a:lnTo>
                    <a:pt x="272910" y="772629"/>
                  </a:lnTo>
                  <a:lnTo>
                    <a:pt x="271849" y="770881"/>
                  </a:lnTo>
                  <a:lnTo>
                    <a:pt x="270776" y="769133"/>
                  </a:lnTo>
                  <a:lnTo>
                    <a:pt x="269698" y="767385"/>
                  </a:lnTo>
                  <a:lnTo>
                    <a:pt x="268602" y="765637"/>
                  </a:lnTo>
                  <a:lnTo>
                    <a:pt x="267505" y="763889"/>
                  </a:lnTo>
                  <a:lnTo>
                    <a:pt x="266386" y="762141"/>
                  </a:lnTo>
                  <a:lnTo>
                    <a:pt x="265268" y="760393"/>
                  </a:lnTo>
                  <a:lnTo>
                    <a:pt x="264127" y="758645"/>
                  </a:lnTo>
                  <a:lnTo>
                    <a:pt x="262984" y="756897"/>
                  </a:lnTo>
                  <a:lnTo>
                    <a:pt x="261822" y="755149"/>
                  </a:lnTo>
                  <a:lnTo>
                    <a:pt x="260653" y="753401"/>
                  </a:lnTo>
                  <a:lnTo>
                    <a:pt x="259470" y="751653"/>
                  </a:lnTo>
                  <a:lnTo>
                    <a:pt x="258276" y="749905"/>
                  </a:lnTo>
                  <a:lnTo>
                    <a:pt x="257071" y="748157"/>
                  </a:lnTo>
                  <a:lnTo>
                    <a:pt x="255849" y="746408"/>
                  </a:lnTo>
                  <a:lnTo>
                    <a:pt x="254621" y="744660"/>
                  </a:lnTo>
                  <a:lnTo>
                    <a:pt x="253372" y="742912"/>
                  </a:lnTo>
                  <a:lnTo>
                    <a:pt x="252121" y="741164"/>
                  </a:lnTo>
                  <a:lnTo>
                    <a:pt x="250843" y="739416"/>
                  </a:lnTo>
                  <a:lnTo>
                    <a:pt x="249565" y="737668"/>
                  </a:lnTo>
                  <a:lnTo>
                    <a:pt x="248262" y="735920"/>
                  </a:lnTo>
                  <a:lnTo>
                    <a:pt x="246954" y="734172"/>
                  </a:lnTo>
                  <a:lnTo>
                    <a:pt x="245626" y="732424"/>
                  </a:lnTo>
                  <a:lnTo>
                    <a:pt x="244289" y="730676"/>
                  </a:lnTo>
                  <a:lnTo>
                    <a:pt x="242935" y="728928"/>
                  </a:lnTo>
                  <a:lnTo>
                    <a:pt x="241567" y="727180"/>
                  </a:lnTo>
                  <a:lnTo>
                    <a:pt x="240189" y="725432"/>
                  </a:lnTo>
                  <a:lnTo>
                    <a:pt x="238789" y="723684"/>
                  </a:lnTo>
                  <a:lnTo>
                    <a:pt x="237385" y="721936"/>
                  </a:lnTo>
                  <a:lnTo>
                    <a:pt x="235954" y="720188"/>
                  </a:lnTo>
                  <a:lnTo>
                    <a:pt x="234523" y="718440"/>
                  </a:lnTo>
                  <a:lnTo>
                    <a:pt x="233061" y="716692"/>
                  </a:lnTo>
                  <a:lnTo>
                    <a:pt x="231598" y="714944"/>
                  </a:lnTo>
                  <a:lnTo>
                    <a:pt x="230109" y="713196"/>
                  </a:lnTo>
                  <a:lnTo>
                    <a:pt x="228614" y="711448"/>
                  </a:lnTo>
                  <a:lnTo>
                    <a:pt x="227098" y="709700"/>
                  </a:lnTo>
                  <a:lnTo>
                    <a:pt x="225570" y="707952"/>
                  </a:lnTo>
                  <a:lnTo>
                    <a:pt x="224027" y="706204"/>
                  </a:lnTo>
                  <a:lnTo>
                    <a:pt x="222467" y="704456"/>
                  </a:lnTo>
                  <a:lnTo>
                    <a:pt x="220897" y="702708"/>
                  </a:lnTo>
                  <a:lnTo>
                    <a:pt x="219304" y="700960"/>
                  </a:lnTo>
                  <a:lnTo>
                    <a:pt x="217707" y="699212"/>
                  </a:lnTo>
                  <a:lnTo>
                    <a:pt x="216081" y="697464"/>
                  </a:lnTo>
                  <a:lnTo>
                    <a:pt x="214455" y="695716"/>
                  </a:lnTo>
                  <a:lnTo>
                    <a:pt x="212798" y="693968"/>
                  </a:lnTo>
                  <a:lnTo>
                    <a:pt x="211140" y="692220"/>
                  </a:lnTo>
                  <a:lnTo>
                    <a:pt x="209456" y="690472"/>
                  </a:lnTo>
                  <a:lnTo>
                    <a:pt x="207765" y="688723"/>
                  </a:lnTo>
                  <a:lnTo>
                    <a:pt x="206055" y="686975"/>
                  </a:lnTo>
                  <a:lnTo>
                    <a:pt x="204332" y="685227"/>
                  </a:lnTo>
                  <a:lnTo>
                    <a:pt x="202596" y="683479"/>
                  </a:lnTo>
                  <a:lnTo>
                    <a:pt x="200841" y="681731"/>
                  </a:lnTo>
                  <a:lnTo>
                    <a:pt x="199079" y="679983"/>
                  </a:lnTo>
                  <a:lnTo>
                    <a:pt x="197294" y="678235"/>
                  </a:lnTo>
                  <a:lnTo>
                    <a:pt x="195506" y="676487"/>
                  </a:lnTo>
                  <a:lnTo>
                    <a:pt x="193690" y="674739"/>
                  </a:lnTo>
                  <a:lnTo>
                    <a:pt x="191874" y="672991"/>
                  </a:lnTo>
                  <a:lnTo>
                    <a:pt x="190031" y="671243"/>
                  </a:lnTo>
                  <a:lnTo>
                    <a:pt x="188185" y="669495"/>
                  </a:lnTo>
                  <a:lnTo>
                    <a:pt x="186319" y="667747"/>
                  </a:lnTo>
                  <a:lnTo>
                    <a:pt x="184444" y="665999"/>
                  </a:lnTo>
                  <a:lnTo>
                    <a:pt x="182555" y="664251"/>
                  </a:lnTo>
                  <a:lnTo>
                    <a:pt x="180653" y="662503"/>
                  </a:lnTo>
                  <a:lnTo>
                    <a:pt x="178741" y="660755"/>
                  </a:lnTo>
                  <a:lnTo>
                    <a:pt x="176812" y="659007"/>
                  </a:lnTo>
                  <a:lnTo>
                    <a:pt x="174878" y="657259"/>
                  </a:lnTo>
                  <a:lnTo>
                    <a:pt x="172924" y="655511"/>
                  </a:lnTo>
                  <a:lnTo>
                    <a:pt x="170969" y="653763"/>
                  </a:lnTo>
                  <a:lnTo>
                    <a:pt x="168991" y="652015"/>
                  </a:lnTo>
                  <a:lnTo>
                    <a:pt x="167013" y="650267"/>
                  </a:lnTo>
                  <a:lnTo>
                    <a:pt x="165016" y="648519"/>
                  </a:lnTo>
                  <a:lnTo>
                    <a:pt x="163015" y="646771"/>
                  </a:lnTo>
                  <a:lnTo>
                    <a:pt x="161000" y="645023"/>
                  </a:lnTo>
                  <a:lnTo>
                    <a:pt x="158979" y="643275"/>
                  </a:lnTo>
                  <a:lnTo>
                    <a:pt x="156948" y="641527"/>
                  </a:lnTo>
                  <a:lnTo>
                    <a:pt x="154907" y="639779"/>
                  </a:lnTo>
                  <a:lnTo>
                    <a:pt x="152860" y="638031"/>
                  </a:lnTo>
                  <a:lnTo>
                    <a:pt x="150802" y="636283"/>
                  </a:lnTo>
                  <a:lnTo>
                    <a:pt x="148742" y="634535"/>
                  </a:lnTo>
                  <a:lnTo>
                    <a:pt x="146668" y="632787"/>
                  </a:lnTo>
                  <a:lnTo>
                    <a:pt x="144595" y="631038"/>
                  </a:lnTo>
                  <a:lnTo>
                    <a:pt x="142508" y="629290"/>
                  </a:lnTo>
                  <a:lnTo>
                    <a:pt x="140421" y="627542"/>
                  </a:lnTo>
                  <a:lnTo>
                    <a:pt x="138325" y="625794"/>
                  </a:lnTo>
                  <a:lnTo>
                    <a:pt x="136227" y="624046"/>
                  </a:lnTo>
                  <a:lnTo>
                    <a:pt x="134124" y="622298"/>
                  </a:lnTo>
                  <a:lnTo>
                    <a:pt x="132017" y="620550"/>
                  </a:lnTo>
                  <a:lnTo>
                    <a:pt x="129907" y="618802"/>
                  </a:lnTo>
                  <a:lnTo>
                    <a:pt x="127793" y="617054"/>
                  </a:lnTo>
                  <a:lnTo>
                    <a:pt x="125679" y="615306"/>
                  </a:lnTo>
                  <a:lnTo>
                    <a:pt x="123561" y="613558"/>
                  </a:lnTo>
                  <a:lnTo>
                    <a:pt x="121443" y="611810"/>
                  </a:lnTo>
                  <a:lnTo>
                    <a:pt x="119324" y="610062"/>
                  </a:lnTo>
                  <a:lnTo>
                    <a:pt x="117205" y="608314"/>
                  </a:lnTo>
                  <a:lnTo>
                    <a:pt x="115087" y="606566"/>
                  </a:lnTo>
                  <a:lnTo>
                    <a:pt x="112970" y="604818"/>
                  </a:lnTo>
                  <a:lnTo>
                    <a:pt x="110855" y="603070"/>
                  </a:lnTo>
                  <a:lnTo>
                    <a:pt x="108741" y="601322"/>
                  </a:lnTo>
                  <a:lnTo>
                    <a:pt x="106631" y="599574"/>
                  </a:lnTo>
                  <a:lnTo>
                    <a:pt x="104523" y="597826"/>
                  </a:lnTo>
                  <a:lnTo>
                    <a:pt x="102420" y="596078"/>
                  </a:lnTo>
                  <a:lnTo>
                    <a:pt x="100322" y="594330"/>
                  </a:lnTo>
                  <a:lnTo>
                    <a:pt x="98228" y="592582"/>
                  </a:lnTo>
                  <a:lnTo>
                    <a:pt x="96142" y="590834"/>
                  </a:lnTo>
                  <a:lnTo>
                    <a:pt x="94058" y="589086"/>
                  </a:lnTo>
                  <a:lnTo>
                    <a:pt x="91989" y="587338"/>
                  </a:lnTo>
                  <a:lnTo>
                    <a:pt x="89919" y="585590"/>
                  </a:lnTo>
                  <a:lnTo>
                    <a:pt x="87866" y="583842"/>
                  </a:lnTo>
                  <a:lnTo>
                    <a:pt x="85815" y="582094"/>
                  </a:lnTo>
                  <a:lnTo>
                    <a:pt x="83779" y="580346"/>
                  </a:lnTo>
                  <a:lnTo>
                    <a:pt x="81749" y="578598"/>
                  </a:lnTo>
                  <a:lnTo>
                    <a:pt x="79733" y="576850"/>
                  </a:lnTo>
                  <a:lnTo>
                    <a:pt x="77728" y="575102"/>
                  </a:lnTo>
                  <a:lnTo>
                    <a:pt x="75733" y="573353"/>
                  </a:lnTo>
                  <a:lnTo>
                    <a:pt x="73756" y="571605"/>
                  </a:lnTo>
                  <a:lnTo>
                    <a:pt x="71785" y="569857"/>
                  </a:lnTo>
                  <a:lnTo>
                    <a:pt x="69839" y="568109"/>
                  </a:lnTo>
                  <a:lnTo>
                    <a:pt x="67893" y="566361"/>
                  </a:lnTo>
                  <a:lnTo>
                    <a:pt x="65981" y="564613"/>
                  </a:lnTo>
                  <a:lnTo>
                    <a:pt x="64069" y="562865"/>
                  </a:lnTo>
                  <a:lnTo>
                    <a:pt x="62187" y="561117"/>
                  </a:lnTo>
                  <a:lnTo>
                    <a:pt x="60312" y="559369"/>
                  </a:lnTo>
                  <a:lnTo>
                    <a:pt x="58464" y="557621"/>
                  </a:lnTo>
                  <a:lnTo>
                    <a:pt x="56629" y="555873"/>
                  </a:lnTo>
                  <a:lnTo>
                    <a:pt x="54815" y="554125"/>
                  </a:lnTo>
                  <a:lnTo>
                    <a:pt x="53024" y="552377"/>
                  </a:lnTo>
                  <a:lnTo>
                    <a:pt x="51246" y="550629"/>
                  </a:lnTo>
                  <a:lnTo>
                    <a:pt x="49501" y="548881"/>
                  </a:lnTo>
                  <a:lnTo>
                    <a:pt x="47762" y="547133"/>
                  </a:lnTo>
                  <a:lnTo>
                    <a:pt x="46066" y="545385"/>
                  </a:lnTo>
                  <a:lnTo>
                    <a:pt x="44370" y="543637"/>
                  </a:lnTo>
                  <a:lnTo>
                    <a:pt x="42723" y="541889"/>
                  </a:lnTo>
                  <a:lnTo>
                    <a:pt x="41079" y="540141"/>
                  </a:lnTo>
                  <a:lnTo>
                    <a:pt x="39478" y="538393"/>
                  </a:lnTo>
                  <a:lnTo>
                    <a:pt x="37888" y="536645"/>
                  </a:lnTo>
                  <a:lnTo>
                    <a:pt x="36334" y="534897"/>
                  </a:lnTo>
                  <a:lnTo>
                    <a:pt x="34802" y="533149"/>
                  </a:lnTo>
                  <a:lnTo>
                    <a:pt x="33296" y="531401"/>
                  </a:lnTo>
                  <a:lnTo>
                    <a:pt x="31824" y="529653"/>
                  </a:lnTo>
                  <a:lnTo>
                    <a:pt x="30368" y="527905"/>
                  </a:lnTo>
                  <a:lnTo>
                    <a:pt x="28959" y="526157"/>
                  </a:lnTo>
                  <a:lnTo>
                    <a:pt x="27555" y="524409"/>
                  </a:lnTo>
                  <a:lnTo>
                    <a:pt x="26211" y="522661"/>
                  </a:lnTo>
                  <a:lnTo>
                    <a:pt x="24867" y="520913"/>
                  </a:lnTo>
                  <a:lnTo>
                    <a:pt x="23584" y="519165"/>
                  </a:lnTo>
                  <a:lnTo>
                    <a:pt x="22306" y="517417"/>
                  </a:lnTo>
                  <a:lnTo>
                    <a:pt x="21080" y="515668"/>
                  </a:lnTo>
                  <a:lnTo>
                    <a:pt x="19872" y="513920"/>
                  </a:lnTo>
                  <a:lnTo>
                    <a:pt x="18704" y="512172"/>
                  </a:lnTo>
                  <a:lnTo>
                    <a:pt x="17568" y="510424"/>
                  </a:lnTo>
                  <a:lnTo>
                    <a:pt x="16459" y="508676"/>
                  </a:lnTo>
                  <a:lnTo>
                    <a:pt x="15396" y="506928"/>
                  </a:lnTo>
                  <a:lnTo>
                    <a:pt x="14347" y="505180"/>
                  </a:lnTo>
                  <a:lnTo>
                    <a:pt x="13359" y="503432"/>
                  </a:lnTo>
                  <a:lnTo>
                    <a:pt x="12372" y="501684"/>
                  </a:lnTo>
                  <a:lnTo>
                    <a:pt x="11459" y="499936"/>
                  </a:lnTo>
                  <a:lnTo>
                    <a:pt x="10547" y="498188"/>
                  </a:lnTo>
                  <a:lnTo>
                    <a:pt x="9700" y="496440"/>
                  </a:lnTo>
                  <a:lnTo>
                    <a:pt x="8865" y="494692"/>
                  </a:lnTo>
                  <a:lnTo>
                    <a:pt x="8083" y="492944"/>
                  </a:lnTo>
                  <a:lnTo>
                    <a:pt x="7326" y="491196"/>
                  </a:lnTo>
                  <a:lnTo>
                    <a:pt x="6610" y="489448"/>
                  </a:lnTo>
                  <a:lnTo>
                    <a:pt x="5932" y="487700"/>
                  </a:lnTo>
                  <a:lnTo>
                    <a:pt x="5281" y="485952"/>
                  </a:lnTo>
                  <a:lnTo>
                    <a:pt x="4684" y="484204"/>
                  </a:lnTo>
                  <a:lnTo>
                    <a:pt x="4099" y="482456"/>
                  </a:lnTo>
                  <a:lnTo>
                    <a:pt x="3582" y="480708"/>
                  </a:lnTo>
                  <a:lnTo>
                    <a:pt x="3066" y="478960"/>
                  </a:lnTo>
                  <a:lnTo>
                    <a:pt x="2628" y="477212"/>
                  </a:lnTo>
                  <a:lnTo>
                    <a:pt x="2192" y="475464"/>
                  </a:lnTo>
                  <a:lnTo>
                    <a:pt x="1822" y="473716"/>
                  </a:lnTo>
                  <a:lnTo>
                    <a:pt x="1467" y="471968"/>
                  </a:lnTo>
                  <a:lnTo>
                    <a:pt x="1163" y="470220"/>
                  </a:lnTo>
                  <a:lnTo>
                    <a:pt x="889" y="468472"/>
                  </a:lnTo>
                  <a:lnTo>
                    <a:pt x="652" y="466724"/>
                  </a:lnTo>
                  <a:lnTo>
                    <a:pt x="458" y="464976"/>
                  </a:lnTo>
                  <a:lnTo>
                    <a:pt x="287" y="463228"/>
                  </a:lnTo>
                  <a:lnTo>
                    <a:pt x="173" y="461480"/>
                  </a:lnTo>
                  <a:lnTo>
                    <a:pt x="69" y="459732"/>
                  </a:lnTo>
                  <a:lnTo>
                    <a:pt x="34" y="457983"/>
                  </a:lnTo>
                  <a:lnTo>
                    <a:pt x="0" y="456235"/>
                  </a:lnTo>
                  <a:lnTo>
                    <a:pt x="38" y="454487"/>
                  </a:lnTo>
                  <a:lnTo>
                    <a:pt x="82" y="452739"/>
                  </a:lnTo>
                  <a:lnTo>
                    <a:pt x="184" y="450991"/>
                  </a:lnTo>
                  <a:lnTo>
                    <a:pt x="305" y="449243"/>
                  </a:lnTo>
                  <a:lnTo>
                    <a:pt x="471" y="447495"/>
                  </a:lnTo>
                  <a:lnTo>
                    <a:pt x="667" y="445747"/>
                  </a:lnTo>
                  <a:lnTo>
                    <a:pt x="894" y="443999"/>
                  </a:lnTo>
                  <a:lnTo>
                    <a:pt x="1165" y="442251"/>
                  </a:lnTo>
                  <a:lnTo>
                    <a:pt x="1453" y="440503"/>
                  </a:lnTo>
                  <a:lnTo>
                    <a:pt x="1796" y="438755"/>
                  </a:lnTo>
                  <a:lnTo>
                    <a:pt x="2144" y="437007"/>
                  </a:lnTo>
                  <a:lnTo>
                    <a:pt x="2557" y="435259"/>
                  </a:lnTo>
                  <a:lnTo>
                    <a:pt x="2971" y="433511"/>
                  </a:lnTo>
                  <a:lnTo>
                    <a:pt x="3445" y="431763"/>
                  </a:lnTo>
                  <a:lnTo>
                    <a:pt x="3927" y="430015"/>
                  </a:lnTo>
                  <a:lnTo>
                    <a:pt x="4456" y="428267"/>
                  </a:lnTo>
                  <a:lnTo>
                    <a:pt x="5004" y="426519"/>
                  </a:lnTo>
                  <a:lnTo>
                    <a:pt x="5586" y="424771"/>
                  </a:lnTo>
                  <a:lnTo>
                    <a:pt x="6197" y="423023"/>
                  </a:lnTo>
                  <a:lnTo>
                    <a:pt x="6831" y="421275"/>
                  </a:lnTo>
                  <a:lnTo>
                    <a:pt x="7503" y="419527"/>
                  </a:lnTo>
                  <a:lnTo>
                    <a:pt x="8186" y="417779"/>
                  </a:lnTo>
                  <a:lnTo>
                    <a:pt x="8916" y="416031"/>
                  </a:lnTo>
                  <a:lnTo>
                    <a:pt x="9648" y="414283"/>
                  </a:lnTo>
                  <a:lnTo>
                    <a:pt x="10433" y="412535"/>
                  </a:lnTo>
                  <a:lnTo>
                    <a:pt x="11219" y="410787"/>
                  </a:lnTo>
                  <a:lnTo>
                    <a:pt x="12048" y="409039"/>
                  </a:lnTo>
                  <a:lnTo>
                    <a:pt x="12886" y="407291"/>
                  </a:lnTo>
                  <a:lnTo>
                    <a:pt x="13756" y="405543"/>
                  </a:lnTo>
                  <a:lnTo>
                    <a:pt x="14642" y="403795"/>
                  </a:lnTo>
                  <a:lnTo>
                    <a:pt x="15551" y="402046"/>
                  </a:lnTo>
                  <a:lnTo>
                    <a:pt x="16483" y="400298"/>
                  </a:lnTo>
                  <a:lnTo>
                    <a:pt x="17429" y="398550"/>
                  </a:lnTo>
                  <a:lnTo>
                    <a:pt x="18403" y="396802"/>
                  </a:lnTo>
                  <a:lnTo>
                    <a:pt x="19383" y="395054"/>
                  </a:lnTo>
                  <a:lnTo>
                    <a:pt x="20396" y="393306"/>
                  </a:lnTo>
                  <a:lnTo>
                    <a:pt x="21409" y="391558"/>
                  </a:lnTo>
                  <a:lnTo>
                    <a:pt x="22456" y="389810"/>
                  </a:lnTo>
                  <a:lnTo>
                    <a:pt x="23505" y="388062"/>
                  </a:lnTo>
                  <a:lnTo>
                    <a:pt x="24578" y="386314"/>
                  </a:lnTo>
                  <a:lnTo>
                    <a:pt x="25658" y="384566"/>
                  </a:lnTo>
                  <a:lnTo>
                    <a:pt x="26755" y="382818"/>
                  </a:lnTo>
                  <a:lnTo>
                    <a:pt x="27863" y="381070"/>
                  </a:lnTo>
                  <a:lnTo>
                    <a:pt x="28981" y="379322"/>
                  </a:lnTo>
                  <a:lnTo>
                    <a:pt x="30113" y="377574"/>
                  </a:lnTo>
                  <a:lnTo>
                    <a:pt x="31251" y="375826"/>
                  </a:lnTo>
                  <a:lnTo>
                    <a:pt x="32403" y="374078"/>
                  </a:lnTo>
                  <a:lnTo>
                    <a:pt x="33558" y="372330"/>
                  </a:lnTo>
                  <a:lnTo>
                    <a:pt x="34727" y="370582"/>
                  </a:lnTo>
                  <a:lnTo>
                    <a:pt x="35896" y="368834"/>
                  </a:lnTo>
                  <a:lnTo>
                    <a:pt x="37077" y="367086"/>
                  </a:lnTo>
                  <a:lnTo>
                    <a:pt x="38259" y="365338"/>
                  </a:lnTo>
                  <a:lnTo>
                    <a:pt x="39448" y="363590"/>
                  </a:lnTo>
                  <a:lnTo>
                    <a:pt x="40640" y="361842"/>
                  </a:lnTo>
                  <a:lnTo>
                    <a:pt x="41835" y="360094"/>
                  </a:lnTo>
                  <a:lnTo>
                    <a:pt x="43032" y="358346"/>
                  </a:lnTo>
                  <a:lnTo>
                    <a:pt x="44229" y="356598"/>
                  </a:lnTo>
                  <a:lnTo>
                    <a:pt x="45428" y="354850"/>
                  </a:lnTo>
                  <a:lnTo>
                    <a:pt x="46627" y="353102"/>
                  </a:lnTo>
                  <a:lnTo>
                    <a:pt x="47824" y="351354"/>
                  </a:lnTo>
                  <a:lnTo>
                    <a:pt x="49021" y="349606"/>
                  </a:lnTo>
                  <a:lnTo>
                    <a:pt x="50212" y="347858"/>
                  </a:lnTo>
                  <a:lnTo>
                    <a:pt x="51404" y="346110"/>
                  </a:lnTo>
                  <a:lnTo>
                    <a:pt x="52588" y="344361"/>
                  </a:lnTo>
                  <a:lnTo>
                    <a:pt x="53771" y="342613"/>
                  </a:lnTo>
                  <a:lnTo>
                    <a:pt x="54946" y="340865"/>
                  </a:lnTo>
                  <a:lnTo>
                    <a:pt x="56116" y="339117"/>
                  </a:lnTo>
                  <a:lnTo>
                    <a:pt x="57279" y="337369"/>
                  </a:lnTo>
                  <a:lnTo>
                    <a:pt x="58434" y="335621"/>
                  </a:lnTo>
                  <a:lnTo>
                    <a:pt x="59583" y="333873"/>
                  </a:lnTo>
                  <a:lnTo>
                    <a:pt x="60719" y="332125"/>
                  </a:lnTo>
                  <a:lnTo>
                    <a:pt x="61852" y="330377"/>
                  </a:lnTo>
                  <a:lnTo>
                    <a:pt x="62966" y="328629"/>
                  </a:lnTo>
                  <a:lnTo>
                    <a:pt x="64081" y="326881"/>
                  </a:lnTo>
                  <a:lnTo>
                    <a:pt x="65170" y="325133"/>
                  </a:lnTo>
                  <a:lnTo>
                    <a:pt x="66260" y="323385"/>
                  </a:lnTo>
                  <a:lnTo>
                    <a:pt x="67327" y="321637"/>
                  </a:lnTo>
                  <a:lnTo>
                    <a:pt x="68389" y="319889"/>
                  </a:lnTo>
                  <a:lnTo>
                    <a:pt x="69431" y="318141"/>
                  </a:lnTo>
                  <a:lnTo>
                    <a:pt x="70462" y="316393"/>
                  </a:lnTo>
                  <a:lnTo>
                    <a:pt x="71478" y="314645"/>
                  </a:lnTo>
                  <a:lnTo>
                    <a:pt x="72476" y="312897"/>
                  </a:lnTo>
                  <a:lnTo>
                    <a:pt x="73464" y="311149"/>
                  </a:lnTo>
                  <a:lnTo>
                    <a:pt x="74427" y="309401"/>
                  </a:lnTo>
                  <a:lnTo>
                    <a:pt x="75385" y="307653"/>
                  </a:lnTo>
                  <a:lnTo>
                    <a:pt x="76310" y="305905"/>
                  </a:lnTo>
                  <a:lnTo>
                    <a:pt x="77235" y="304157"/>
                  </a:lnTo>
                  <a:lnTo>
                    <a:pt x="78123" y="302409"/>
                  </a:lnTo>
                  <a:lnTo>
                    <a:pt x="79008" y="300661"/>
                  </a:lnTo>
                  <a:lnTo>
                    <a:pt x="79861" y="298913"/>
                  </a:lnTo>
                  <a:lnTo>
                    <a:pt x="80704" y="297165"/>
                  </a:lnTo>
                  <a:lnTo>
                    <a:pt x="81522" y="295417"/>
                  </a:lnTo>
                  <a:lnTo>
                    <a:pt x="82322" y="293669"/>
                  </a:lnTo>
                  <a:lnTo>
                    <a:pt x="83103" y="291921"/>
                  </a:lnTo>
                  <a:lnTo>
                    <a:pt x="83857" y="290173"/>
                  </a:lnTo>
                  <a:lnTo>
                    <a:pt x="84601" y="288425"/>
                  </a:lnTo>
                  <a:lnTo>
                    <a:pt x="85309" y="286676"/>
                  </a:lnTo>
                  <a:lnTo>
                    <a:pt x="86013" y="284928"/>
                  </a:lnTo>
                  <a:lnTo>
                    <a:pt x="86674" y="283180"/>
                  </a:lnTo>
                  <a:lnTo>
                    <a:pt x="87334" y="281432"/>
                  </a:lnTo>
                  <a:lnTo>
                    <a:pt x="87951" y="279684"/>
                  </a:lnTo>
                  <a:lnTo>
                    <a:pt x="88563" y="277936"/>
                  </a:lnTo>
                  <a:lnTo>
                    <a:pt x="89138" y="276188"/>
                  </a:lnTo>
                  <a:lnTo>
                    <a:pt x="89700" y="274440"/>
                  </a:lnTo>
                  <a:lnTo>
                    <a:pt x="90235" y="272692"/>
                  </a:lnTo>
                  <a:lnTo>
                    <a:pt x="90746" y="270944"/>
                  </a:lnTo>
                  <a:lnTo>
                    <a:pt x="91239" y="269196"/>
                  </a:lnTo>
                  <a:lnTo>
                    <a:pt x="91700" y="267448"/>
                  </a:lnTo>
                  <a:lnTo>
                    <a:pt x="92151" y="265700"/>
                  </a:lnTo>
                  <a:lnTo>
                    <a:pt x="92561" y="263952"/>
                  </a:lnTo>
                  <a:lnTo>
                    <a:pt x="92969" y="262204"/>
                  </a:lnTo>
                  <a:lnTo>
                    <a:pt x="93328" y="260456"/>
                  </a:lnTo>
                  <a:lnTo>
                    <a:pt x="93687" y="258708"/>
                  </a:lnTo>
                  <a:lnTo>
                    <a:pt x="94002" y="256960"/>
                  </a:lnTo>
                  <a:lnTo>
                    <a:pt x="94310" y="255212"/>
                  </a:lnTo>
                  <a:lnTo>
                    <a:pt x="94583" y="253464"/>
                  </a:lnTo>
                  <a:lnTo>
                    <a:pt x="94840" y="251716"/>
                  </a:lnTo>
                  <a:lnTo>
                    <a:pt x="95072" y="249968"/>
                  </a:lnTo>
                  <a:lnTo>
                    <a:pt x="95279" y="248220"/>
                  </a:lnTo>
                  <a:lnTo>
                    <a:pt x="95470" y="246472"/>
                  </a:lnTo>
                  <a:lnTo>
                    <a:pt x="95627" y="244724"/>
                  </a:lnTo>
                  <a:lnTo>
                    <a:pt x="95776" y="242976"/>
                  </a:lnTo>
                  <a:lnTo>
                    <a:pt x="95885" y="241228"/>
                  </a:lnTo>
                  <a:lnTo>
                    <a:pt x="95993" y="239480"/>
                  </a:lnTo>
                  <a:lnTo>
                    <a:pt x="96055" y="237732"/>
                  </a:lnTo>
                  <a:lnTo>
                    <a:pt x="96116" y="235984"/>
                  </a:lnTo>
                  <a:lnTo>
                    <a:pt x="96139" y="234236"/>
                  </a:lnTo>
                  <a:lnTo>
                    <a:pt x="96153" y="232488"/>
                  </a:lnTo>
                  <a:lnTo>
                    <a:pt x="96139" y="230740"/>
                  </a:lnTo>
                  <a:lnTo>
                    <a:pt x="96108" y="228991"/>
                  </a:lnTo>
                  <a:lnTo>
                    <a:pt x="96057" y="227243"/>
                  </a:lnTo>
                  <a:lnTo>
                    <a:pt x="95982" y="225495"/>
                  </a:lnTo>
                  <a:lnTo>
                    <a:pt x="95896" y="223747"/>
                  </a:lnTo>
                  <a:lnTo>
                    <a:pt x="95779" y="221999"/>
                  </a:lnTo>
                  <a:lnTo>
                    <a:pt x="95658" y="220251"/>
                  </a:lnTo>
                  <a:lnTo>
                    <a:pt x="95501" y="218503"/>
                  </a:lnTo>
                  <a:lnTo>
                    <a:pt x="95344" y="216755"/>
                  </a:lnTo>
                  <a:lnTo>
                    <a:pt x="95152" y="215007"/>
                  </a:lnTo>
                  <a:lnTo>
                    <a:pt x="94957" y="213259"/>
                  </a:lnTo>
                  <a:lnTo>
                    <a:pt x="94734" y="211511"/>
                  </a:lnTo>
                  <a:lnTo>
                    <a:pt x="94503" y="209763"/>
                  </a:lnTo>
                  <a:lnTo>
                    <a:pt x="94253" y="208015"/>
                  </a:lnTo>
                  <a:lnTo>
                    <a:pt x="93988" y="206267"/>
                  </a:lnTo>
                  <a:lnTo>
                    <a:pt x="93710" y="204519"/>
                  </a:lnTo>
                  <a:lnTo>
                    <a:pt x="93414" y="202771"/>
                  </a:lnTo>
                  <a:lnTo>
                    <a:pt x="93111" y="201023"/>
                  </a:lnTo>
                  <a:lnTo>
                    <a:pt x="92786" y="199275"/>
                  </a:lnTo>
                  <a:lnTo>
                    <a:pt x="92460" y="197527"/>
                  </a:lnTo>
                  <a:lnTo>
                    <a:pt x="92108" y="195779"/>
                  </a:lnTo>
                  <a:lnTo>
                    <a:pt x="91757" y="194031"/>
                  </a:lnTo>
                  <a:lnTo>
                    <a:pt x="91385" y="192283"/>
                  </a:lnTo>
                  <a:lnTo>
                    <a:pt x="91010" y="190535"/>
                  </a:lnTo>
                  <a:lnTo>
                    <a:pt x="90621" y="188787"/>
                  </a:lnTo>
                  <a:lnTo>
                    <a:pt x="90225" y="187039"/>
                  </a:lnTo>
                  <a:lnTo>
                    <a:pt x="89821" y="185291"/>
                  </a:lnTo>
                  <a:lnTo>
                    <a:pt x="89407" y="183543"/>
                  </a:lnTo>
                  <a:lnTo>
                    <a:pt x="88989" y="181795"/>
                  </a:lnTo>
                  <a:lnTo>
                    <a:pt x="88561" y="180047"/>
                  </a:lnTo>
                  <a:lnTo>
                    <a:pt x="88131" y="178299"/>
                  </a:lnTo>
                  <a:lnTo>
                    <a:pt x="87692" y="176551"/>
                  </a:lnTo>
                  <a:lnTo>
                    <a:pt x="87252" y="174803"/>
                  </a:lnTo>
                  <a:lnTo>
                    <a:pt x="86805" y="173055"/>
                  </a:lnTo>
                  <a:lnTo>
                    <a:pt x="86357" y="171306"/>
                  </a:lnTo>
                  <a:lnTo>
                    <a:pt x="85905" y="169558"/>
                  </a:lnTo>
                  <a:lnTo>
                    <a:pt x="85451" y="167810"/>
                  </a:lnTo>
                  <a:lnTo>
                    <a:pt x="84997" y="166062"/>
                  </a:lnTo>
                  <a:lnTo>
                    <a:pt x="84542" y="164314"/>
                  </a:lnTo>
                  <a:lnTo>
                    <a:pt x="84088" y="162566"/>
                  </a:lnTo>
                  <a:lnTo>
                    <a:pt x="83634" y="160818"/>
                  </a:lnTo>
                  <a:lnTo>
                    <a:pt x="83182" y="159070"/>
                  </a:lnTo>
                  <a:lnTo>
                    <a:pt x="82733" y="157322"/>
                  </a:lnTo>
                  <a:lnTo>
                    <a:pt x="82285" y="155574"/>
                  </a:lnTo>
                  <a:lnTo>
                    <a:pt x="81844" y="153826"/>
                  </a:lnTo>
                  <a:lnTo>
                    <a:pt x="81403" y="152078"/>
                  </a:lnTo>
                  <a:lnTo>
                    <a:pt x="80973" y="150330"/>
                  </a:lnTo>
                  <a:lnTo>
                    <a:pt x="80543" y="148582"/>
                  </a:lnTo>
                  <a:lnTo>
                    <a:pt x="80125" y="146834"/>
                  </a:lnTo>
                  <a:lnTo>
                    <a:pt x="79711" y="145086"/>
                  </a:lnTo>
                  <a:lnTo>
                    <a:pt x="79307" y="143338"/>
                  </a:lnTo>
                  <a:lnTo>
                    <a:pt x="78910" y="141590"/>
                  </a:lnTo>
                  <a:lnTo>
                    <a:pt x="78523" y="139842"/>
                  </a:lnTo>
                  <a:lnTo>
                    <a:pt x="78148" y="138094"/>
                  </a:lnTo>
                  <a:lnTo>
                    <a:pt x="77779" y="136346"/>
                  </a:lnTo>
                  <a:lnTo>
                    <a:pt x="77428" y="134598"/>
                  </a:lnTo>
                  <a:lnTo>
                    <a:pt x="77080" y="132850"/>
                  </a:lnTo>
                  <a:lnTo>
                    <a:pt x="76758" y="131102"/>
                  </a:lnTo>
                  <a:lnTo>
                    <a:pt x="76435" y="129354"/>
                  </a:lnTo>
                  <a:lnTo>
                    <a:pt x="76141" y="127606"/>
                  </a:lnTo>
                  <a:lnTo>
                    <a:pt x="75850" y="125858"/>
                  </a:lnTo>
                  <a:lnTo>
                    <a:pt x="75584" y="124110"/>
                  </a:lnTo>
                  <a:lnTo>
                    <a:pt x="75328" y="122362"/>
                  </a:lnTo>
                  <a:lnTo>
                    <a:pt x="75092" y="120614"/>
                  </a:lnTo>
                  <a:lnTo>
                    <a:pt x="74873" y="118866"/>
                  </a:lnTo>
                  <a:lnTo>
                    <a:pt x="74669" y="117118"/>
                  </a:lnTo>
                  <a:lnTo>
                    <a:pt x="74491" y="115370"/>
                  </a:lnTo>
                  <a:lnTo>
                    <a:pt x="74321" y="113621"/>
                  </a:lnTo>
                  <a:lnTo>
                    <a:pt x="74186" y="111873"/>
                  </a:lnTo>
                  <a:lnTo>
                    <a:pt x="74052" y="110125"/>
                  </a:lnTo>
                  <a:lnTo>
                    <a:pt x="73964" y="108377"/>
                  </a:lnTo>
                  <a:lnTo>
                    <a:pt x="73875" y="106629"/>
                  </a:lnTo>
                  <a:lnTo>
                    <a:pt x="73828" y="104881"/>
                  </a:lnTo>
                  <a:lnTo>
                    <a:pt x="73788" y="103133"/>
                  </a:lnTo>
                  <a:lnTo>
                    <a:pt x="73784" y="101385"/>
                  </a:lnTo>
                  <a:lnTo>
                    <a:pt x="73796" y="99637"/>
                  </a:lnTo>
                  <a:lnTo>
                    <a:pt x="73835" y="97889"/>
                  </a:lnTo>
                  <a:lnTo>
                    <a:pt x="73901" y="96141"/>
                  </a:lnTo>
                  <a:lnTo>
                    <a:pt x="73987" y="94393"/>
                  </a:lnTo>
                  <a:lnTo>
                    <a:pt x="74109" y="92645"/>
                  </a:lnTo>
                  <a:lnTo>
                    <a:pt x="74241" y="90897"/>
                  </a:lnTo>
                  <a:lnTo>
                    <a:pt x="74423" y="89149"/>
                  </a:lnTo>
                  <a:lnTo>
                    <a:pt x="74604" y="87401"/>
                  </a:lnTo>
                  <a:lnTo>
                    <a:pt x="74846" y="85653"/>
                  </a:lnTo>
                  <a:lnTo>
                    <a:pt x="75088" y="83905"/>
                  </a:lnTo>
                  <a:lnTo>
                    <a:pt x="75382" y="82157"/>
                  </a:lnTo>
                  <a:lnTo>
                    <a:pt x="75687" y="80409"/>
                  </a:lnTo>
                  <a:lnTo>
                    <a:pt x="76033" y="78661"/>
                  </a:lnTo>
                  <a:lnTo>
                    <a:pt x="76403" y="76913"/>
                  </a:lnTo>
                  <a:lnTo>
                    <a:pt x="76804" y="75165"/>
                  </a:lnTo>
                  <a:lnTo>
                    <a:pt x="77240" y="73417"/>
                  </a:lnTo>
                  <a:lnTo>
                    <a:pt x="77696" y="71669"/>
                  </a:lnTo>
                  <a:lnTo>
                    <a:pt x="78199" y="69921"/>
                  </a:lnTo>
                  <a:lnTo>
                    <a:pt x="78711" y="68173"/>
                  </a:lnTo>
                  <a:lnTo>
                    <a:pt x="79284" y="66425"/>
                  </a:lnTo>
                  <a:lnTo>
                    <a:pt x="79857" y="64677"/>
                  </a:lnTo>
                  <a:lnTo>
                    <a:pt x="80496" y="62929"/>
                  </a:lnTo>
                  <a:lnTo>
                    <a:pt x="81139" y="61181"/>
                  </a:lnTo>
                  <a:lnTo>
                    <a:pt x="81836" y="59433"/>
                  </a:lnTo>
                  <a:lnTo>
                    <a:pt x="82550" y="57685"/>
                  </a:lnTo>
                  <a:lnTo>
                    <a:pt x="83307" y="55936"/>
                  </a:lnTo>
                  <a:lnTo>
                    <a:pt x="84093" y="54188"/>
                  </a:lnTo>
                  <a:lnTo>
                    <a:pt x="84909" y="52440"/>
                  </a:lnTo>
                  <a:lnTo>
                    <a:pt x="85767" y="50692"/>
                  </a:lnTo>
                  <a:lnTo>
                    <a:pt x="86643" y="48944"/>
                  </a:lnTo>
                  <a:lnTo>
                    <a:pt x="87574" y="47196"/>
                  </a:lnTo>
                  <a:lnTo>
                    <a:pt x="88511" y="45448"/>
                  </a:lnTo>
                  <a:lnTo>
                    <a:pt x="89515" y="43700"/>
                  </a:lnTo>
                  <a:lnTo>
                    <a:pt x="90519" y="41952"/>
                  </a:lnTo>
                  <a:lnTo>
                    <a:pt x="91588" y="40204"/>
                  </a:lnTo>
                  <a:lnTo>
                    <a:pt x="92665" y="38456"/>
                  </a:lnTo>
                  <a:lnTo>
                    <a:pt x="93794" y="36708"/>
                  </a:lnTo>
                  <a:lnTo>
                    <a:pt x="94944" y="34960"/>
                  </a:lnTo>
                  <a:lnTo>
                    <a:pt x="96133" y="33212"/>
                  </a:lnTo>
                  <a:lnTo>
                    <a:pt x="97355" y="31464"/>
                  </a:lnTo>
                  <a:lnTo>
                    <a:pt x="98604" y="29716"/>
                  </a:lnTo>
                  <a:lnTo>
                    <a:pt x="99898" y="27968"/>
                  </a:lnTo>
                  <a:lnTo>
                    <a:pt x="101206" y="26220"/>
                  </a:lnTo>
                  <a:lnTo>
                    <a:pt x="102571" y="24472"/>
                  </a:lnTo>
                  <a:lnTo>
                    <a:pt x="103938" y="22724"/>
                  </a:lnTo>
                  <a:lnTo>
                    <a:pt x="105373" y="20976"/>
                  </a:lnTo>
                  <a:lnTo>
                    <a:pt x="106808" y="19228"/>
                  </a:lnTo>
                  <a:lnTo>
                    <a:pt x="108302" y="17480"/>
                  </a:lnTo>
                  <a:lnTo>
                    <a:pt x="109806" y="15732"/>
                  </a:lnTo>
                  <a:lnTo>
                    <a:pt x="111356" y="13984"/>
                  </a:lnTo>
                  <a:lnTo>
                    <a:pt x="112928" y="12236"/>
                  </a:lnTo>
                  <a:lnTo>
                    <a:pt x="114533" y="10488"/>
                  </a:lnTo>
                  <a:lnTo>
                    <a:pt x="116171" y="8740"/>
                  </a:lnTo>
                  <a:lnTo>
                    <a:pt x="117830" y="6992"/>
                  </a:lnTo>
                  <a:lnTo>
                    <a:pt x="119533" y="5244"/>
                  </a:lnTo>
                  <a:lnTo>
                    <a:pt x="121245" y="3496"/>
                  </a:lnTo>
                  <a:lnTo>
                    <a:pt x="123011" y="1748"/>
                  </a:lnTo>
                  <a:lnTo>
                    <a:pt x="124777" y="0"/>
                  </a:lnTo>
                  <a:lnTo>
                    <a:pt x="736614" y="0"/>
                  </a:lnTo>
                  <a:lnTo>
                    <a:pt x="738380" y="1748"/>
                  </a:lnTo>
                  <a:lnTo>
                    <a:pt x="740146" y="3496"/>
                  </a:lnTo>
                  <a:lnTo>
                    <a:pt x="741858" y="5244"/>
                  </a:lnTo>
                  <a:lnTo>
                    <a:pt x="743561" y="6992"/>
                  </a:lnTo>
                  <a:lnTo>
                    <a:pt x="745220" y="8740"/>
                  </a:lnTo>
                  <a:lnTo>
                    <a:pt x="746858" y="10488"/>
                  </a:lnTo>
                  <a:lnTo>
                    <a:pt x="748463" y="12236"/>
                  </a:lnTo>
                  <a:lnTo>
                    <a:pt x="750035" y="13984"/>
                  </a:lnTo>
                  <a:lnTo>
                    <a:pt x="751585" y="15732"/>
                  </a:lnTo>
                  <a:lnTo>
                    <a:pt x="753089" y="17480"/>
                  </a:lnTo>
                  <a:lnTo>
                    <a:pt x="754583" y="19228"/>
                  </a:lnTo>
                  <a:lnTo>
                    <a:pt x="756018" y="20976"/>
                  </a:lnTo>
                  <a:lnTo>
                    <a:pt x="757453" y="22724"/>
                  </a:lnTo>
                  <a:lnTo>
                    <a:pt x="758820" y="24472"/>
                  </a:lnTo>
                  <a:lnTo>
                    <a:pt x="760185" y="26220"/>
                  </a:lnTo>
                  <a:lnTo>
                    <a:pt x="761493" y="27968"/>
                  </a:lnTo>
                  <a:lnTo>
                    <a:pt x="762787" y="29716"/>
                  </a:lnTo>
                  <a:lnTo>
                    <a:pt x="764036" y="31464"/>
                  </a:lnTo>
                  <a:lnTo>
                    <a:pt x="765258" y="33212"/>
                  </a:lnTo>
                  <a:lnTo>
                    <a:pt x="766447" y="34960"/>
                  </a:lnTo>
                  <a:lnTo>
                    <a:pt x="767597" y="36708"/>
                  </a:lnTo>
                  <a:lnTo>
                    <a:pt x="768726" y="38456"/>
                  </a:lnTo>
                  <a:lnTo>
                    <a:pt x="769803" y="40204"/>
                  </a:lnTo>
                  <a:lnTo>
                    <a:pt x="770872" y="41952"/>
                  </a:lnTo>
                  <a:lnTo>
                    <a:pt x="771876" y="43700"/>
                  </a:lnTo>
                  <a:lnTo>
                    <a:pt x="772881" y="45448"/>
                  </a:lnTo>
                  <a:lnTo>
                    <a:pt x="773817" y="47196"/>
                  </a:lnTo>
                  <a:lnTo>
                    <a:pt x="774748" y="48944"/>
                  </a:lnTo>
                  <a:lnTo>
                    <a:pt x="775624" y="50692"/>
                  </a:lnTo>
                  <a:lnTo>
                    <a:pt x="776482" y="52440"/>
                  </a:lnTo>
                  <a:lnTo>
                    <a:pt x="777298" y="54188"/>
                  </a:lnTo>
                  <a:lnTo>
                    <a:pt x="778084" y="55936"/>
                  </a:lnTo>
                  <a:lnTo>
                    <a:pt x="778841" y="57685"/>
                  </a:lnTo>
                  <a:lnTo>
                    <a:pt x="779555" y="59433"/>
                  </a:lnTo>
                  <a:lnTo>
                    <a:pt x="780252" y="61181"/>
                  </a:lnTo>
                  <a:lnTo>
                    <a:pt x="780895" y="62929"/>
                  </a:lnTo>
                  <a:lnTo>
                    <a:pt x="781534" y="64677"/>
                  </a:lnTo>
                  <a:lnTo>
                    <a:pt x="782107" y="66425"/>
                  </a:lnTo>
                  <a:lnTo>
                    <a:pt x="782680" y="68173"/>
                  </a:lnTo>
                  <a:lnTo>
                    <a:pt x="783192" y="69921"/>
                  </a:lnTo>
                  <a:lnTo>
                    <a:pt x="783695" y="71669"/>
                  </a:lnTo>
                  <a:lnTo>
                    <a:pt x="784151" y="73417"/>
                  </a:lnTo>
                  <a:lnTo>
                    <a:pt x="784587" y="75165"/>
                  </a:lnTo>
                  <a:lnTo>
                    <a:pt x="784988" y="76913"/>
                  </a:lnTo>
                  <a:lnTo>
                    <a:pt x="785358" y="78661"/>
                  </a:lnTo>
                  <a:lnTo>
                    <a:pt x="785704" y="80409"/>
                  </a:lnTo>
                  <a:lnTo>
                    <a:pt x="786009" y="82157"/>
                  </a:lnTo>
                  <a:lnTo>
                    <a:pt x="786303" y="83905"/>
                  </a:lnTo>
                  <a:lnTo>
                    <a:pt x="786545" y="85653"/>
                  </a:lnTo>
                  <a:lnTo>
                    <a:pt x="786787" y="87401"/>
                  </a:lnTo>
                  <a:lnTo>
                    <a:pt x="786968" y="89149"/>
                  </a:lnTo>
                  <a:lnTo>
                    <a:pt x="787150" y="90897"/>
                  </a:lnTo>
                  <a:lnTo>
                    <a:pt x="787282" y="92645"/>
                  </a:lnTo>
                  <a:lnTo>
                    <a:pt x="787404" y="94393"/>
                  </a:lnTo>
                  <a:lnTo>
                    <a:pt x="787490" y="96141"/>
                  </a:lnTo>
                  <a:lnTo>
                    <a:pt x="787556" y="97889"/>
                  </a:lnTo>
                  <a:lnTo>
                    <a:pt x="787595" y="99637"/>
                  </a:lnTo>
                  <a:lnTo>
                    <a:pt x="787607" y="101385"/>
                  </a:lnTo>
                  <a:lnTo>
                    <a:pt x="787603" y="103133"/>
                  </a:lnTo>
                  <a:lnTo>
                    <a:pt x="787563" y="104881"/>
                  </a:lnTo>
                  <a:lnTo>
                    <a:pt x="787516" y="106629"/>
                  </a:lnTo>
                  <a:lnTo>
                    <a:pt x="787428" y="108377"/>
                  </a:lnTo>
                  <a:lnTo>
                    <a:pt x="787339" y="110125"/>
                  </a:lnTo>
                  <a:lnTo>
                    <a:pt x="787205" y="111873"/>
                  </a:lnTo>
                  <a:lnTo>
                    <a:pt x="787070" y="113621"/>
                  </a:lnTo>
                  <a:lnTo>
                    <a:pt x="786900" y="115370"/>
                  </a:lnTo>
                  <a:lnTo>
                    <a:pt x="786722" y="117118"/>
                  </a:lnTo>
                  <a:lnTo>
                    <a:pt x="786518" y="118866"/>
                  </a:lnTo>
                  <a:lnTo>
                    <a:pt x="786299" y="120614"/>
                  </a:lnTo>
                  <a:lnTo>
                    <a:pt x="786063" y="122362"/>
                  </a:lnTo>
                  <a:lnTo>
                    <a:pt x="785807" y="124110"/>
                  </a:lnTo>
                  <a:lnTo>
                    <a:pt x="785541" y="125858"/>
                  </a:lnTo>
                  <a:lnTo>
                    <a:pt x="785250" y="127606"/>
                  </a:lnTo>
                  <a:lnTo>
                    <a:pt x="784956" y="129354"/>
                  </a:lnTo>
                  <a:lnTo>
                    <a:pt x="784633" y="131102"/>
                  </a:lnTo>
                  <a:lnTo>
                    <a:pt x="784311" y="132850"/>
                  </a:lnTo>
                  <a:lnTo>
                    <a:pt x="783963" y="134598"/>
                  </a:lnTo>
                  <a:lnTo>
                    <a:pt x="783612" y="136346"/>
                  </a:lnTo>
                  <a:lnTo>
                    <a:pt x="783243" y="138094"/>
                  </a:lnTo>
                  <a:lnTo>
                    <a:pt x="782868" y="139842"/>
                  </a:lnTo>
                  <a:lnTo>
                    <a:pt x="782481" y="141590"/>
                  </a:lnTo>
                  <a:lnTo>
                    <a:pt x="782084" y="143338"/>
                  </a:lnTo>
                  <a:lnTo>
                    <a:pt x="781680" y="145086"/>
                  </a:lnTo>
                  <a:lnTo>
                    <a:pt x="781266" y="146834"/>
                  </a:lnTo>
                  <a:lnTo>
                    <a:pt x="780848" y="148582"/>
                  </a:lnTo>
                  <a:lnTo>
                    <a:pt x="780418" y="150330"/>
                  </a:lnTo>
                  <a:lnTo>
                    <a:pt x="779988" y="152078"/>
                  </a:lnTo>
                  <a:lnTo>
                    <a:pt x="779547" y="153826"/>
                  </a:lnTo>
                  <a:lnTo>
                    <a:pt x="779106" y="155574"/>
                  </a:lnTo>
                  <a:lnTo>
                    <a:pt x="778658" y="157322"/>
                  </a:lnTo>
                  <a:lnTo>
                    <a:pt x="778209" y="159070"/>
                  </a:lnTo>
                  <a:lnTo>
                    <a:pt x="777757" y="160818"/>
                  </a:lnTo>
                  <a:lnTo>
                    <a:pt x="777303" y="162566"/>
                  </a:lnTo>
                  <a:lnTo>
                    <a:pt x="776849" y="164314"/>
                  </a:lnTo>
                  <a:lnTo>
                    <a:pt x="776394" y="166062"/>
                  </a:lnTo>
                  <a:lnTo>
                    <a:pt x="775940" y="167810"/>
                  </a:lnTo>
                  <a:lnTo>
                    <a:pt x="775487" y="169558"/>
                  </a:lnTo>
                  <a:lnTo>
                    <a:pt x="775034" y="171306"/>
                  </a:lnTo>
                  <a:lnTo>
                    <a:pt x="774586" y="173055"/>
                  </a:lnTo>
                  <a:lnTo>
                    <a:pt x="774139" y="174803"/>
                  </a:lnTo>
                  <a:lnTo>
                    <a:pt x="773699" y="176551"/>
                  </a:lnTo>
                  <a:lnTo>
                    <a:pt x="773260" y="178299"/>
                  </a:lnTo>
                  <a:lnTo>
                    <a:pt x="772830" y="180047"/>
                  </a:lnTo>
                  <a:lnTo>
                    <a:pt x="772402" y="181795"/>
                  </a:lnTo>
                  <a:lnTo>
                    <a:pt x="771984" y="183543"/>
                  </a:lnTo>
                  <a:lnTo>
                    <a:pt x="771571" y="185291"/>
                  </a:lnTo>
                  <a:lnTo>
                    <a:pt x="771166" y="187039"/>
                  </a:lnTo>
                  <a:lnTo>
                    <a:pt x="770770" y="188787"/>
                  </a:lnTo>
                  <a:lnTo>
                    <a:pt x="770381" y="190535"/>
                  </a:lnTo>
                  <a:lnTo>
                    <a:pt x="770006" y="192283"/>
                  </a:lnTo>
                  <a:lnTo>
                    <a:pt x="769634" y="194031"/>
                  </a:lnTo>
                  <a:lnTo>
                    <a:pt x="769283" y="195779"/>
                  </a:lnTo>
                  <a:lnTo>
                    <a:pt x="768931" y="197527"/>
                  </a:lnTo>
                  <a:lnTo>
                    <a:pt x="768605" y="199275"/>
                  </a:lnTo>
                  <a:lnTo>
                    <a:pt x="768280" y="201023"/>
                  </a:lnTo>
                  <a:lnTo>
                    <a:pt x="767977" y="202771"/>
                  </a:lnTo>
                  <a:lnTo>
                    <a:pt x="767681" y="204519"/>
                  </a:lnTo>
                  <a:lnTo>
                    <a:pt x="767403" y="206267"/>
                  </a:lnTo>
                  <a:lnTo>
                    <a:pt x="767138" y="208015"/>
                  </a:lnTo>
                  <a:lnTo>
                    <a:pt x="766888" y="209763"/>
                  </a:lnTo>
                  <a:lnTo>
                    <a:pt x="766657" y="211511"/>
                  </a:lnTo>
                  <a:lnTo>
                    <a:pt x="766434" y="213259"/>
                  </a:lnTo>
                  <a:lnTo>
                    <a:pt x="766239" y="215007"/>
                  </a:lnTo>
                  <a:lnTo>
                    <a:pt x="766047" y="216755"/>
                  </a:lnTo>
                  <a:lnTo>
                    <a:pt x="765890" y="218503"/>
                  </a:lnTo>
                  <a:lnTo>
                    <a:pt x="765733" y="220251"/>
                  </a:lnTo>
                  <a:lnTo>
                    <a:pt x="765612" y="221999"/>
                  </a:lnTo>
                  <a:lnTo>
                    <a:pt x="765495" y="223747"/>
                  </a:lnTo>
                  <a:lnTo>
                    <a:pt x="765409" y="225495"/>
                  </a:lnTo>
                  <a:lnTo>
                    <a:pt x="765334" y="227243"/>
                  </a:lnTo>
                  <a:lnTo>
                    <a:pt x="765283" y="228991"/>
                  </a:lnTo>
                  <a:lnTo>
                    <a:pt x="765252" y="230740"/>
                  </a:lnTo>
                  <a:lnTo>
                    <a:pt x="765238" y="232488"/>
                  </a:lnTo>
                  <a:lnTo>
                    <a:pt x="765252" y="234236"/>
                  </a:lnTo>
                  <a:lnTo>
                    <a:pt x="765275" y="235984"/>
                  </a:lnTo>
                  <a:lnTo>
                    <a:pt x="765336" y="237732"/>
                  </a:lnTo>
                  <a:lnTo>
                    <a:pt x="765398" y="239480"/>
                  </a:lnTo>
                  <a:lnTo>
                    <a:pt x="765506" y="241228"/>
                  </a:lnTo>
                  <a:lnTo>
                    <a:pt x="765615" y="242976"/>
                  </a:lnTo>
                  <a:lnTo>
                    <a:pt x="765764" y="244724"/>
                  </a:lnTo>
                  <a:lnTo>
                    <a:pt x="765921" y="246472"/>
                  </a:lnTo>
                  <a:lnTo>
                    <a:pt x="766112" y="248220"/>
                  </a:lnTo>
                  <a:lnTo>
                    <a:pt x="766319" y="249968"/>
                  </a:lnTo>
                  <a:lnTo>
                    <a:pt x="766551" y="251716"/>
                  </a:lnTo>
                  <a:lnTo>
                    <a:pt x="766808" y="253464"/>
                  </a:lnTo>
                  <a:lnTo>
                    <a:pt x="767081" y="255212"/>
                  </a:lnTo>
                  <a:lnTo>
                    <a:pt x="767389" y="256960"/>
                  </a:lnTo>
                  <a:lnTo>
                    <a:pt x="767704" y="258708"/>
                  </a:lnTo>
                  <a:lnTo>
                    <a:pt x="768063" y="260456"/>
                  </a:lnTo>
                  <a:lnTo>
                    <a:pt x="768422" y="262204"/>
                  </a:lnTo>
                  <a:lnTo>
                    <a:pt x="768830" y="263952"/>
                  </a:lnTo>
                  <a:lnTo>
                    <a:pt x="769240" y="265700"/>
                  </a:lnTo>
                  <a:lnTo>
                    <a:pt x="769691" y="267448"/>
                  </a:lnTo>
                  <a:lnTo>
                    <a:pt x="770152" y="269196"/>
                  </a:lnTo>
                  <a:lnTo>
                    <a:pt x="770645" y="270944"/>
                  </a:lnTo>
                  <a:lnTo>
                    <a:pt x="771156" y="272692"/>
                  </a:lnTo>
                  <a:lnTo>
                    <a:pt x="771691" y="274440"/>
                  </a:lnTo>
                  <a:lnTo>
                    <a:pt x="772253" y="276188"/>
                  </a:lnTo>
                  <a:lnTo>
                    <a:pt x="772828" y="277936"/>
                  </a:lnTo>
                  <a:lnTo>
                    <a:pt x="773440" y="279684"/>
                  </a:lnTo>
                  <a:lnTo>
                    <a:pt x="774057" y="281432"/>
                  </a:lnTo>
                  <a:lnTo>
                    <a:pt x="774717" y="283180"/>
                  </a:lnTo>
                  <a:lnTo>
                    <a:pt x="775378" y="284928"/>
                  </a:lnTo>
                  <a:lnTo>
                    <a:pt x="776082" y="286676"/>
                  </a:lnTo>
                  <a:lnTo>
                    <a:pt x="776790" y="288425"/>
                  </a:lnTo>
                  <a:lnTo>
                    <a:pt x="777534" y="290173"/>
                  </a:lnTo>
                  <a:lnTo>
                    <a:pt x="778288" y="291921"/>
                  </a:lnTo>
                  <a:lnTo>
                    <a:pt x="779069" y="293669"/>
                  </a:lnTo>
                  <a:lnTo>
                    <a:pt x="779869" y="295417"/>
                  </a:lnTo>
                  <a:lnTo>
                    <a:pt x="780687" y="297165"/>
                  </a:lnTo>
                  <a:lnTo>
                    <a:pt x="781530" y="298913"/>
                  </a:lnTo>
                  <a:lnTo>
                    <a:pt x="782383" y="300661"/>
                  </a:lnTo>
                  <a:lnTo>
                    <a:pt x="783268" y="302409"/>
                  </a:lnTo>
                  <a:lnTo>
                    <a:pt x="784156" y="304157"/>
                  </a:lnTo>
                  <a:lnTo>
                    <a:pt x="785081" y="305905"/>
                  </a:lnTo>
                  <a:lnTo>
                    <a:pt x="786006" y="307653"/>
                  </a:lnTo>
                  <a:lnTo>
                    <a:pt x="786964" y="309401"/>
                  </a:lnTo>
                  <a:lnTo>
                    <a:pt x="787927" y="311149"/>
                  </a:lnTo>
                  <a:lnTo>
                    <a:pt x="788915" y="312897"/>
                  </a:lnTo>
                  <a:lnTo>
                    <a:pt x="789913" y="314645"/>
                  </a:lnTo>
                  <a:lnTo>
                    <a:pt x="790929" y="316393"/>
                  </a:lnTo>
                  <a:lnTo>
                    <a:pt x="791960" y="318141"/>
                  </a:lnTo>
                  <a:lnTo>
                    <a:pt x="793002" y="319889"/>
                  </a:lnTo>
                  <a:lnTo>
                    <a:pt x="794064" y="321637"/>
                  </a:lnTo>
                  <a:lnTo>
                    <a:pt x="795131" y="323385"/>
                  </a:lnTo>
                  <a:lnTo>
                    <a:pt x="796221" y="325133"/>
                  </a:lnTo>
                  <a:lnTo>
                    <a:pt x="797310" y="326881"/>
                  </a:lnTo>
                  <a:lnTo>
                    <a:pt x="798425" y="328629"/>
                  </a:lnTo>
                  <a:lnTo>
                    <a:pt x="799539" y="330377"/>
                  </a:lnTo>
                  <a:lnTo>
                    <a:pt x="800672" y="332125"/>
                  </a:lnTo>
                  <a:lnTo>
                    <a:pt x="801808" y="333873"/>
                  </a:lnTo>
                  <a:lnTo>
                    <a:pt x="802957" y="335621"/>
                  </a:lnTo>
                  <a:lnTo>
                    <a:pt x="804112" y="337369"/>
                  </a:lnTo>
                  <a:lnTo>
                    <a:pt x="805275" y="339117"/>
                  </a:lnTo>
                  <a:lnTo>
                    <a:pt x="806445" y="340865"/>
                  </a:lnTo>
                  <a:lnTo>
                    <a:pt x="807620" y="342613"/>
                  </a:lnTo>
                  <a:lnTo>
                    <a:pt x="808803" y="344361"/>
                  </a:lnTo>
                  <a:lnTo>
                    <a:pt x="809987" y="346110"/>
                  </a:lnTo>
                  <a:lnTo>
                    <a:pt x="811179" y="347858"/>
                  </a:lnTo>
                  <a:lnTo>
                    <a:pt x="812370" y="349606"/>
                  </a:lnTo>
                  <a:lnTo>
                    <a:pt x="813567" y="351354"/>
                  </a:lnTo>
                  <a:lnTo>
                    <a:pt x="814764" y="353102"/>
                  </a:lnTo>
                  <a:lnTo>
                    <a:pt x="815963" y="354850"/>
                  </a:lnTo>
                  <a:lnTo>
                    <a:pt x="817162" y="356598"/>
                  </a:lnTo>
                  <a:lnTo>
                    <a:pt x="818359" y="358346"/>
                  </a:lnTo>
                  <a:lnTo>
                    <a:pt x="819556" y="360094"/>
                  </a:lnTo>
                  <a:lnTo>
                    <a:pt x="820751" y="361842"/>
                  </a:lnTo>
                  <a:lnTo>
                    <a:pt x="821943" y="363590"/>
                  </a:lnTo>
                  <a:lnTo>
                    <a:pt x="823132" y="365338"/>
                  </a:lnTo>
                  <a:lnTo>
                    <a:pt x="824314" y="367086"/>
                  </a:lnTo>
                  <a:lnTo>
                    <a:pt x="825495" y="368834"/>
                  </a:lnTo>
                  <a:lnTo>
                    <a:pt x="826664" y="370582"/>
                  </a:lnTo>
                  <a:lnTo>
                    <a:pt x="827833" y="372330"/>
                  </a:lnTo>
                  <a:lnTo>
                    <a:pt x="828988" y="374078"/>
                  </a:lnTo>
                  <a:lnTo>
                    <a:pt x="830140" y="375826"/>
                  </a:lnTo>
                  <a:lnTo>
                    <a:pt x="831278" y="377574"/>
                  </a:lnTo>
                  <a:lnTo>
                    <a:pt x="832410" y="379322"/>
                  </a:lnTo>
                  <a:lnTo>
                    <a:pt x="833528" y="381070"/>
                  </a:lnTo>
                  <a:lnTo>
                    <a:pt x="834636" y="382818"/>
                  </a:lnTo>
                  <a:lnTo>
                    <a:pt x="835733" y="384566"/>
                  </a:lnTo>
                  <a:lnTo>
                    <a:pt x="836813" y="386314"/>
                  </a:lnTo>
                  <a:lnTo>
                    <a:pt x="837886" y="388062"/>
                  </a:lnTo>
                  <a:lnTo>
                    <a:pt x="838935" y="389810"/>
                  </a:lnTo>
                  <a:lnTo>
                    <a:pt x="839982" y="391558"/>
                  </a:lnTo>
                  <a:lnTo>
                    <a:pt x="840995" y="393306"/>
                  </a:lnTo>
                  <a:lnTo>
                    <a:pt x="842008" y="395054"/>
                  </a:lnTo>
                  <a:lnTo>
                    <a:pt x="842988" y="396802"/>
                  </a:lnTo>
                  <a:lnTo>
                    <a:pt x="843962" y="398550"/>
                  </a:lnTo>
                  <a:lnTo>
                    <a:pt x="844908" y="400298"/>
                  </a:lnTo>
                  <a:lnTo>
                    <a:pt x="845840" y="402046"/>
                  </a:lnTo>
                  <a:lnTo>
                    <a:pt x="846749" y="403795"/>
                  </a:lnTo>
                  <a:lnTo>
                    <a:pt x="847635" y="405543"/>
                  </a:lnTo>
                  <a:lnTo>
                    <a:pt x="848506" y="407291"/>
                  </a:lnTo>
                  <a:lnTo>
                    <a:pt x="849343" y="409039"/>
                  </a:lnTo>
                  <a:lnTo>
                    <a:pt x="850172" y="410787"/>
                  </a:lnTo>
                  <a:lnTo>
                    <a:pt x="850958" y="412535"/>
                  </a:lnTo>
                  <a:lnTo>
                    <a:pt x="851743" y="414283"/>
                  </a:lnTo>
                  <a:lnTo>
                    <a:pt x="852475" y="416031"/>
                  </a:lnTo>
                  <a:lnTo>
                    <a:pt x="853205" y="417779"/>
                  </a:lnTo>
                  <a:lnTo>
                    <a:pt x="853888" y="419527"/>
                  </a:lnTo>
                  <a:lnTo>
                    <a:pt x="854560" y="421275"/>
                  </a:lnTo>
                  <a:lnTo>
                    <a:pt x="855194" y="423023"/>
                  </a:lnTo>
                  <a:lnTo>
                    <a:pt x="855805" y="424771"/>
                  </a:lnTo>
                  <a:lnTo>
                    <a:pt x="856387" y="426519"/>
                  </a:lnTo>
                  <a:lnTo>
                    <a:pt x="856935" y="428267"/>
                  </a:lnTo>
                  <a:lnTo>
                    <a:pt x="857464" y="430015"/>
                  </a:lnTo>
                  <a:lnTo>
                    <a:pt x="857946" y="431763"/>
                  </a:lnTo>
                  <a:lnTo>
                    <a:pt x="858420" y="433511"/>
                  </a:lnTo>
                  <a:lnTo>
                    <a:pt x="858834" y="435259"/>
                  </a:lnTo>
                  <a:lnTo>
                    <a:pt x="859247" y="437007"/>
                  </a:lnTo>
                  <a:lnTo>
                    <a:pt x="859595" y="438755"/>
                  </a:lnTo>
                  <a:lnTo>
                    <a:pt x="859938" y="440503"/>
                  </a:lnTo>
                  <a:lnTo>
                    <a:pt x="860226" y="442251"/>
                  </a:lnTo>
                  <a:lnTo>
                    <a:pt x="860497" y="443999"/>
                  </a:lnTo>
                  <a:lnTo>
                    <a:pt x="860724" y="445747"/>
                  </a:lnTo>
                  <a:lnTo>
                    <a:pt x="860920" y="447495"/>
                  </a:lnTo>
                  <a:lnTo>
                    <a:pt x="861086" y="449243"/>
                  </a:lnTo>
                  <a:lnTo>
                    <a:pt x="861207" y="450991"/>
                  </a:lnTo>
                  <a:lnTo>
                    <a:pt x="861309" y="452739"/>
                  </a:lnTo>
                  <a:lnTo>
                    <a:pt x="861353" y="454487"/>
                  </a:lnTo>
                  <a:lnTo>
                    <a:pt x="861392" y="456235"/>
                  </a:lnTo>
                  <a:lnTo>
                    <a:pt x="861357" y="457983"/>
                  </a:lnTo>
                  <a:lnTo>
                    <a:pt x="861322" y="459732"/>
                  </a:lnTo>
                  <a:lnTo>
                    <a:pt x="861218" y="461480"/>
                  </a:lnTo>
                  <a:lnTo>
                    <a:pt x="861104" y="463228"/>
                  </a:lnTo>
                  <a:lnTo>
                    <a:pt x="860933" y="464976"/>
                  </a:lnTo>
                  <a:lnTo>
                    <a:pt x="860739" y="466724"/>
                  </a:lnTo>
                  <a:lnTo>
                    <a:pt x="860502" y="468472"/>
                  </a:lnTo>
                  <a:lnTo>
                    <a:pt x="860228" y="470220"/>
                  </a:lnTo>
                  <a:lnTo>
                    <a:pt x="859924" y="471968"/>
                  </a:lnTo>
                  <a:lnTo>
                    <a:pt x="859569" y="473716"/>
                  </a:lnTo>
                  <a:lnTo>
                    <a:pt x="859199" y="475464"/>
                  </a:lnTo>
                  <a:lnTo>
                    <a:pt x="858763" y="477212"/>
                  </a:lnTo>
                  <a:lnTo>
                    <a:pt x="858325" y="478960"/>
                  </a:lnTo>
                  <a:lnTo>
                    <a:pt x="857809" y="480708"/>
                  </a:lnTo>
                  <a:lnTo>
                    <a:pt x="857292" y="482456"/>
                  </a:lnTo>
                  <a:lnTo>
                    <a:pt x="856707" y="484204"/>
                  </a:lnTo>
                  <a:lnTo>
                    <a:pt x="856110" y="485952"/>
                  </a:lnTo>
                  <a:lnTo>
                    <a:pt x="855459" y="487700"/>
                  </a:lnTo>
                  <a:lnTo>
                    <a:pt x="854781" y="489448"/>
                  </a:lnTo>
                  <a:lnTo>
                    <a:pt x="854065" y="491196"/>
                  </a:lnTo>
                  <a:lnTo>
                    <a:pt x="853308" y="492944"/>
                  </a:lnTo>
                  <a:lnTo>
                    <a:pt x="852526" y="494692"/>
                  </a:lnTo>
                  <a:lnTo>
                    <a:pt x="851691" y="496440"/>
                  </a:lnTo>
                  <a:lnTo>
                    <a:pt x="850844" y="498188"/>
                  </a:lnTo>
                  <a:lnTo>
                    <a:pt x="849932" y="499936"/>
                  </a:lnTo>
                  <a:lnTo>
                    <a:pt x="849019" y="501684"/>
                  </a:lnTo>
                  <a:lnTo>
                    <a:pt x="848032" y="503432"/>
                  </a:lnTo>
                  <a:lnTo>
                    <a:pt x="847044" y="505180"/>
                  </a:lnTo>
                  <a:lnTo>
                    <a:pt x="845996" y="506928"/>
                  </a:lnTo>
                  <a:lnTo>
                    <a:pt x="844932" y="508676"/>
                  </a:lnTo>
                  <a:lnTo>
                    <a:pt x="843823" y="510424"/>
                  </a:lnTo>
                  <a:lnTo>
                    <a:pt x="842687" y="512172"/>
                  </a:lnTo>
                  <a:lnTo>
                    <a:pt x="841519" y="513920"/>
                  </a:lnTo>
                  <a:lnTo>
                    <a:pt x="840311" y="515668"/>
                  </a:lnTo>
                  <a:lnTo>
                    <a:pt x="839085" y="517417"/>
                  </a:lnTo>
                  <a:lnTo>
                    <a:pt x="837807" y="519165"/>
                  </a:lnTo>
                  <a:lnTo>
                    <a:pt x="836524" y="520913"/>
                  </a:lnTo>
                  <a:lnTo>
                    <a:pt x="835180" y="522661"/>
                  </a:lnTo>
                  <a:lnTo>
                    <a:pt x="833836" y="524409"/>
                  </a:lnTo>
                  <a:lnTo>
                    <a:pt x="832432" y="526157"/>
                  </a:lnTo>
                  <a:lnTo>
                    <a:pt x="831023" y="527905"/>
                  </a:lnTo>
                  <a:lnTo>
                    <a:pt x="829567" y="529653"/>
                  </a:lnTo>
                  <a:lnTo>
                    <a:pt x="828095" y="531401"/>
                  </a:lnTo>
                  <a:lnTo>
                    <a:pt x="826589" y="533149"/>
                  </a:lnTo>
                  <a:lnTo>
                    <a:pt x="825057" y="534897"/>
                  </a:lnTo>
                  <a:lnTo>
                    <a:pt x="823503" y="536645"/>
                  </a:lnTo>
                  <a:lnTo>
                    <a:pt x="821913" y="538393"/>
                  </a:lnTo>
                  <a:lnTo>
                    <a:pt x="820312" y="540141"/>
                  </a:lnTo>
                  <a:lnTo>
                    <a:pt x="818668" y="541889"/>
                  </a:lnTo>
                  <a:lnTo>
                    <a:pt x="817021" y="543637"/>
                  </a:lnTo>
                  <a:lnTo>
                    <a:pt x="815325" y="545385"/>
                  </a:lnTo>
                  <a:lnTo>
                    <a:pt x="813629" y="547133"/>
                  </a:lnTo>
                  <a:lnTo>
                    <a:pt x="811890" y="548881"/>
                  </a:lnTo>
                  <a:lnTo>
                    <a:pt x="810145" y="550629"/>
                  </a:lnTo>
                  <a:lnTo>
                    <a:pt x="808367" y="552377"/>
                  </a:lnTo>
                  <a:lnTo>
                    <a:pt x="806576" y="554125"/>
                  </a:lnTo>
                  <a:lnTo>
                    <a:pt x="804762" y="555873"/>
                  </a:lnTo>
                  <a:lnTo>
                    <a:pt x="802927" y="557621"/>
                  </a:lnTo>
                  <a:lnTo>
                    <a:pt x="801079" y="559369"/>
                  </a:lnTo>
                  <a:lnTo>
                    <a:pt x="799204" y="561117"/>
                  </a:lnTo>
                  <a:lnTo>
                    <a:pt x="797322" y="562865"/>
                  </a:lnTo>
                  <a:lnTo>
                    <a:pt x="795410" y="564613"/>
                  </a:lnTo>
                  <a:lnTo>
                    <a:pt x="793498" y="566361"/>
                  </a:lnTo>
                  <a:lnTo>
                    <a:pt x="791552" y="568109"/>
                  </a:lnTo>
                  <a:lnTo>
                    <a:pt x="789606" y="569857"/>
                  </a:lnTo>
                  <a:lnTo>
                    <a:pt x="787635" y="571605"/>
                  </a:lnTo>
                  <a:lnTo>
                    <a:pt x="785658" y="573353"/>
                  </a:lnTo>
                  <a:lnTo>
                    <a:pt x="783663" y="575102"/>
                  </a:lnTo>
                  <a:lnTo>
                    <a:pt x="781658" y="576850"/>
                  </a:lnTo>
                  <a:lnTo>
                    <a:pt x="779642" y="578598"/>
                  </a:lnTo>
                  <a:lnTo>
                    <a:pt x="777612" y="580346"/>
                  </a:lnTo>
                  <a:lnTo>
                    <a:pt x="775577" y="582094"/>
                  </a:lnTo>
                  <a:lnTo>
                    <a:pt x="773525" y="583842"/>
                  </a:lnTo>
                  <a:lnTo>
                    <a:pt x="771472" y="585590"/>
                  </a:lnTo>
                  <a:lnTo>
                    <a:pt x="769403" y="587338"/>
                  </a:lnTo>
                  <a:lnTo>
                    <a:pt x="767333" y="589086"/>
                  </a:lnTo>
                  <a:lnTo>
                    <a:pt x="765249" y="590834"/>
                  </a:lnTo>
                  <a:lnTo>
                    <a:pt x="763164" y="592582"/>
                  </a:lnTo>
                  <a:lnTo>
                    <a:pt x="761069" y="594330"/>
                  </a:lnTo>
                  <a:lnTo>
                    <a:pt x="758971" y="596078"/>
                  </a:lnTo>
                  <a:lnTo>
                    <a:pt x="756868" y="597826"/>
                  </a:lnTo>
                  <a:lnTo>
                    <a:pt x="754760" y="599574"/>
                  </a:lnTo>
                  <a:lnTo>
                    <a:pt x="752650" y="601322"/>
                  </a:lnTo>
                  <a:lnTo>
                    <a:pt x="750536" y="603070"/>
                  </a:lnTo>
                  <a:lnTo>
                    <a:pt x="748422" y="604818"/>
                  </a:lnTo>
                  <a:lnTo>
                    <a:pt x="746304" y="606566"/>
                  </a:lnTo>
                  <a:lnTo>
                    <a:pt x="744186" y="608314"/>
                  </a:lnTo>
                  <a:lnTo>
                    <a:pt x="742067" y="610062"/>
                  </a:lnTo>
                  <a:lnTo>
                    <a:pt x="739948" y="611810"/>
                  </a:lnTo>
                  <a:lnTo>
                    <a:pt x="737830" y="613558"/>
                  </a:lnTo>
                  <a:lnTo>
                    <a:pt x="735712" y="615306"/>
                  </a:lnTo>
                  <a:lnTo>
                    <a:pt x="733598" y="617054"/>
                  </a:lnTo>
                  <a:lnTo>
                    <a:pt x="731484" y="618802"/>
                  </a:lnTo>
                  <a:lnTo>
                    <a:pt x="729374" y="620550"/>
                  </a:lnTo>
                  <a:lnTo>
                    <a:pt x="727267" y="622298"/>
                  </a:lnTo>
                  <a:lnTo>
                    <a:pt x="725164" y="624046"/>
                  </a:lnTo>
                  <a:lnTo>
                    <a:pt x="723066" y="625794"/>
                  </a:lnTo>
                  <a:lnTo>
                    <a:pt x="720970" y="627542"/>
                  </a:lnTo>
                  <a:lnTo>
                    <a:pt x="718883" y="629290"/>
                  </a:lnTo>
                  <a:lnTo>
                    <a:pt x="716796" y="631038"/>
                  </a:lnTo>
                  <a:lnTo>
                    <a:pt x="714723" y="632787"/>
                  </a:lnTo>
                  <a:lnTo>
                    <a:pt x="712649" y="634535"/>
                  </a:lnTo>
                  <a:lnTo>
                    <a:pt x="710589" y="636283"/>
                  </a:lnTo>
                  <a:lnTo>
                    <a:pt x="708531" y="638031"/>
                  </a:lnTo>
                  <a:lnTo>
                    <a:pt x="706484" y="639779"/>
                  </a:lnTo>
                  <a:lnTo>
                    <a:pt x="704444" y="641527"/>
                  </a:lnTo>
                  <a:lnTo>
                    <a:pt x="702412" y="643275"/>
                  </a:lnTo>
                  <a:lnTo>
                    <a:pt x="700391" y="645023"/>
                  </a:lnTo>
                  <a:lnTo>
                    <a:pt x="698376" y="646771"/>
                  </a:lnTo>
                  <a:lnTo>
                    <a:pt x="696375" y="648519"/>
                  </a:lnTo>
                  <a:lnTo>
                    <a:pt x="694378" y="650267"/>
                  </a:lnTo>
                  <a:lnTo>
                    <a:pt x="692400" y="652015"/>
                  </a:lnTo>
                  <a:lnTo>
                    <a:pt x="690422" y="653763"/>
                  </a:lnTo>
                  <a:lnTo>
                    <a:pt x="688467" y="655511"/>
                  </a:lnTo>
                  <a:lnTo>
                    <a:pt x="686513" y="657259"/>
                  </a:lnTo>
                  <a:lnTo>
                    <a:pt x="684579" y="659007"/>
                  </a:lnTo>
                  <a:lnTo>
                    <a:pt x="682650" y="660755"/>
                  </a:lnTo>
                  <a:lnTo>
                    <a:pt x="680738" y="662503"/>
                  </a:lnTo>
                  <a:lnTo>
                    <a:pt x="678836" y="664251"/>
                  </a:lnTo>
                  <a:lnTo>
                    <a:pt x="676947" y="665999"/>
                  </a:lnTo>
                  <a:lnTo>
                    <a:pt x="675072" y="667747"/>
                  </a:lnTo>
                  <a:lnTo>
                    <a:pt x="673206" y="669495"/>
                  </a:lnTo>
                  <a:lnTo>
                    <a:pt x="671360" y="671243"/>
                  </a:lnTo>
                  <a:lnTo>
                    <a:pt x="669517" y="672991"/>
                  </a:lnTo>
                  <a:lnTo>
                    <a:pt x="667701" y="674739"/>
                  </a:lnTo>
                  <a:lnTo>
                    <a:pt x="665885" y="676487"/>
                  </a:lnTo>
                  <a:lnTo>
                    <a:pt x="664097" y="678235"/>
                  </a:lnTo>
                  <a:lnTo>
                    <a:pt x="662312" y="679983"/>
                  </a:lnTo>
                  <a:lnTo>
                    <a:pt x="660550" y="681731"/>
                  </a:lnTo>
                  <a:lnTo>
                    <a:pt x="658795" y="683479"/>
                  </a:lnTo>
                  <a:lnTo>
                    <a:pt x="657059" y="685227"/>
                  </a:lnTo>
                  <a:lnTo>
                    <a:pt x="655336" y="686975"/>
                  </a:lnTo>
                  <a:lnTo>
                    <a:pt x="653626" y="688723"/>
                  </a:lnTo>
                  <a:lnTo>
                    <a:pt x="651935" y="690472"/>
                  </a:lnTo>
                  <a:lnTo>
                    <a:pt x="650251" y="692220"/>
                  </a:lnTo>
                  <a:lnTo>
                    <a:pt x="648593" y="693968"/>
                  </a:lnTo>
                  <a:lnTo>
                    <a:pt x="646936" y="695716"/>
                  </a:lnTo>
                  <a:lnTo>
                    <a:pt x="645310" y="697464"/>
                  </a:lnTo>
                  <a:lnTo>
                    <a:pt x="643684" y="699212"/>
                  </a:lnTo>
                  <a:lnTo>
                    <a:pt x="642087" y="700960"/>
                  </a:lnTo>
                  <a:lnTo>
                    <a:pt x="640494" y="702708"/>
                  </a:lnTo>
                  <a:lnTo>
                    <a:pt x="638924" y="704456"/>
                  </a:lnTo>
                  <a:lnTo>
                    <a:pt x="637364" y="706204"/>
                  </a:lnTo>
                  <a:lnTo>
                    <a:pt x="635821" y="707952"/>
                  </a:lnTo>
                  <a:lnTo>
                    <a:pt x="634293" y="709700"/>
                  </a:lnTo>
                  <a:lnTo>
                    <a:pt x="632777" y="711448"/>
                  </a:lnTo>
                  <a:lnTo>
                    <a:pt x="631282" y="713196"/>
                  </a:lnTo>
                  <a:lnTo>
                    <a:pt x="629793" y="714944"/>
                  </a:lnTo>
                  <a:lnTo>
                    <a:pt x="628330" y="716692"/>
                  </a:lnTo>
                  <a:lnTo>
                    <a:pt x="626868" y="718440"/>
                  </a:lnTo>
                  <a:lnTo>
                    <a:pt x="625437" y="720188"/>
                  </a:lnTo>
                  <a:lnTo>
                    <a:pt x="624006" y="721936"/>
                  </a:lnTo>
                  <a:lnTo>
                    <a:pt x="622602" y="723684"/>
                  </a:lnTo>
                  <a:lnTo>
                    <a:pt x="621202" y="725432"/>
                  </a:lnTo>
                  <a:lnTo>
                    <a:pt x="619824" y="727180"/>
                  </a:lnTo>
                  <a:lnTo>
                    <a:pt x="618456" y="728928"/>
                  </a:lnTo>
                  <a:lnTo>
                    <a:pt x="617102" y="730676"/>
                  </a:lnTo>
                  <a:lnTo>
                    <a:pt x="615765" y="732424"/>
                  </a:lnTo>
                  <a:lnTo>
                    <a:pt x="614437" y="734172"/>
                  </a:lnTo>
                  <a:lnTo>
                    <a:pt x="613129" y="735920"/>
                  </a:lnTo>
                  <a:lnTo>
                    <a:pt x="611826" y="737668"/>
                  </a:lnTo>
                  <a:lnTo>
                    <a:pt x="610548" y="739416"/>
                  </a:lnTo>
                  <a:lnTo>
                    <a:pt x="609270" y="741164"/>
                  </a:lnTo>
                  <a:lnTo>
                    <a:pt x="608019" y="742912"/>
                  </a:lnTo>
                  <a:lnTo>
                    <a:pt x="606770" y="744660"/>
                  </a:lnTo>
                  <a:lnTo>
                    <a:pt x="605542" y="746408"/>
                  </a:lnTo>
                  <a:lnTo>
                    <a:pt x="604320" y="748157"/>
                  </a:lnTo>
                  <a:lnTo>
                    <a:pt x="603115" y="749905"/>
                  </a:lnTo>
                  <a:lnTo>
                    <a:pt x="601921" y="751653"/>
                  </a:lnTo>
                  <a:lnTo>
                    <a:pt x="600738" y="753401"/>
                  </a:lnTo>
                  <a:lnTo>
                    <a:pt x="599569" y="755149"/>
                  </a:lnTo>
                  <a:lnTo>
                    <a:pt x="598407" y="756897"/>
                  </a:lnTo>
                  <a:lnTo>
                    <a:pt x="597264" y="758645"/>
                  </a:lnTo>
                  <a:lnTo>
                    <a:pt x="596123" y="760393"/>
                  </a:lnTo>
                  <a:lnTo>
                    <a:pt x="595005" y="762141"/>
                  </a:lnTo>
                  <a:lnTo>
                    <a:pt x="593886" y="763889"/>
                  </a:lnTo>
                  <a:lnTo>
                    <a:pt x="592789" y="765637"/>
                  </a:lnTo>
                  <a:lnTo>
                    <a:pt x="591693" y="767385"/>
                  </a:lnTo>
                  <a:lnTo>
                    <a:pt x="590615" y="769133"/>
                  </a:lnTo>
                  <a:lnTo>
                    <a:pt x="589542" y="770881"/>
                  </a:lnTo>
                  <a:lnTo>
                    <a:pt x="588481" y="772629"/>
                  </a:lnTo>
                  <a:lnTo>
                    <a:pt x="587430" y="774377"/>
                  </a:lnTo>
                  <a:lnTo>
                    <a:pt x="586386" y="776125"/>
                  </a:lnTo>
                  <a:lnTo>
                    <a:pt x="585355" y="777873"/>
                  </a:lnTo>
                  <a:lnTo>
                    <a:pt x="584329" y="779621"/>
                  </a:lnTo>
                  <a:lnTo>
                    <a:pt x="583317" y="781369"/>
                  </a:lnTo>
                  <a:lnTo>
                    <a:pt x="582306" y="783117"/>
                  </a:lnTo>
                  <a:lnTo>
                    <a:pt x="581313" y="784865"/>
                  </a:lnTo>
                  <a:lnTo>
                    <a:pt x="580320" y="786613"/>
                  </a:lnTo>
                  <a:lnTo>
                    <a:pt x="579342" y="788361"/>
                  </a:lnTo>
                  <a:lnTo>
                    <a:pt x="578367" y="790109"/>
                  </a:lnTo>
                  <a:lnTo>
                    <a:pt x="577402" y="791857"/>
                  </a:lnTo>
                  <a:lnTo>
                    <a:pt x="576443" y="793605"/>
                  </a:lnTo>
                  <a:lnTo>
                    <a:pt x="575492" y="795353"/>
                  </a:lnTo>
                  <a:lnTo>
                    <a:pt x="574548" y="797101"/>
                  </a:lnTo>
                  <a:lnTo>
                    <a:pt x="573609" y="798849"/>
                  </a:lnTo>
                  <a:lnTo>
                    <a:pt x="572680" y="800597"/>
                  </a:lnTo>
                  <a:lnTo>
                    <a:pt x="571752" y="802345"/>
                  </a:lnTo>
                  <a:lnTo>
                    <a:pt x="570836" y="804093"/>
                  </a:lnTo>
                  <a:lnTo>
                    <a:pt x="569920" y="805842"/>
                  </a:lnTo>
                  <a:lnTo>
                    <a:pt x="569016" y="807590"/>
                  </a:lnTo>
                  <a:lnTo>
                    <a:pt x="568113" y="809338"/>
                  </a:lnTo>
                  <a:lnTo>
                    <a:pt x="567218" y="811086"/>
                  </a:lnTo>
                  <a:lnTo>
                    <a:pt x="566326" y="812834"/>
                  </a:lnTo>
                  <a:lnTo>
                    <a:pt x="565441" y="814582"/>
                  </a:lnTo>
                  <a:lnTo>
                    <a:pt x="564559" y="816330"/>
                  </a:lnTo>
                  <a:lnTo>
                    <a:pt x="563682" y="818078"/>
                  </a:lnTo>
                  <a:lnTo>
                    <a:pt x="562809" y="819826"/>
                  </a:lnTo>
                  <a:lnTo>
                    <a:pt x="561940" y="821574"/>
                  </a:lnTo>
                  <a:lnTo>
                    <a:pt x="561077" y="823322"/>
                  </a:lnTo>
                  <a:lnTo>
                    <a:pt x="560214" y="825070"/>
                  </a:lnTo>
                  <a:lnTo>
                    <a:pt x="559359" y="826818"/>
                  </a:lnTo>
                  <a:lnTo>
                    <a:pt x="558503" y="828566"/>
                  </a:lnTo>
                  <a:lnTo>
                    <a:pt x="557654" y="830314"/>
                  </a:lnTo>
                  <a:lnTo>
                    <a:pt x="556806" y="832062"/>
                  </a:lnTo>
                  <a:lnTo>
                    <a:pt x="555962" y="833810"/>
                  </a:lnTo>
                  <a:lnTo>
                    <a:pt x="555120" y="835558"/>
                  </a:lnTo>
                  <a:lnTo>
                    <a:pt x="554281" y="837306"/>
                  </a:lnTo>
                  <a:lnTo>
                    <a:pt x="553445" y="839054"/>
                  </a:lnTo>
                  <a:lnTo>
                    <a:pt x="552610" y="840802"/>
                  </a:lnTo>
                  <a:lnTo>
                    <a:pt x="551778" y="842550"/>
                  </a:lnTo>
                  <a:lnTo>
                    <a:pt x="550947" y="844298"/>
                  </a:lnTo>
                  <a:lnTo>
                    <a:pt x="550120" y="846046"/>
                  </a:lnTo>
                  <a:lnTo>
                    <a:pt x="549293" y="847794"/>
                  </a:lnTo>
                  <a:lnTo>
                    <a:pt x="548469" y="849542"/>
                  </a:lnTo>
                  <a:lnTo>
                    <a:pt x="547645" y="851290"/>
                  </a:lnTo>
                  <a:lnTo>
                    <a:pt x="546823" y="853038"/>
                  </a:lnTo>
                  <a:lnTo>
                    <a:pt x="546002" y="854786"/>
                  </a:lnTo>
                  <a:lnTo>
                    <a:pt x="545183" y="856534"/>
                  </a:lnTo>
                  <a:lnTo>
                    <a:pt x="544364" y="858282"/>
                  </a:lnTo>
                  <a:lnTo>
                    <a:pt x="543547" y="860030"/>
                  </a:lnTo>
                  <a:lnTo>
                    <a:pt x="542730" y="861778"/>
                  </a:lnTo>
                  <a:lnTo>
                    <a:pt x="541914" y="863527"/>
                  </a:lnTo>
                  <a:lnTo>
                    <a:pt x="541099" y="865275"/>
                  </a:lnTo>
                  <a:lnTo>
                    <a:pt x="540284" y="867023"/>
                  </a:lnTo>
                  <a:lnTo>
                    <a:pt x="539470" y="868771"/>
                  </a:lnTo>
                  <a:lnTo>
                    <a:pt x="538657" y="870519"/>
                  </a:lnTo>
                  <a:lnTo>
                    <a:pt x="537843" y="872267"/>
                  </a:lnTo>
                  <a:lnTo>
                    <a:pt x="537030" y="874015"/>
                  </a:lnTo>
                  <a:lnTo>
                    <a:pt x="536218" y="875763"/>
                  </a:lnTo>
                  <a:lnTo>
                    <a:pt x="535405" y="877511"/>
                  </a:lnTo>
                  <a:lnTo>
                    <a:pt x="534592" y="879259"/>
                  </a:lnTo>
                  <a:lnTo>
                    <a:pt x="533780" y="881007"/>
                  </a:lnTo>
                  <a:lnTo>
                    <a:pt x="532968" y="882755"/>
                  </a:lnTo>
                  <a:lnTo>
                    <a:pt x="532155" y="884503"/>
                  </a:lnTo>
                  <a:lnTo>
                    <a:pt x="531343" y="886251"/>
                  </a:lnTo>
                  <a:lnTo>
                    <a:pt x="530530" y="887999"/>
                  </a:lnTo>
                  <a:lnTo>
                    <a:pt x="529718" y="889747"/>
                  </a:lnTo>
                  <a:lnTo>
                    <a:pt x="528905" y="891495"/>
                  </a:lnTo>
                  <a:lnTo>
                    <a:pt x="528092" y="893243"/>
                  </a:lnTo>
                  <a:close/>
                </a:path>
              </a:pathLst>
            </a:custGeom>
            <a:solidFill>
              <a:srgbClr val="F2975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7390536" y="4951407"/>
              <a:ext cx="856109" cy="1014945"/>
            </a:xfrm>
            <a:custGeom>
              <a:avLst/>
              <a:pathLst>
                <a:path w="856109" h="1014945">
                  <a:moveTo>
                    <a:pt x="343699" y="1014945"/>
                  </a:moveTo>
                  <a:lnTo>
                    <a:pt x="343352" y="1012958"/>
                  </a:lnTo>
                  <a:lnTo>
                    <a:pt x="343006" y="1010972"/>
                  </a:lnTo>
                  <a:lnTo>
                    <a:pt x="342676" y="1008986"/>
                  </a:lnTo>
                  <a:lnTo>
                    <a:pt x="342349" y="1007000"/>
                  </a:lnTo>
                  <a:lnTo>
                    <a:pt x="342035" y="1005014"/>
                  </a:lnTo>
                  <a:lnTo>
                    <a:pt x="341728" y="1003027"/>
                  </a:lnTo>
                  <a:lnTo>
                    <a:pt x="341430" y="1001041"/>
                  </a:lnTo>
                  <a:lnTo>
                    <a:pt x="341143" y="999055"/>
                  </a:lnTo>
                  <a:lnTo>
                    <a:pt x="340861" y="997069"/>
                  </a:lnTo>
                  <a:lnTo>
                    <a:pt x="340594" y="995083"/>
                  </a:lnTo>
                  <a:lnTo>
                    <a:pt x="340328" y="993096"/>
                  </a:lnTo>
                  <a:lnTo>
                    <a:pt x="340080" y="991110"/>
                  </a:lnTo>
                  <a:lnTo>
                    <a:pt x="339832" y="989124"/>
                  </a:lnTo>
                  <a:lnTo>
                    <a:pt x="339601" y="987138"/>
                  </a:lnTo>
                  <a:lnTo>
                    <a:pt x="339372" y="985152"/>
                  </a:lnTo>
                  <a:lnTo>
                    <a:pt x="339156" y="983166"/>
                  </a:lnTo>
                  <a:lnTo>
                    <a:pt x="338946" y="981179"/>
                  </a:lnTo>
                  <a:lnTo>
                    <a:pt x="338745" y="979193"/>
                  </a:lnTo>
                  <a:lnTo>
                    <a:pt x="338553" y="977207"/>
                  </a:lnTo>
                  <a:lnTo>
                    <a:pt x="338367" y="975221"/>
                  </a:lnTo>
                  <a:lnTo>
                    <a:pt x="338193" y="973235"/>
                  </a:lnTo>
                  <a:lnTo>
                    <a:pt x="338021" y="971248"/>
                  </a:lnTo>
                  <a:lnTo>
                    <a:pt x="337865" y="969262"/>
                  </a:lnTo>
                  <a:lnTo>
                    <a:pt x="337709" y="967276"/>
                  </a:lnTo>
                  <a:lnTo>
                    <a:pt x="337567" y="965290"/>
                  </a:lnTo>
                  <a:lnTo>
                    <a:pt x="337428" y="963304"/>
                  </a:lnTo>
                  <a:lnTo>
                    <a:pt x="337299" y="961317"/>
                  </a:lnTo>
                  <a:lnTo>
                    <a:pt x="337175" y="959331"/>
                  </a:lnTo>
                  <a:lnTo>
                    <a:pt x="337059" y="957345"/>
                  </a:lnTo>
                  <a:lnTo>
                    <a:pt x="336950" y="955359"/>
                  </a:lnTo>
                  <a:lnTo>
                    <a:pt x="336845" y="953373"/>
                  </a:lnTo>
                  <a:lnTo>
                    <a:pt x="336750" y="951386"/>
                  </a:lnTo>
                  <a:lnTo>
                    <a:pt x="336657" y="949400"/>
                  </a:lnTo>
                  <a:lnTo>
                    <a:pt x="336575" y="947414"/>
                  </a:lnTo>
                  <a:lnTo>
                    <a:pt x="336494" y="945428"/>
                  </a:lnTo>
                  <a:lnTo>
                    <a:pt x="336423" y="943442"/>
                  </a:lnTo>
                  <a:lnTo>
                    <a:pt x="336353" y="941455"/>
                  </a:lnTo>
                  <a:lnTo>
                    <a:pt x="336292" y="939469"/>
                  </a:lnTo>
                  <a:lnTo>
                    <a:pt x="336233" y="937483"/>
                  </a:lnTo>
                  <a:lnTo>
                    <a:pt x="336179" y="935497"/>
                  </a:lnTo>
                  <a:lnTo>
                    <a:pt x="336130" y="933511"/>
                  </a:lnTo>
                  <a:lnTo>
                    <a:pt x="336084" y="931524"/>
                  </a:lnTo>
                  <a:lnTo>
                    <a:pt x="336044" y="929538"/>
                  </a:lnTo>
                  <a:lnTo>
                    <a:pt x="336004" y="927552"/>
                  </a:lnTo>
                  <a:lnTo>
                    <a:pt x="335971" y="925566"/>
                  </a:lnTo>
                  <a:lnTo>
                    <a:pt x="335937" y="923580"/>
                  </a:lnTo>
                  <a:lnTo>
                    <a:pt x="335910" y="921593"/>
                  </a:lnTo>
                  <a:lnTo>
                    <a:pt x="335882" y="919607"/>
                  </a:lnTo>
                  <a:lnTo>
                    <a:pt x="335858" y="917621"/>
                  </a:lnTo>
                  <a:lnTo>
                    <a:pt x="335835" y="915635"/>
                  </a:lnTo>
                  <a:lnTo>
                    <a:pt x="335814" y="913649"/>
                  </a:lnTo>
                  <a:lnTo>
                    <a:pt x="335794" y="911663"/>
                  </a:lnTo>
                  <a:lnTo>
                    <a:pt x="335775" y="909676"/>
                  </a:lnTo>
                  <a:lnTo>
                    <a:pt x="335757" y="907690"/>
                  </a:lnTo>
                  <a:lnTo>
                    <a:pt x="335739" y="905704"/>
                  </a:lnTo>
                  <a:lnTo>
                    <a:pt x="335721" y="903718"/>
                  </a:lnTo>
                  <a:lnTo>
                    <a:pt x="335702" y="901732"/>
                  </a:lnTo>
                  <a:lnTo>
                    <a:pt x="335683" y="899745"/>
                  </a:lnTo>
                  <a:lnTo>
                    <a:pt x="335663" y="897759"/>
                  </a:lnTo>
                  <a:lnTo>
                    <a:pt x="335641" y="895773"/>
                  </a:lnTo>
                  <a:lnTo>
                    <a:pt x="335619" y="893787"/>
                  </a:lnTo>
                  <a:lnTo>
                    <a:pt x="335594" y="891801"/>
                  </a:lnTo>
                  <a:lnTo>
                    <a:pt x="335567" y="889814"/>
                  </a:lnTo>
                  <a:lnTo>
                    <a:pt x="335537" y="887828"/>
                  </a:lnTo>
                  <a:lnTo>
                    <a:pt x="335504" y="885842"/>
                  </a:lnTo>
                  <a:lnTo>
                    <a:pt x="335469" y="883856"/>
                  </a:lnTo>
                  <a:lnTo>
                    <a:pt x="335429" y="881870"/>
                  </a:lnTo>
                  <a:lnTo>
                    <a:pt x="335388" y="879883"/>
                  </a:lnTo>
                  <a:lnTo>
                    <a:pt x="335338" y="877897"/>
                  </a:lnTo>
                  <a:lnTo>
                    <a:pt x="335288" y="875911"/>
                  </a:lnTo>
                  <a:lnTo>
                    <a:pt x="335229" y="873925"/>
                  </a:lnTo>
                  <a:lnTo>
                    <a:pt x="335169" y="871939"/>
                  </a:lnTo>
                  <a:lnTo>
                    <a:pt x="335100" y="869952"/>
                  </a:lnTo>
                  <a:lnTo>
                    <a:pt x="335028" y="867966"/>
                  </a:lnTo>
                  <a:lnTo>
                    <a:pt x="334949" y="865980"/>
                  </a:lnTo>
                  <a:lnTo>
                    <a:pt x="334862" y="863994"/>
                  </a:lnTo>
                  <a:lnTo>
                    <a:pt x="334772" y="862008"/>
                  </a:lnTo>
                  <a:lnTo>
                    <a:pt x="334670" y="860021"/>
                  </a:lnTo>
                  <a:lnTo>
                    <a:pt x="334567" y="858035"/>
                  </a:lnTo>
                  <a:lnTo>
                    <a:pt x="334448" y="856049"/>
                  </a:lnTo>
                  <a:lnTo>
                    <a:pt x="334330" y="854063"/>
                  </a:lnTo>
                  <a:lnTo>
                    <a:pt x="334195" y="852077"/>
                  </a:lnTo>
                  <a:lnTo>
                    <a:pt x="334059" y="850091"/>
                  </a:lnTo>
                  <a:lnTo>
                    <a:pt x="333909" y="848104"/>
                  </a:lnTo>
                  <a:lnTo>
                    <a:pt x="333753" y="846118"/>
                  </a:lnTo>
                  <a:lnTo>
                    <a:pt x="333586" y="844132"/>
                  </a:lnTo>
                  <a:lnTo>
                    <a:pt x="333409" y="842146"/>
                  </a:lnTo>
                  <a:lnTo>
                    <a:pt x="333226" y="840160"/>
                  </a:lnTo>
                  <a:lnTo>
                    <a:pt x="333027" y="838173"/>
                  </a:lnTo>
                  <a:lnTo>
                    <a:pt x="332825" y="836187"/>
                  </a:lnTo>
                  <a:lnTo>
                    <a:pt x="332603" y="834201"/>
                  </a:lnTo>
                  <a:lnTo>
                    <a:pt x="332380" y="832215"/>
                  </a:lnTo>
                  <a:lnTo>
                    <a:pt x="332136" y="830229"/>
                  </a:lnTo>
                  <a:lnTo>
                    <a:pt x="331889" y="828242"/>
                  </a:lnTo>
                  <a:lnTo>
                    <a:pt x="331624" y="826256"/>
                  </a:lnTo>
                  <a:lnTo>
                    <a:pt x="331352" y="824270"/>
                  </a:lnTo>
                  <a:lnTo>
                    <a:pt x="331065" y="822284"/>
                  </a:lnTo>
                  <a:lnTo>
                    <a:pt x="330766" y="820298"/>
                  </a:lnTo>
                  <a:lnTo>
                    <a:pt x="330458" y="818311"/>
                  </a:lnTo>
                  <a:lnTo>
                    <a:pt x="330132" y="816325"/>
                  </a:lnTo>
                  <a:lnTo>
                    <a:pt x="329802" y="814339"/>
                  </a:lnTo>
                  <a:lnTo>
                    <a:pt x="329447" y="812353"/>
                  </a:lnTo>
                  <a:lnTo>
                    <a:pt x="329092" y="810367"/>
                  </a:lnTo>
                  <a:lnTo>
                    <a:pt x="328710" y="808380"/>
                  </a:lnTo>
                  <a:lnTo>
                    <a:pt x="328326" y="806394"/>
                  </a:lnTo>
                  <a:lnTo>
                    <a:pt x="327920" y="804408"/>
                  </a:lnTo>
                  <a:lnTo>
                    <a:pt x="327506" y="802422"/>
                  </a:lnTo>
                  <a:lnTo>
                    <a:pt x="327075" y="800436"/>
                  </a:lnTo>
                  <a:lnTo>
                    <a:pt x="326631" y="798449"/>
                  </a:lnTo>
                  <a:lnTo>
                    <a:pt x="326176" y="796463"/>
                  </a:lnTo>
                  <a:lnTo>
                    <a:pt x="325700" y="794477"/>
                  </a:lnTo>
                  <a:lnTo>
                    <a:pt x="325220" y="792491"/>
                  </a:lnTo>
                  <a:lnTo>
                    <a:pt x="324713" y="790505"/>
                  </a:lnTo>
                  <a:lnTo>
                    <a:pt x="324207" y="788518"/>
                  </a:lnTo>
                  <a:lnTo>
                    <a:pt x="323669" y="786532"/>
                  </a:lnTo>
                  <a:lnTo>
                    <a:pt x="323131" y="784546"/>
                  </a:lnTo>
                  <a:lnTo>
                    <a:pt x="322568" y="782560"/>
                  </a:lnTo>
                  <a:lnTo>
                    <a:pt x="321997" y="780574"/>
                  </a:lnTo>
                  <a:lnTo>
                    <a:pt x="321408" y="778588"/>
                  </a:lnTo>
                  <a:lnTo>
                    <a:pt x="320806" y="776601"/>
                  </a:lnTo>
                  <a:lnTo>
                    <a:pt x="320191" y="774615"/>
                  </a:lnTo>
                  <a:lnTo>
                    <a:pt x="319556" y="772629"/>
                  </a:lnTo>
                  <a:lnTo>
                    <a:pt x="318915" y="770643"/>
                  </a:lnTo>
                  <a:lnTo>
                    <a:pt x="318248" y="768657"/>
                  </a:lnTo>
                  <a:lnTo>
                    <a:pt x="317581" y="766670"/>
                  </a:lnTo>
                  <a:lnTo>
                    <a:pt x="316882" y="764684"/>
                  </a:lnTo>
                  <a:lnTo>
                    <a:pt x="316183" y="762698"/>
                  </a:lnTo>
                  <a:lnTo>
                    <a:pt x="315458" y="760712"/>
                  </a:lnTo>
                  <a:lnTo>
                    <a:pt x="314727" y="758726"/>
                  </a:lnTo>
                  <a:lnTo>
                    <a:pt x="313977" y="756739"/>
                  </a:lnTo>
                  <a:lnTo>
                    <a:pt x="313214" y="754753"/>
                  </a:lnTo>
                  <a:lnTo>
                    <a:pt x="312438" y="752767"/>
                  </a:lnTo>
                  <a:lnTo>
                    <a:pt x="311645" y="750781"/>
                  </a:lnTo>
                  <a:lnTo>
                    <a:pt x="310844" y="748795"/>
                  </a:lnTo>
                  <a:lnTo>
                    <a:pt x="310019" y="746808"/>
                  </a:lnTo>
                  <a:lnTo>
                    <a:pt x="309194" y="744822"/>
                  </a:lnTo>
                  <a:lnTo>
                    <a:pt x="308339" y="742836"/>
                  </a:lnTo>
                  <a:lnTo>
                    <a:pt x="307484" y="740850"/>
                  </a:lnTo>
                  <a:lnTo>
                    <a:pt x="306604" y="738864"/>
                  </a:lnTo>
                  <a:lnTo>
                    <a:pt x="305719" y="736877"/>
                  </a:lnTo>
                  <a:lnTo>
                    <a:pt x="304816" y="734891"/>
                  </a:lnTo>
                  <a:lnTo>
                    <a:pt x="303902" y="732905"/>
                  </a:lnTo>
                  <a:lnTo>
                    <a:pt x="302976" y="730919"/>
                  </a:lnTo>
                  <a:lnTo>
                    <a:pt x="302034" y="728933"/>
                  </a:lnTo>
                  <a:lnTo>
                    <a:pt x="301085" y="726946"/>
                  </a:lnTo>
                  <a:lnTo>
                    <a:pt x="300116" y="724960"/>
                  </a:lnTo>
                  <a:lnTo>
                    <a:pt x="299145" y="722974"/>
                  </a:lnTo>
                  <a:lnTo>
                    <a:pt x="298149" y="720988"/>
                  </a:lnTo>
                  <a:lnTo>
                    <a:pt x="297153" y="719002"/>
                  </a:lnTo>
                  <a:lnTo>
                    <a:pt x="296135" y="717016"/>
                  </a:lnTo>
                  <a:lnTo>
                    <a:pt x="295113" y="715029"/>
                  </a:lnTo>
                  <a:lnTo>
                    <a:pt x="294075" y="713043"/>
                  </a:lnTo>
                  <a:lnTo>
                    <a:pt x="293029" y="711057"/>
                  </a:lnTo>
                  <a:lnTo>
                    <a:pt x="291971" y="709071"/>
                  </a:lnTo>
                  <a:lnTo>
                    <a:pt x="290901" y="707085"/>
                  </a:lnTo>
                  <a:lnTo>
                    <a:pt x="289824" y="705098"/>
                  </a:lnTo>
                  <a:lnTo>
                    <a:pt x="288732" y="703112"/>
                  </a:lnTo>
                  <a:lnTo>
                    <a:pt x="287637" y="701126"/>
                  </a:lnTo>
                  <a:lnTo>
                    <a:pt x="286523" y="699140"/>
                  </a:lnTo>
                  <a:lnTo>
                    <a:pt x="285409" y="697154"/>
                  </a:lnTo>
                  <a:lnTo>
                    <a:pt x="284276" y="695167"/>
                  </a:lnTo>
                  <a:lnTo>
                    <a:pt x="283141" y="693181"/>
                  </a:lnTo>
                  <a:lnTo>
                    <a:pt x="281993" y="691195"/>
                  </a:lnTo>
                  <a:lnTo>
                    <a:pt x="280839" y="689209"/>
                  </a:lnTo>
                  <a:lnTo>
                    <a:pt x="279676" y="687223"/>
                  </a:lnTo>
                  <a:lnTo>
                    <a:pt x="278504" y="685236"/>
                  </a:lnTo>
                  <a:lnTo>
                    <a:pt x="277326" y="683250"/>
                  </a:lnTo>
                  <a:lnTo>
                    <a:pt x="276138" y="681264"/>
                  </a:lnTo>
                  <a:lnTo>
                    <a:pt x="274947" y="679278"/>
                  </a:lnTo>
                  <a:lnTo>
                    <a:pt x="273742" y="677292"/>
                  </a:lnTo>
                  <a:lnTo>
                    <a:pt x="272537" y="675305"/>
                  </a:lnTo>
                  <a:lnTo>
                    <a:pt x="271319" y="673319"/>
                  </a:lnTo>
                  <a:lnTo>
                    <a:pt x="270100" y="671333"/>
                  </a:lnTo>
                  <a:lnTo>
                    <a:pt x="268871" y="669347"/>
                  </a:lnTo>
                  <a:lnTo>
                    <a:pt x="267638" y="667361"/>
                  </a:lnTo>
                  <a:lnTo>
                    <a:pt x="266399" y="665374"/>
                  </a:lnTo>
                  <a:lnTo>
                    <a:pt x="265154" y="663388"/>
                  </a:lnTo>
                  <a:lnTo>
                    <a:pt x="263906" y="661402"/>
                  </a:lnTo>
                  <a:lnTo>
                    <a:pt x="262650" y="659416"/>
                  </a:lnTo>
                  <a:lnTo>
                    <a:pt x="261393" y="657430"/>
                  </a:lnTo>
                  <a:lnTo>
                    <a:pt x="260127" y="655444"/>
                  </a:lnTo>
                  <a:lnTo>
                    <a:pt x="258862" y="653457"/>
                  </a:lnTo>
                  <a:lnTo>
                    <a:pt x="257588" y="651471"/>
                  </a:lnTo>
                  <a:lnTo>
                    <a:pt x="256314" y="649485"/>
                  </a:lnTo>
                  <a:lnTo>
                    <a:pt x="255034" y="647499"/>
                  </a:lnTo>
                  <a:lnTo>
                    <a:pt x="253753" y="645513"/>
                  </a:lnTo>
                  <a:lnTo>
                    <a:pt x="252467" y="643526"/>
                  </a:lnTo>
                  <a:lnTo>
                    <a:pt x="251179" y="641540"/>
                  </a:lnTo>
                  <a:lnTo>
                    <a:pt x="249889" y="639554"/>
                  </a:lnTo>
                  <a:lnTo>
                    <a:pt x="248596" y="637568"/>
                  </a:lnTo>
                  <a:lnTo>
                    <a:pt x="247301" y="635582"/>
                  </a:lnTo>
                  <a:lnTo>
                    <a:pt x="246004" y="633595"/>
                  </a:lnTo>
                  <a:lnTo>
                    <a:pt x="244706" y="631609"/>
                  </a:lnTo>
                  <a:lnTo>
                    <a:pt x="243405" y="629623"/>
                  </a:lnTo>
                  <a:lnTo>
                    <a:pt x="242104" y="627637"/>
                  </a:lnTo>
                  <a:lnTo>
                    <a:pt x="240801" y="625651"/>
                  </a:lnTo>
                  <a:lnTo>
                    <a:pt x="239498" y="623664"/>
                  </a:lnTo>
                  <a:lnTo>
                    <a:pt x="238193" y="621678"/>
                  </a:lnTo>
                  <a:lnTo>
                    <a:pt x="236889" y="619692"/>
                  </a:lnTo>
                  <a:lnTo>
                    <a:pt x="235584" y="617706"/>
                  </a:lnTo>
                  <a:lnTo>
                    <a:pt x="234278" y="615720"/>
                  </a:lnTo>
                  <a:lnTo>
                    <a:pt x="232973" y="613733"/>
                  </a:lnTo>
                  <a:lnTo>
                    <a:pt x="231668" y="611747"/>
                  </a:lnTo>
                  <a:lnTo>
                    <a:pt x="230363" y="609761"/>
                  </a:lnTo>
                  <a:lnTo>
                    <a:pt x="229059" y="607775"/>
                  </a:lnTo>
                  <a:lnTo>
                    <a:pt x="227755" y="605789"/>
                  </a:lnTo>
                  <a:lnTo>
                    <a:pt x="226453" y="603802"/>
                  </a:lnTo>
                  <a:lnTo>
                    <a:pt x="225150" y="601816"/>
                  </a:lnTo>
                  <a:lnTo>
                    <a:pt x="223850" y="599830"/>
                  </a:lnTo>
                  <a:lnTo>
                    <a:pt x="222550" y="597844"/>
                  </a:lnTo>
                  <a:lnTo>
                    <a:pt x="221252" y="595858"/>
                  </a:lnTo>
                  <a:lnTo>
                    <a:pt x="219956" y="593871"/>
                  </a:lnTo>
                  <a:lnTo>
                    <a:pt x="218660" y="591885"/>
                  </a:lnTo>
                  <a:lnTo>
                    <a:pt x="217368" y="589899"/>
                  </a:lnTo>
                  <a:lnTo>
                    <a:pt x="216075" y="587913"/>
                  </a:lnTo>
                  <a:lnTo>
                    <a:pt x="214787" y="585927"/>
                  </a:lnTo>
                  <a:lnTo>
                    <a:pt x="213499" y="583941"/>
                  </a:lnTo>
                  <a:lnTo>
                    <a:pt x="212215" y="581954"/>
                  </a:lnTo>
                  <a:lnTo>
                    <a:pt x="210931" y="579968"/>
                  </a:lnTo>
                  <a:lnTo>
                    <a:pt x="209651" y="577982"/>
                  </a:lnTo>
                  <a:lnTo>
                    <a:pt x="208373" y="575996"/>
                  </a:lnTo>
                  <a:lnTo>
                    <a:pt x="207097" y="574010"/>
                  </a:lnTo>
                  <a:lnTo>
                    <a:pt x="205825" y="572023"/>
                  </a:lnTo>
                  <a:lnTo>
                    <a:pt x="204554" y="570037"/>
                  </a:lnTo>
                  <a:lnTo>
                    <a:pt x="203288" y="568051"/>
                  </a:lnTo>
                  <a:lnTo>
                    <a:pt x="202022" y="566065"/>
                  </a:lnTo>
                  <a:lnTo>
                    <a:pt x="200762" y="564079"/>
                  </a:lnTo>
                  <a:lnTo>
                    <a:pt x="199502" y="562092"/>
                  </a:lnTo>
                  <a:lnTo>
                    <a:pt x="198248" y="560106"/>
                  </a:lnTo>
                  <a:lnTo>
                    <a:pt x="196994" y="558120"/>
                  </a:lnTo>
                  <a:lnTo>
                    <a:pt x="195746" y="556134"/>
                  </a:lnTo>
                  <a:lnTo>
                    <a:pt x="194499" y="554148"/>
                  </a:lnTo>
                  <a:lnTo>
                    <a:pt x="193256" y="552161"/>
                  </a:lnTo>
                  <a:lnTo>
                    <a:pt x="192017" y="550175"/>
                  </a:lnTo>
                  <a:lnTo>
                    <a:pt x="190780" y="548189"/>
                  </a:lnTo>
                  <a:lnTo>
                    <a:pt x="189548" y="546203"/>
                  </a:lnTo>
                  <a:lnTo>
                    <a:pt x="188317" y="544217"/>
                  </a:lnTo>
                  <a:lnTo>
                    <a:pt x="187092" y="542230"/>
                  </a:lnTo>
                  <a:lnTo>
                    <a:pt x="185867" y="540244"/>
                  </a:lnTo>
                  <a:lnTo>
                    <a:pt x="184649" y="538258"/>
                  </a:lnTo>
                  <a:lnTo>
                    <a:pt x="183432" y="536272"/>
                  </a:lnTo>
                  <a:lnTo>
                    <a:pt x="182221" y="534286"/>
                  </a:lnTo>
                  <a:lnTo>
                    <a:pt x="181011" y="532299"/>
                  </a:lnTo>
                  <a:lnTo>
                    <a:pt x="179806" y="530313"/>
                  </a:lnTo>
                  <a:lnTo>
                    <a:pt x="178604" y="528327"/>
                  </a:lnTo>
                  <a:lnTo>
                    <a:pt x="177405" y="526341"/>
                  </a:lnTo>
                  <a:lnTo>
                    <a:pt x="176210" y="524355"/>
                  </a:lnTo>
                  <a:lnTo>
                    <a:pt x="175017" y="522369"/>
                  </a:lnTo>
                  <a:lnTo>
                    <a:pt x="173831" y="520382"/>
                  </a:lnTo>
                  <a:lnTo>
                    <a:pt x="172644" y="518396"/>
                  </a:lnTo>
                  <a:lnTo>
                    <a:pt x="171465" y="516410"/>
                  </a:lnTo>
                  <a:lnTo>
                    <a:pt x="170286" y="514424"/>
                  </a:lnTo>
                  <a:lnTo>
                    <a:pt x="169113" y="512438"/>
                  </a:lnTo>
                  <a:lnTo>
                    <a:pt x="167942" y="510451"/>
                  </a:lnTo>
                  <a:lnTo>
                    <a:pt x="166775" y="508465"/>
                  </a:lnTo>
                  <a:lnTo>
                    <a:pt x="165611" y="506479"/>
                  </a:lnTo>
                  <a:lnTo>
                    <a:pt x="164451" y="504493"/>
                  </a:lnTo>
                  <a:lnTo>
                    <a:pt x="163295" y="502507"/>
                  </a:lnTo>
                  <a:lnTo>
                    <a:pt x="162140" y="500520"/>
                  </a:lnTo>
                  <a:lnTo>
                    <a:pt x="160991" y="498534"/>
                  </a:lnTo>
                  <a:lnTo>
                    <a:pt x="159843" y="496548"/>
                  </a:lnTo>
                  <a:lnTo>
                    <a:pt x="158701" y="494562"/>
                  </a:lnTo>
                  <a:lnTo>
                    <a:pt x="157560" y="492576"/>
                  </a:lnTo>
                  <a:lnTo>
                    <a:pt x="156425" y="490589"/>
                  </a:lnTo>
                  <a:lnTo>
                    <a:pt x="155291" y="488603"/>
                  </a:lnTo>
                  <a:lnTo>
                    <a:pt x="154161" y="486617"/>
                  </a:lnTo>
                  <a:lnTo>
                    <a:pt x="153034" y="484631"/>
                  </a:lnTo>
                  <a:lnTo>
                    <a:pt x="151911" y="482645"/>
                  </a:lnTo>
                  <a:lnTo>
                    <a:pt x="150791" y="480658"/>
                  </a:lnTo>
                  <a:lnTo>
                    <a:pt x="149673" y="478672"/>
                  </a:lnTo>
                  <a:lnTo>
                    <a:pt x="148561" y="476686"/>
                  </a:lnTo>
                  <a:lnTo>
                    <a:pt x="147449" y="474700"/>
                  </a:lnTo>
                  <a:lnTo>
                    <a:pt x="146343" y="472714"/>
                  </a:lnTo>
                  <a:lnTo>
                    <a:pt x="145237" y="470727"/>
                  </a:lnTo>
                  <a:lnTo>
                    <a:pt x="144138" y="468741"/>
                  </a:lnTo>
                  <a:lnTo>
                    <a:pt x="143039" y="466755"/>
                  </a:lnTo>
                  <a:lnTo>
                    <a:pt x="141945" y="464769"/>
                  </a:lnTo>
                  <a:lnTo>
                    <a:pt x="140853" y="462783"/>
                  </a:lnTo>
                  <a:lnTo>
                    <a:pt x="139764" y="460796"/>
                  </a:lnTo>
                  <a:lnTo>
                    <a:pt x="138679" y="458810"/>
                  </a:lnTo>
                  <a:lnTo>
                    <a:pt x="137595" y="456824"/>
                  </a:lnTo>
                  <a:lnTo>
                    <a:pt x="136517" y="454838"/>
                  </a:lnTo>
                  <a:lnTo>
                    <a:pt x="135439" y="452852"/>
                  </a:lnTo>
                  <a:lnTo>
                    <a:pt x="134367" y="450866"/>
                  </a:lnTo>
                  <a:lnTo>
                    <a:pt x="133295" y="448879"/>
                  </a:lnTo>
                  <a:lnTo>
                    <a:pt x="132228" y="446893"/>
                  </a:lnTo>
                  <a:lnTo>
                    <a:pt x="131163" y="444907"/>
                  </a:lnTo>
                  <a:lnTo>
                    <a:pt x="130102" y="442921"/>
                  </a:lnTo>
                  <a:lnTo>
                    <a:pt x="129043" y="440935"/>
                  </a:lnTo>
                  <a:lnTo>
                    <a:pt x="127987" y="438948"/>
                  </a:lnTo>
                  <a:lnTo>
                    <a:pt x="126934" y="436962"/>
                  </a:lnTo>
                  <a:lnTo>
                    <a:pt x="125883" y="434976"/>
                  </a:lnTo>
                  <a:lnTo>
                    <a:pt x="124836" y="432990"/>
                  </a:lnTo>
                  <a:lnTo>
                    <a:pt x="123790" y="431004"/>
                  </a:lnTo>
                  <a:lnTo>
                    <a:pt x="122750" y="429017"/>
                  </a:lnTo>
                  <a:lnTo>
                    <a:pt x="121710" y="427031"/>
                  </a:lnTo>
                  <a:lnTo>
                    <a:pt x="120675" y="425045"/>
                  </a:lnTo>
                  <a:lnTo>
                    <a:pt x="119641" y="423059"/>
                  </a:lnTo>
                  <a:lnTo>
                    <a:pt x="118611" y="421073"/>
                  </a:lnTo>
                  <a:lnTo>
                    <a:pt x="117583" y="419086"/>
                  </a:lnTo>
                  <a:lnTo>
                    <a:pt x="116558" y="417100"/>
                  </a:lnTo>
                  <a:lnTo>
                    <a:pt x="115535" y="415114"/>
                  </a:lnTo>
                  <a:lnTo>
                    <a:pt x="114515" y="413128"/>
                  </a:lnTo>
                  <a:lnTo>
                    <a:pt x="113499" y="411142"/>
                  </a:lnTo>
                  <a:lnTo>
                    <a:pt x="112484" y="409155"/>
                  </a:lnTo>
                  <a:lnTo>
                    <a:pt x="111473" y="407169"/>
                  </a:lnTo>
                  <a:lnTo>
                    <a:pt x="110463" y="405183"/>
                  </a:lnTo>
                  <a:lnTo>
                    <a:pt x="109458" y="403197"/>
                  </a:lnTo>
                  <a:lnTo>
                    <a:pt x="108453" y="401211"/>
                  </a:lnTo>
                  <a:lnTo>
                    <a:pt x="107453" y="399224"/>
                  </a:lnTo>
                  <a:lnTo>
                    <a:pt x="106454" y="397238"/>
                  </a:lnTo>
                  <a:lnTo>
                    <a:pt x="105458" y="395252"/>
                  </a:lnTo>
                  <a:lnTo>
                    <a:pt x="104465" y="393266"/>
                  </a:lnTo>
                  <a:lnTo>
                    <a:pt x="103474" y="391280"/>
                  </a:lnTo>
                  <a:lnTo>
                    <a:pt x="102486" y="389294"/>
                  </a:lnTo>
                  <a:lnTo>
                    <a:pt x="101500" y="387307"/>
                  </a:lnTo>
                  <a:lnTo>
                    <a:pt x="100518" y="385321"/>
                  </a:lnTo>
                  <a:lnTo>
                    <a:pt x="99535" y="383335"/>
                  </a:lnTo>
                  <a:lnTo>
                    <a:pt x="98559" y="381349"/>
                  </a:lnTo>
                  <a:lnTo>
                    <a:pt x="97582" y="379363"/>
                  </a:lnTo>
                  <a:lnTo>
                    <a:pt x="96609" y="377376"/>
                  </a:lnTo>
                  <a:lnTo>
                    <a:pt x="95638" y="375390"/>
                  </a:lnTo>
                  <a:lnTo>
                    <a:pt x="94669" y="373404"/>
                  </a:lnTo>
                  <a:lnTo>
                    <a:pt x="93703" y="371418"/>
                  </a:lnTo>
                  <a:lnTo>
                    <a:pt x="92739" y="369432"/>
                  </a:lnTo>
                  <a:lnTo>
                    <a:pt x="91777" y="367445"/>
                  </a:lnTo>
                  <a:lnTo>
                    <a:pt x="90817" y="365459"/>
                  </a:lnTo>
                  <a:lnTo>
                    <a:pt x="89861" y="363473"/>
                  </a:lnTo>
                  <a:lnTo>
                    <a:pt x="88905" y="361487"/>
                  </a:lnTo>
                  <a:lnTo>
                    <a:pt x="87953" y="359501"/>
                  </a:lnTo>
                  <a:lnTo>
                    <a:pt x="87002" y="357514"/>
                  </a:lnTo>
                  <a:lnTo>
                    <a:pt x="86054" y="355528"/>
                  </a:lnTo>
                  <a:lnTo>
                    <a:pt x="85108" y="353542"/>
                  </a:lnTo>
                  <a:lnTo>
                    <a:pt x="84164" y="351556"/>
                  </a:lnTo>
                  <a:lnTo>
                    <a:pt x="83222" y="349570"/>
                  </a:lnTo>
                  <a:lnTo>
                    <a:pt x="82282" y="347583"/>
                  </a:lnTo>
                  <a:lnTo>
                    <a:pt x="81344" y="345597"/>
                  </a:lnTo>
                  <a:lnTo>
                    <a:pt x="80407" y="343611"/>
                  </a:lnTo>
                  <a:lnTo>
                    <a:pt x="79474" y="341625"/>
                  </a:lnTo>
                  <a:lnTo>
                    <a:pt x="78541" y="339639"/>
                  </a:lnTo>
                  <a:lnTo>
                    <a:pt x="77612" y="337652"/>
                  </a:lnTo>
                  <a:lnTo>
                    <a:pt x="76682" y="335666"/>
                  </a:lnTo>
                  <a:lnTo>
                    <a:pt x="75757" y="333680"/>
                  </a:lnTo>
                  <a:lnTo>
                    <a:pt x="74832" y="331694"/>
                  </a:lnTo>
                  <a:lnTo>
                    <a:pt x="73909" y="329708"/>
                  </a:lnTo>
                  <a:lnTo>
                    <a:pt x="72988" y="327722"/>
                  </a:lnTo>
                  <a:lnTo>
                    <a:pt x="72068" y="325735"/>
                  </a:lnTo>
                  <a:lnTo>
                    <a:pt x="71151" y="323749"/>
                  </a:lnTo>
                  <a:lnTo>
                    <a:pt x="70234" y="321763"/>
                  </a:lnTo>
                  <a:lnTo>
                    <a:pt x="69321" y="319777"/>
                  </a:lnTo>
                  <a:lnTo>
                    <a:pt x="68407" y="317791"/>
                  </a:lnTo>
                  <a:lnTo>
                    <a:pt x="67497" y="315804"/>
                  </a:lnTo>
                  <a:lnTo>
                    <a:pt x="66586" y="313818"/>
                  </a:lnTo>
                  <a:lnTo>
                    <a:pt x="65679" y="311832"/>
                  </a:lnTo>
                  <a:lnTo>
                    <a:pt x="64772" y="309846"/>
                  </a:lnTo>
                  <a:lnTo>
                    <a:pt x="63868" y="307860"/>
                  </a:lnTo>
                  <a:lnTo>
                    <a:pt x="62965" y="305873"/>
                  </a:lnTo>
                  <a:lnTo>
                    <a:pt x="62063" y="303887"/>
                  </a:lnTo>
                  <a:lnTo>
                    <a:pt x="61163" y="301901"/>
                  </a:lnTo>
                  <a:lnTo>
                    <a:pt x="60264" y="299915"/>
                  </a:lnTo>
                  <a:lnTo>
                    <a:pt x="59367" y="297929"/>
                  </a:lnTo>
                  <a:lnTo>
                    <a:pt x="58470" y="295942"/>
                  </a:lnTo>
                  <a:lnTo>
                    <a:pt x="57577" y="293956"/>
                  </a:lnTo>
                  <a:lnTo>
                    <a:pt x="56683" y="291970"/>
                  </a:lnTo>
                  <a:lnTo>
                    <a:pt x="55793" y="289984"/>
                  </a:lnTo>
                  <a:lnTo>
                    <a:pt x="54903" y="287998"/>
                  </a:lnTo>
                  <a:lnTo>
                    <a:pt x="54015" y="286011"/>
                  </a:lnTo>
                  <a:lnTo>
                    <a:pt x="53128" y="284025"/>
                  </a:lnTo>
                  <a:lnTo>
                    <a:pt x="52243" y="282039"/>
                  </a:lnTo>
                  <a:lnTo>
                    <a:pt x="51360" y="280053"/>
                  </a:lnTo>
                  <a:lnTo>
                    <a:pt x="50478" y="278067"/>
                  </a:lnTo>
                  <a:lnTo>
                    <a:pt x="49598" y="276080"/>
                  </a:lnTo>
                  <a:lnTo>
                    <a:pt x="48719" y="274094"/>
                  </a:lnTo>
                  <a:lnTo>
                    <a:pt x="47843" y="272108"/>
                  </a:lnTo>
                  <a:lnTo>
                    <a:pt x="46967" y="270122"/>
                  </a:lnTo>
                  <a:lnTo>
                    <a:pt x="46095" y="268136"/>
                  </a:lnTo>
                  <a:lnTo>
                    <a:pt x="45223" y="266149"/>
                  </a:lnTo>
                  <a:lnTo>
                    <a:pt x="44354" y="264163"/>
                  </a:lnTo>
                  <a:lnTo>
                    <a:pt x="43487" y="262177"/>
                  </a:lnTo>
                  <a:lnTo>
                    <a:pt x="42622" y="260191"/>
                  </a:lnTo>
                  <a:lnTo>
                    <a:pt x="41759" y="258205"/>
                  </a:lnTo>
                  <a:lnTo>
                    <a:pt x="40899" y="256219"/>
                  </a:lnTo>
                  <a:lnTo>
                    <a:pt x="40041" y="254232"/>
                  </a:lnTo>
                  <a:lnTo>
                    <a:pt x="39185" y="252246"/>
                  </a:lnTo>
                  <a:lnTo>
                    <a:pt x="38333" y="250260"/>
                  </a:lnTo>
                  <a:lnTo>
                    <a:pt x="37481" y="248274"/>
                  </a:lnTo>
                  <a:lnTo>
                    <a:pt x="36635" y="246288"/>
                  </a:lnTo>
                  <a:lnTo>
                    <a:pt x="35790" y="244301"/>
                  </a:lnTo>
                  <a:lnTo>
                    <a:pt x="34949" y="242315"/>
                  </a:lnTo>
                  <a:lnTo>
                    <a:pt x="34111" y="240329"/>
                  </a:lnTo>
                  <a:lnTo>
                    <a:pt x="33277" y="238343"/>
                  </a:lnTo>
                  <a:lnTo>
                    <a:pt x="32446" y="236357"/>
                  </a:lnTo>
                  <a:lnTo>
                    <a:pt x="31618" y="234370"/>
                  </a:lnTo>
                  <a:lnTo>
                    <a:pt x="30795" y="232384"/>
                  </a:lnTo>
                  <a:lnTo>
                    <a:pt x="29975" y="230398"/>
                  </a:lnTo>
                  <a:lnTo>
                    <a:pt x="29161" y="228412"/>
                  </a:lnTo>
                  <a:lnTo>
                    <a:pt x="28348" y="226426"/>
                  </a:lnTo>
                  <a:lnTo>
                    <a:pt x="27545" y="224439"/>
                  </a:lnTo>
                  <a:lnTo>
                    <a:pt x="26742" y="222453"/>
                  </a:lnTo>
                  <a:lnTo>
                    <a:pt x="25949" y="220467"/>
                  </a:lnTo>
                  <a:lnTo>
                    <a:pt x="25157" y="218481"/>
                  </a:lnTo>
                  <a:lnTo>
                    <a:pt x="24374" y="216495"/>
                  </a:lnTo>
                  <a:lnTo>
                    <a:pt x="23595" y="214508"/>
                  </a:lnTo>
                  <a:lnTo>
                    <a:pt x="22822" y="212522"/>
                  </a:lnTo>
                  <a:lnTo>
                    <a:pt x="22057" y="210536"/>
                  </a:lnTo>
                  <a:lnTo>
                    <a:pt x="21295" y="208550"/>
                  </a:lnTo>
                  <a:lnTo>
                    <a:pt x="20545" y="206564"/>
                  </a:lnTo>
                  <a:lnTo>
                    <a:pt x="19796" y="204577"/>
                  </a:lnTo>
                  <a:lnTo>
                    <a:pt x="19063" y="202591"/>
                  </a:lnTo>
                  <a:lnTo>
                    <a:pt x="18329" y="200605"/>
                  </a:lnTo>
                  <a:lnTo>
                    <a:pt x="17611" y="198619"/>
                  </a:lnTo>
                  <a:lnTo>
                    <a:pt x="16896" y="196633"/>
                  </a:lnTo>
                  <a:lnTo>
                    <a:pt x="16194" y="194647"/>
                  </a:lnTo>
                  <a:lnTo>
                    <a:pt x="15498" y="192660"/>
                  </a:lnTo>
                  <a:lnTo>
                    <a:pt x="14813" y="190674"/>
                  </a:lnTo>
                  <a:lnTo>
                    <a:pt x="14139" y="188688"/>
                  </a:lnTo>
                  <a:lnTo>
                    <a:pt x="13471" y="186702"/>
                  </a:lnTo>
                  <a:lnTo>
                    <a:pt x="12820" y="184716"/>
                  </a:lnTo>
                  <a:lnTo>
                    <a:pt x="12171" y="182729"/>
                  </a:lnTo>
                  <a:lnTo>
                    <a:pt x="11545" y="180743"/>
                  </a:lnTo>
                  <a:lnTo>
                    <a:pt x="10919" y="178757"/>
                  </a:lnTo>
                  <a:lnTo>
                    <a:pt x="10317" y="176771"/>
                  </a:lnTo>
                  <a:lnTo>
                    <a:pt x="9718" y="174785"/>
                  </a:lnTo>
                  <a:lnTo>
                    <a:pt x="9139" y="172798"/>
                  </a:lnTo>
                  <a:lnTo>
                    <a:pt x="8569" y="170812"/>
                  </a:lnTo>
                  <a:lnTo>
                    <a:pt x="8015" y="168826"/>
                  </a:lnTo>
                  <a:lnTo>
                    <a:pt x="7476" y="166840"/>
                  </a:lnTo>
                  <a:lnTo>
                    <a:pt x="6948" y="164854"/>
                  </a:lnTo>
                  <a:lnTo>
                    <a:pt x="6442" y="162867"/>
                  </a:lnTo>
                  <a:lnTo>
                    <a:pt x="5940" y="160881"/>
                  </a:lnTo>
                  <a:lnTo>
                    <a:pt x="5470" y="158895"/>
                  </a:lnTo>
                  <a:lnTo>
                    <a:pt x="4999" y="156909"/>
                  </a:lnTo>
                  <a:lnTo>
                    <a:pt x="4564" y="154923"/>
                  </a:lnTo>
                  <a:lnTo>
                    <a:pt x="4131" y="152936"/>
                  </a:lnTo>
                  <a:lnTo>
                    <a:pt x="3727" y="150950"/>
                  </a:lnTo>
                  <a:lnTo>
                    <a:pt x="3334" y="148964"/>
                  </a:lnTo>
                  <a:lnTo>
                    <a:pt x="2964" y="146978"/>
                  </a:lnTo>
                  <a:lnTo>
                    <a:pt x="2613" y="144992"/>
                  </a:lnTo>
                  <a:lnTo>
                    <a:pt x="2278" y="143005"/>
                  </a:lnTo>
                  <a:lnTo>
                    <a:pt x="1971" y="141019"/>
                  </a:lnTo>
                  <a:lnTo>
                    <a:pt x="1673" y="139033"/>
                  </a:lnTo>
                  <a:lnTo>
                    <a:pt x="1413" y="137047"/>
                  </a:lnTo>
                  <a:lnTo>
                    <a:pt x="1153" y="135061"/>
                  </a:lnTo>
                  <a:lnTo>
                    <a:pt x="941" y="133074"/>
                  </a:lnTo>
                  <a:lnTo>
                    <a:pt x="731" y="131088"/>
                  </a:lnTo>
                  <a:lnTo>
                    <a:pt x="560" y="129102"/>
                  </a:lnTo>
                  <a:lnTo>
                    <a:pt x="402" y="127116"/>
                  </a:lnTo>
                  <a:lnTo>
                    <a:pt x="274" y="125130"/>
                  </a:lnTo>
                  <a:lnTo>
                    <a:pt x="169" y="123144"/>
                  </a:lnTo>
                  <a:lnTo>
                    <a:pt x="86" y="121157"/>
                  </a:lnTo>
                  <a:lnTo>
                    <a:pt x="37" y="119171"/>
                  </a:lnTo>
                  <a:lnTo>
                    <a:pt x="0" y="117185"/>
                  </a:lnTo>
                  <a:lnTo>
                    <a:pt x="9" y="115199"/>
                  </a:lnTo>
                  <a:lnTo>
                    <a:pt x="19" y="113213"/>
                  </a:lnTo>
                  <a:lnTo>
                    <a:pt x="89" y="111226"/>
                  </a:lnTo>
                  <a:lnTo>
                    <a:pt x="159" y="109240"/>
                  </a:lnTo>
                  <a:lnTo>
                    <a:pt x="280" y="107254"/>
                  </a:lnTo>
                  <a:lnTo>
                    <a:pt x="413" y="105268"/>
                  </a:lnTo>
                  <a:lnTo>
                    <a:pt x="586" y="103282"/>
                  </a:lnTo>
                  <a:lnTo>
                    <a:pt x="784" y="101295"/>
                  </a:lnTo>
                  <a:lnTo>
                    <a:pt x="1011" y="99309"/>
                  </a:lnTo>
                  <a:lnTo>
                    <a:pt x="1276" y="97323"/>
                  </a:lnTo>
                  <a:lnTo>
                    <a:pt x="1557" y="95337"/>
                  </a:lnTo>
                  <a:lnTo>
                    <a:pt x="1891" y="93351"/>
                  </a:lnTo>
                  <a:lnTo>
                    <a:pt x="2227" y="91364"/>
                  </a:lnTo>
                  <a:lnTo>
                    <a:pt x="2632" y="89378"/>
                  </a:lnTo>
                  <a:lnTo>
                    <a:pt x="3036" y="87392"/>
                  </a:lnTo>
                  <a:lnTo>
                    <a:pt x="3502" y="85406"/>
                  </a:lnTo>
                  <a:lnTo>
                    <a:pt x="3979" y="83420"/>
                  </a:lnTo>
                  <a:lnTo>
                    <a:pt x="4505" y="81433"/>
                  </a:lnTo>
                  <a:lnTo>
                    <a:pt x="5056" y="79447"/>
                  </a:lnTo>
                  <a:lnTo>
                    <a:pt x="5642" y="77461"/>
                  </a:lnTo>
                  <a:lnTo>
                    <a:pt x="6269" y="75475"/>
                  </a:lnTo>
                  <a:lnTo>
                    <a:pt x="6916" y="73489"/>
                  </a:lnTo>
                  <a:lnTo>
                    <a:pt x="7620" y="71502"/>
                  </a:lnTo>
                  <a:lnTo>
                    <a:pt x="8329" y="69516"/>
                  </a:lnTo>
                  <a:lnTo>
                    <a:pt x="9111" y="67530"/>
                  </a:lnTo>
                  <a:lnTo>
                    <a:pt x="9893" y="65544"/>
                  </a:lnTo>
                  <a:lnTo>
                    <a:pt x="10744" y="63558"/>
                  </a:lnTo>
                  <a:lnTo>
                    <a:pt x="11606" y="61572"/>
                  </a:lnTo>
                  <a:lnTo>
                    <a:pt x="12522" y="59585"/>
                  </a:lnTo>
                  <a:lnTo>
                    <a:pt x="13463" y="57599"/>
                  </a:lnTo>
                  <a:lnTo>
                    <a:pt x="14444" y="55613"/>
                  </a:lnTo>
                  <a:lnTo>
                    <a:pt x="15466" y="53627"/>
                  </a:lnTo>
                  <a:lnTo>
                    <a:pt x="16512" y="51641"/>
                  </a:lnTo>
                  <a:lnTo>
                    <a:pt x="17616" y="49654"/>
                  </a:lnTo>
                  <a:lnTo>
                    <a:pt x="18728" y="47668"/>
                  </a:lnTo>
                  <a:lnTo>
                    <a:pt x="19913" y="45682"/>
                  </a:lnTo>
                  <a:lnTo>
                    <a:pt x="21098" y="43696"/>
                  </a:lnTo>
                  <a:lnTo>
                    <a:pt x="22358" y="41710"/>
                  </a:lnTo>
                  <a:lnTo>
                    <a:pt x="23625" y="39723"/>
                  </a:lnTo>
                  <a:lnTo>
                    <a:pt x="24951" y="37737"/>
                  </a:lnTo>
                  <a:lnTo>
                    <a:pt x="26300" y="35751"/>
                  </a:lnTo>
                  <a:lnTo>
                    <a:pt x="27692" y="33765"/>
                  </a:lnTo>
                  <a:lnTo>
                    <a:pt x="29123" y="31779"/>
                  </a:lnTo>
                  <a:lnTo>
                    <a:pt x="30581" y="29792"/>
                  </a:lnTo>
                  <a:lnTo>
                    <a:pt x="32093" y="27806"/>
                  </a:lnTo>
                  <a:lnTo>
                    <a:pt x="33616" y="25820"/>
                  </a:lnTo>
                  <a:lnTo>
                    <a:pt x="35208" y="23834"/>
                  </a:lnTo>
                  <a:lnTo>
                    <a:pt x="36801" y="21848"/>
                  </a:lnTo>
                  <a:lnTo>
                    <a:pt x="38469" y="19861"/>
                  </a:lnTo>
                  <a:lnTo>
                    <a:pt x="40142" y="17875"/>
                  </a:lnTo>
                  <a:lnTo>
                    <a:pt x="41874" y="15889"/>
                  </a:lnTo>
                  <a:lnTo>
                    <a:pt x="43625" y="13903"/>
                  </a:lnTo>
                  <a:lnTo>
                    <a:pt x="45420" y="11917"/>
                  </a:lnTo>
                  <a:lnTo>
                    <a:pt x="47250" y="9930"/>
                  </a:lnTo>
                  <a:lnTo>
                    <a:pt x="49107" y="7944"/>
                  </a:lnTo>
                  <a:lnTo>
                    <a:pt x="51012" y="5958"/>
                  </a:lnTo>
                  <a:lnTo>
                    <a:pt x="52931" y="3972"/>
                  </a:lnTo>
                  <a:lnTo>
                    <a:pt x="54911" y="1986"/>
                  </a:lnTo>
                  <a:lnTo>
                    <a:pt x="56891" y="0"/>
                  </a:lnTo>
                  <a:lnTo>
                    <a:pt x="799217" y="0"/>
                  </a:lnTo>
                  <a:lnTo>
                    <a:pt x="801197" y="1986"/>
                  </a:lnTo>
                  <a:lnTo>
                    <a:pt x="803177" y="3972"/>
                  </a:lnTo>
                  <a:lnTo>
                    <a:pt x="805096" y="5958"/>
                  </a:lnTo>
                  <a:lnTo>
                    <a:pt x="807001" y="7944"/>
                  </a:lnTo>
                  <a:lnTo>
                    <a:pt x="808858" y="9930"/>
                  </a:lnTo>
                  <a:lnTo>
                    <a:pt x="810688" y="11917"/>
                  </a:lnTo>
                  <a:lnTo>
                    <a:pt x="812483" y="13903"/>
                  </a:lnTo>
                  <a:lnTo>
                    <a:pt x="814234" y="15889"/>
                  </a:lnTo>
                  <a:lnTo>
                    <a:pt x="815966" y="17875"/>
                  </a:lnTo>
                  <a:lnTo>
                    <a:pt x="817639" y="19861"/>
                  </a:lnTo>
                  <a:lnTo>
                    <a:pt x="819307" y="21848"/>
                  </a:lnTo>
                  <a:lnTo>
                    <a:pt x="820900" y="23834"/>
                  </a:lnTo>
                  <a:lnTo>
                    <a:pt x="822492" y="25820"/>
                  </a:lnTo>
                  <a:lnTo>
                    <a:pt x="824015" y="27806"/>
                  </a:lnTo>
                  <a:lnTo>
                    <a:pt x="825527" y="29792"/>
                  </a:lnTo>
                  <a:lnTo>
                    <a:pt x="826985" y="31779"/>
                  </a:lnTo>
                  <a:lnTo>
                    <a:pt x="828416" y="33765"/>
                  </a:lnTo>
                  <a:lnTo>
                    <a:pt x="829808" y="35751"/>
                  </a:lnTo>
                  <a:lnTo>
                    <a:pt x="831157" y="37737"/>
                  </a:lnTo>
                  <a:lnTo>
                    <a:pt x="832483" y="39723"/>
                  </a:lnTo>
                  <a:lnTo>
                    <a:pt x="833750" y="41710"/>
                  </a:lnTo>
                  <a:lnTo>
                    <a:pt x="835010" y="43696"/>
                  </a:lnTo>
                  <a:lnTo>
                    <a:pt x="836195" y="45682"/>
                  </a:lnTo>
                  <a:lnTo>
                    <a:pt x="837380" y="47668"/>
                  </a:lnTo>
                  <a:lnTo>
                    <a:pt x="838492" y="49654"/>
                  </a:lnTo>
                  <a:lnTo>
                    <a:pt x="839596" y="51641"/>
                  </a:lnTo>
                  <a:lnTo>
                    <a:pt x="840642" y="53627"/>
                  </a:lnTo>
                  <a:lnTo>
                    <a:pt x="841664" y="55613"/>
                  </a:lnTo>
                  <a:lnTo>
                    <a:pt x="842645" y="57599"/>
                  </a:lnTo>
                  <a:lnTo>
                    <a:pt x="843586" y="59585"/>
                  </a:lnTo>
                  <a:lnTo>
                    <a:pt x="844502" y="61572"/>
                  </a:lnTo>
                  <a:lnTo>
                    <a:pt x="845364" y="63558"/>
                  </a:lnTo>
                  <a:lnTo>
                    <a:pt x="846215" y="65544"/>
                  </a:lnTo>
                  <a:lnTo>
                    <a:pt x="846997" y="67530"/>
                  </a:lnTo>
                  <a:lnTo>
                    <a:pt x="847779" y="69516"/>
                  </a:lnTo>
                  <a:lnTo>
                    <a:pt x="848488" y="71502"/>
                  </a:lnTo>
                  <a:lnTo>
                    <a:pt x="849192" y="73489"/>
                  </a:lnTo>
                  <a:lnTo>
                    <a:pt x="849839" y="75475"/>
                  </a:lnTo>
                  <a:lnTo>
                    <a:pt x="850466" y="77461"/>
                  </a:lnTo>
                  <a:lnTo>
                    <a:pt x="851052" y="79447"/>
                  </a:lnTo>
                  <a:lnTo>
                    <a:pt x="851603" y="81433"/>
                  </a:lnTo>
                  <a:lnTo>
                    <a:pt x="852129" y="83420"/>
                  </a:lnTo>
                  <a:lnTo>
                    <a:pt x="852606" y="85406"/>
                  </a:lnTo>
                  <a:lnTo>
                    <a:pt x="853072" y="87392"/>
                  </a:lnTo>
                  <a:lnTo>
                    <a:pt x="853476" y="89378"/>
                  </a:lnTo>
                  <a:lnTo>
                    <a:pt x="853881" y="91364"/>
                  </a:lnTo>
                  <a:lnTo>
                    <a:pt x="854217" y="93351"/>
                  </a:lnTo>
                  <a:lnTo>
                    <a:pt x="854551" y="95337"/>
                  </a:lnTo>
                  <a:lnTo>
                    <a:pt x="854832" y="97323"/>
                  </a:lnTo>
                  <a:lnTo>
                    <a:pt x="855097" y="99309"/>
                  </a:lnTo>
                  <a:lnTo>
                    <a:pt x="855324" y="101295"/>
                  </a:lnTo>
                  <a:lnTo>
                    <a:pt x="855522" y="103282"/>
                  </a:lnTo>
                  <a:lnTo>
                    <a:pt x="855695" y="105268"/>
                  </a:lnTo>
                  <a:lnTo>
                    <a:pt x="855828" y="107254"/>
                  </a:lnTo>
                  <a:lnTo>
                    <a:pt x="855949" y="109240"/>
                  </a:lnTo>
                  <a:lnTo>
                    <a:pt x="856019" y="111226"/>
                  </a:lnTo>
                  <a:lnTo>
                    <a:pt x="856089" y="113213"/>
                  </a:lnTo>
                  <a:lnTo>
                    <a:pt x="856099" y="115199"/>
                  </a:lnTo>
                  <a:lnTo>
                    <a:pt x="856109" y="117185"/>
                  </a:lnTo>
                  <a:lnTo>
                    <a:pt x="856071" y="119171"/>
                  </a:lnTo>
                  <a:lnTo>
                    <a:pt x="856022" y="121157"/>
                  </a:lnTo>
                  <a:lnTo>
                    <a:pt x="855939" y="123144"/>
                  </a:lnTo>
                  <a:lnTo>
                    <a:pt x="855834" y="125130"/>
                  </a:lnTo>
                  <a:lnTo>
                    <a:pt x="855707" y="127116"/>
                  </a:lnTo>
                  <a:lnTo>
                    <a:pt x="855548" y="129102"/>
                  </a:lnTo>
                  <a:lnTo>
                    <a:pt x="855377" y="131088"/>
                  </a:lnTo>
                  <a:lnTo>
                    <a:pt x="855167" y="133074"/>
                  </a:lnTo>
                  <a:lnTo>
                    <a:pt x="854955" y="135061"/>
                  </a:lnTo>
                  <a:lnTo>
                    <a:pt x="854695" y="137047"/>
                  </a:lnTo>
                  <a:lnTo>
                    <a:pt x="854435" y="139033"/>
                  </a:lnTo>
                  <a:lnTo>
                    <a:pt x="854137" y="141019"/>
                  </a:lnTo>
                  <a:lnTo>
                    <a:pt x="853830" y="143005"/>
                  </a:lnTo>
                  <a:lnTo>
                    <a:pt x="853495" y="144992"/>
                  </a:lnTo>
                  <a:lnTo>
                    <a:pt x="853144" y="146978"/>
                  </a:lnTo>
                  <a:lnTo>
                    <a:pt x="852774" y="148964"/>
                  </a:lnTo>
                  <a:lnTo>
                    <a:pt x="852381" y="150950"/>
                  </a:lnTo>
                  <a:lnTo>
                    <a:pt x="851977" y="152936"/>
                  </a:lnTo>
                  <a:lnTo>
                    <a:pt x="851544" y="154923"/>
                  </a:lnTo>
                  <a:lnTo>
                    <a:pt x="851109" y="156909"/>
                  </a:lnTo>
                  <a:lnTo>
                    <a:pt x="850638" y="158895"/>
                  </a:lnTo>
                  <a:lnTo>
                    <a:pt x="850168" y="160881"/>
                  </a:lnTo>
                  <a:lnTo>
                    <a:pt x="849666" y="162867"/>
                  </a:lnTo>
                  <a:lnTo>
                    <a:pt x="849160" y="164854"/>
                  </a:lnTo>
                  <a:lnTo>
                    <a:pt x="848632" y="166840"/>
                  </a:lnTo>
                  <a:lnTo>
                    <a:pt x="848093" y="168826"/>
                  </a:lnTo>
                  <a:lnTo>
                    <a:pt x="847539" y="170812"/>
                  </a:lnTo>
                  <a:lnTo>
                    <a:pt x="846969" y="172798"/>
                  </a:lnTo>
                  <a:lnTo>
                    <a:pt x="846390" y="174785"/>
                  </a:lnTo>
                  <a:lnTo>
                    <a:pt x="845791" y="176771"/>
                  </a:lnTo>
                  <a:lnTo>
                    <a:pt x="845189" y="178757"/>
                  </a:lnTo>
                  <a:lnTo>
                    <a:pt x="844563" y="180743"/>
                  </a:lnTo>
                  <a:lnTo>
                    <a:pt x="843937" y="182729"/>
                  </a:lnTo>
                  <a:lnTo>
                    <a:pt x="843288" y="184716"/>
                  </a:lnTo>
                  <a:lnTo>
                    <a:pt x="842637" y="186702"/>
                  </a:lnTo>
                  <a:lnTo>
                    <a:pt x="841970" y="188688"/>
                  </a:lnTo>
                  <a:lnTo>
                    <a:pt x="841295" y="190674"/>
                  </a:lnTo>
                  <a:lnTo>
                    <a:pt x="840610" y="192660"/>
                  </a:lnTo>
                  <a:lnTo>
                    <a:pt x="839914" y="194647"/>
                  </a:lnTo>
                  <a:lnTo>
                    <a:pt x="839212" y="196633"/>
                  </a:lnTo>
                  <a:lnTo>
                    <a:pt x="838497" y="198619"/>
                  </a:lnTo>
                  <a:lnTo>
                    <a:pt x="837779" y="200605"/>
                  </a:lnTo>
                  <a:lnTo>
                    <a:pt x="837045" y="202591"/>
                  </a:lnTo>
                  <a:lnTo>
                    <a:pt x="836312" y="204577"/>
                  </a:lnTo>
                  <a:lnTo>
                    <a:pt x="835563" y="206564"/>
                  </a:lnTo>
                  <a:lnTo>
                    <a:pt x="834813" y="208550"/>
                  </a:lnTo>
                  <a:lnTo>
                    <a:pt x="834051" y="210536"/>
                  </a:lnTo>
                  <a:lnTo>
                    <a:pt x="833286" y="212522"/>
                  </a:lnTo>
                  <a:lnTo>
                    <a:pt x="832513" y="214508"/>
                  </a:lnTo>
                  <a:lnTo>
                    <a:pt x="831734" y="216495"/>
                  </a:lnTo>
                  <a:lnTo>
                    <a:pt x="830951" y="218481"/>
                  </a:lnTo>
                  <a:lnTo>
                    <a:pt x="830159" y="220467"/>
                  </a:lnTo>
                  <a:lnTo>
                    <a:pt x="829366" y="222453"/>
                  </a:lnTo>
                  <a:lnTo>
                    <a:pt x="828563" y="224439"/>
                  </a:lnTo>
                  <a:lnTo>
                    <a:pt x="827760" y="226426"/>
                  </a:lnTo>
                  <a:lnTo>
                    <a:pt x="826947" y="228412"/>
                  </a:lnTo>
                  <a:lnTo>
                    <a:pt x="826133" y="230398"/>
                  </a:lnTo>
                  <a:lnTo>
                    <a:pt x="825313" y="232384"/>
                  </a:lnTo>
                  <a:lnTo>
                    <a:pt x="824490" y="234370"/>
                  </a:lnTo>
                  <a:lnTo>
                    <a:pt x="823662" y="236357"/>
                  </a:lnTo>
                  <a:lnTo>
                    <a:pt x="822831" y="238343"/>
                  </a:lnTo>
                  <a:lnTo>
                    <a:pt x="821997" y="240329"/>
                  </a:lnTo>
                  <a:lnTo>
                    <a:pt x="821159" y="242315"/>
                  </a:lnTo>
                  <a:lnTo>
                    <a:pt x="820318" y="244301"/>
                  </a:lnTo>
                  <a:lnTo>
                    <a:pt x="819473" y="246288"/>
                  </a:lnTo>
                  <a:lnTo>
                    <a:pt x="818627" y="248274"/>
                  </a:lnTo>
                  <a:lnTo>
                    <a:pt x="817775" y="250260"/>
                  </a:lnTo>
                  <a:lnTo>
                    <a:pt x="816923" y="252246"/>
                  </a:lnTo>
                  <a:lnTo>
                    <a:pt x="816067" y="254232"/>
                  </a:lnTo>
                  <a:lnTo>
                    <a:pt x="815209" y="256219"/>
                  </a:lnTo>
                  <a:lnTo>
                    <a:pt x="814349" y="258205"/>
                  </a:lnTo>
                  <a:lnTo>
                    <a:pt x="813486" y="260191"/>
                  </a:lnTo>
                  <a:lnTo>
                    <a:pt x="812621" y="262177"/>
                  </a:lnTo>
                  <a:lnTo>
                    <a:pt x="811754" y="264163"/>
                  </a:lnTo>
                  <a:lnTo>
                    <a:pt x="810885" y="266149"/>
                  </a:lnTo>
                  <a:lnTo>
                    <a:pt x="810013" y="268136"/>
                  </a:lnTo>
                  <a:lnTo>
                    <a:pt x="809141" y="270122"/>
                  </a:lnTo>
                  <a:lnTo>
                    <a:pt x="808265" y="272108"/>
                  </a:lnTo>
                  <a:lnTo>
                    <a:pt x="807389" y="274094"/>
                  </a:lnTo>
                  <a:lnTo>
                    <a:pt x="806510" y="276080"/>
                  </a:lnTo>
                  <a:lnTo>
                    <a:pt x="805630" y="278067"/>
                  </a:lnTo>
                  <a:lnTo>
                    <a:pt x="804748" y="280053"/>
                  </a:lnTo>
                  <a:lnTo>
                    <a:pt x="803865" y="282039"/>
                  </a:lnTo>
                  <a:lnTo>
                    <a:pt x="802980" y="284025"/>
                  </a:lnTo>
                  <a:lnTo>
                    <a:pt x="802093" y="286011"/>
                  </a:lnTo>
                  <a:lnTo>
                    <a:pt x="801205" y="287998"/>
                  </a:lnTo>
                  <a:lnTo>
                    <a:pt x="800315" y="289984"/>
                  </a:lnTo>
                  <a:lnTo>
                    <a:pt x="799425" y="291970"/>
                  </a:lnTo>
                  <a:lnTo>
                    <a:pt x="798531" y="293956"/>
                  </a:lnTo>
                  <a:lnTo>
                    <a:pt x="797638" y="295942"/>
                  </a:lnTo>
                  <a:lnTo>
                    <a:pt x="796741" y="297929"/>
                  </a:lnTo>
                  <a:lnTo>
                    <a:pt x="795844" y="299915"/>
                  </a:lnTo>
                  <a:lnTo>
                    <a:pt x="794945" y="301901"/>
                  </a:lnTo>
                  <a:lnTo>
                    <a:pt x="794045" y="303887"/>
                  </a:lnTo>
                  <a:lnTo>
                    <a:pt x="793143" y="305873"/>
                  </a:lnTo>
                  <a:lnTo>
                    <a:pt x="792240" y="307860"/>
                  </a:lnTo>
                  <a:lnTo>
                    <a:pt x="791336" y="309846"/>
                  </a:lnTo>
                  <a:lnTo>
                    <a:pt x="790429" y="311832"/>
                  </a:lnTo>
                  <a:lnTo>
                    <a:pt x="789522" y="313818"/>
                  </a:lnTo>
                  <a:lnTo>
                    <a:pt x="788611" y="315804"/>
                  </a:lnTo>
                  <a:lnTo>
                    <a:pt x="787701" y="317791"/>
                  </a:lnTo>
                  <a:lnTo>
                    <a:pt x="786788" y="319777"/>
                  </a:lnTo>
                  <a:lnTo>
                    <a:pt x="785874" y="321763"/>
                  </a:lnTo>
                  <a:lnTo>
                    <a:pt x="784957" y="323749"/>
                  </a:lnTo>
                  <a:lnTo>
                    <a:pt x="784040" y="325735"/>
                  </a:lnTo>
                  <a:lnTo>
                    <a:pt x="783120" y="327722"/>
                  </a:lnTo>
                  <a:lnTo>
                    <a:pt x="782199" y="329708"/>
                  </a:lnTo>
                  <a:lnTo>
                    <a:pt x="781277" y="331694"/>
                  </a:lnTo>
                  <a:lnTo>
                    <a:pt x="780351" y="333680"/>
                  </a:lnTo>
                  <a:lnTo>
                    <a:pt x="779426" y="335666"/>
                  </a:lnTo>
                  <a:lnTo>
                    <a:pt x="778496" y="337652"/>
                  </a:lnTo>
                  <a:lnTo>
                    <a:pt x="777567" y="339639"/>
                  </a:lnTo>
                  <a:lnTo>
                    <a:pt x="776634" y="341625"/>
                  </a:lnTo>
                  <a:lnTo>
                    <a:pt x="775701" y="343611"/>
                  </a:lnTo>
                  <a:lnTo>
                    <a:pt x="774764" y="345597"/>
                  </a:lnTo>
                  <a:lnTo>
                    <a:pt x="773826" y="347583"/>
                  </a:lnTo>
                  <a:lnTo>
                    <a:pt x="772886" y="349570"/>
                  </a:lnTo>
                  <a:lnTo>
                    <a:pt x="771944" y="351556"/>
                  </a:lnTo>
                  <a:lnTo>
                    <a:pt x="771000" y="353542"/>
                  </a:lnTo>
                  <a:lnTo>
                    <a:pt x="770054" y="355528"/>
                  </a:lnTo>
                  <a:lnTo>
                    <a:pt x="769106" y="357514"/>
                  </a:lnTo>
                  <a:lnTo>
                    <a:pt x="768155" y="359501"/>
                  </a:lnTo>
                  <a:lnTo>
                    <a:pt x="767203" y="361487"/>
                  </a:lnTo>
                  <a:lnTo>
                    <a:pt x="766247" y="363473"/>
                  </a:lnTo>
                  <a:lnTo>
                    <a:pt x="765291" y="365459"/>
                  </a:lnTo>
                  <a:lnTo>
                    <a:pt x="764331" y="367445"/>
                  </a:lnTo>
                  <a:lnTo>
                    <a:pt x="763369" y="369432"/>
                  </a:lnTo>
                  <a:lnTo>
                    <a:pt x="762405" y="371418"/>
                  </a:lnTo>
                  <a:lnTo>
                    <a:pt x="761439" y="373404"/>
                  </a:lnTo>
                  <a:lnTo>
                    <a:pt x="760470" y="375390"/>
                  </a:lnTo>
                  <a:lnTo>
                    <a:pt x="759499" y="377376"/>
                  </a:lnTo>
                  <a:lnTo>
                    <a:pt x="758526" y="379363"/>
                  </a:lnTo>
                  <a:lnTo>
                    <a:pt x="757549" y="381349"/>
                  </a:lnTo>
                  <a:lnTo>
                    <a:pt x="756573" y="383335"/>
                  </a:lnTo>
                  <a:lnTo>
                    <a:pt x="755590" y="385321"/>
                  </a:lnTo>
                  <a:lnTo>
                    <a:pt x="754608" y="387307"/>
                  </a:lnTo>
                  <a:lnTo>
                    <a:pt x="753622" y="389294"/>
                  </a:lnTo>
                  <a:lnTo>
                    <a:pt x="752634" y="391280"/>
                  </a:lnTo>
                  <a:lnTo>
                    <a:pt x="751643" y="393266"/>
                  </a:lnTo>
                  <a:lnTo>
                    <a:pt x="750650" y="395252"/>
                  </a:lnTo>
                  <a:lnTo>
                    <a:pt x="749654" y="397238"/>
                  </a:lnTo>
                  <a:lnTo>
                    <a:pt x="748655" y="399224"/>
                  </a:lnTo>
                  <a:lnTo>
                    <a:pt x="747655" y="401211"/>
                  </a:lnTo>
                  <a:lnTo>
                    <a:pt x="746650" y="403197"/>
                  </a:lnTo>
                  <a:lnTo>
                    <a:pt x="745645" y="405183"/>
                  </a:lnTo>
                  <a:lnTo>
                    <a:pt x="744635" y="407169"/>
                  </a:lnTo>
                  <a:lnTo>
                    <a:pt x="743624" y="409155"/>
                  </a:lnTo>
                  <a:lnTo>
                    <a:pt x="742609" y="411142"/>
                  </a:lnTo>
                  <a:lnTo>
                    <a:pt x="741593" y="413128"/>
                  </a:lnTo>
                  <a:lnTo>
                    <a:pt x="740573" y="415114"/>
                  </a:lnTo>
                  <a:lnTo>
                    <a:pt x="739550" y="417100"/>
                  </a:lnTo>
                  <a:lnTo>
                    <a:pt x="738525" y="419086"/>
                  </a:lnTo>
                  <a:lnTo>
                    <a:pt x="737497" y="421073"/>
                  </a:lnTo>
                  <a:lnTo>
                    <a:pt x="736467" y="423059"/>
                  </a:lnTo>
                  <a:lnTo>
                    <a:pt x="735433" y="425045"/>
                  </a:lnTo>
                  <a:lnTo>
                    <a:pt x="734398" y="427031"/>
                  </a:lnTo>
                  <a:lnTo>
                    <a:pt x="733358" y="429017"/>
                  </a:lnTo>
                  <a:lnTo>
                    <a:pt x="732318" y="431004"/>
                  </a:lnTo>
                  <a:lnTo>
                    <a:pt x="731272" y="432990"/>
                  </a:lnTo>
                  <a:lnTo>
                    <a:pt x="730225" y="434976"/>
                  </a:lnTo>
                  <a:lnTo>
                    <a:pt x="729174" y="436962"/>
                  </a:lnTo>
                  <a:lnTo>
                    <a:pt x="728121" y="438948"/>
                  </a:lnTo>
                  <a:lnTo>
                    <a:pt x="727065" y="440935"/>
                  </a:lnTo>
                  <a:lnTo>
                    <a:pt x="726006" y="442921"/>
                  </a:lnTo>
                  <a:lnTo>
                    <a:pt x="724945" y="444907"/>
                  </a:lnTo>
                  <a:lnTo>
                    <a:pt x="723880" y="446893"/>
                  </a:lnTo>
                  <a:lnTo>
                    <a:pt x="722813" y="448879"/>
                  </a:lnTo>
                  <a:lnTo>
                    <a:pt x="721741" y="450866"/>
                  </a:lnTo>
                  <a:lnTo>
                    <a:pt x="720669" y="452852"/>
                  </a:lnTo>
                  <a:lnTo>
                    <a:pt x="719591" y="454838"/>
                  </a:lnTo>
                  <a:lnTo>
                    <a:pt x="718513" y="456824"/>
                  </a:lnTo>
                  <a:lnTo>
                    <a:pt x="717429" y="458810"/>
                  </a:lnTo>
                  <a:lnTo>
                    <a:pt x="716344" y="460796"/>
                  </a:lnTo>
                  <a:lnTo>
                    <a:pt x="715255" y="462783"/>
                  </a:lnTo>
                  <a:lnTo>
                    <a:pt x="714163" y="464769"/>
                  </a:lnTo>
                  <a:lnTo>
                    <a:pt x="713069" y="466755"/>
                  </a:lnTo>
                  <a:lnTo>
                    <a:pt x="711970" y="468741"/>
                  </a:lnTo>
                  <a:lnTo>
                    <a:pt x="710871" y="470727"/>
                  </a:lnTo>
                  <a:lnTo>
                    <a:pt x="709765" y="472714"/>
                  </a:lnTo>
                  <a:lnTo>
                    <a:pt x="708660" y="474700"/>
                  </a:lnTo>
                  <a:lnTo>
                    <a:pt x="707547" y="476686"/>
                  </a:lnTo>
                  <a:lnTo>
                    <a:pt x="706435" y="478672"/>
                  </a:lnTo>
                  <a:lnTo>
                    <a:pt x="705317" y="480658"/>
                  </a:lnTo>
                  <a:lnTo>
                    <a:pt x="704197" y="482645"/>
                  </a:lnTo>
                  <a:lnTo>
                    <a:pt x="703074" y="484631"/>
                  </a:lnTo>
                  <a:lnTo>
                    <a:pt x="701947" y="486617"/>
                  </a:lnTo>
                  <a:lnTo>
                    <a:pt x="700817" y="488603"/>
                  </a:lnTo>
                  <a:lnTo>
                    <a:pt x="699683" y="490589"/>
                  </a:lnTo>
                  <a:lnTo>
                    <a:pt x="698548" y="492576"/>
                  </a:lnTo>
                  <a:lnTo>
                    <a:pt x="697407" y="494562"/>
                  </a:lnTo>
                  <a:lnTo>
                    <a:pt x="696265" y="496548"/>
                  </a:lnTo>
                  <a:lnTo>
                    <a:pt x="695117" y="498534"/>
                  </a:lnTo>
                  <a:lnTo>
                    <a:pt x="693968" y="500520"/>
                  </a:lnTo>
                  <a:lnTo>
                    <a:pt x="692813" y="502507"/>
                  </a:lnTo>
                  <a:lnTo>
                    <a:pt x="691657" y="504493"/>
                  </a:lnTo>
                  <a:lnTo>
                    <a:pt x="690497" y="506479"/>
                  </a:lnTo>
                  <a:lnTo>
                    <a:pt x="689333" y="508465"/>
                  </a:lnTo>
                  <a:lnTo>
                    <a:pt x="688166" y="510451"/>
                  </a:lnTo>
                  <a:lnTo>
                    <a:pt x="686995" y="512438"/>
                  </a:lnTo>
                  <a:lnTo>
                    <a:pt x="685822" y="514424"/>
                  </a:lnTo>
                  <a:lnTo>
                    <a:pt x="684643" y="516410"/>
                  </a:lnTo>
                  <a:lnTo>
                    <a:pt x="683464" y="518396"/>
                  </a:lnTo>
                  <a:lnTo>
                    <a:pt x="682277" y="520382"/>
                  </a:lnTo>
                  <a:lnTo>
                    <a:pt x="681091" y="522369"/>
                  </a:lnTo>
                  <a:lnTo>
                    <a:pt x="679898" y="524355"/>
                  </a:lnTo>
                  <a:lnTo>
                    <a:pt x="678703" y="526341"/>
                  </a:lnTo>
                  <a:lnTo>
                    <a:pt x="677504" y="528327"/>
                  </a:lnTo>
                  <a:lnTo>
                    <a:pt x="676302" y="530313"/>
                  </a:lnTo>
                  <a:lnTo>
                    <a:pt x="675097" y="532299"/>
                  </a:lnTo>
                  <a:lnTo>
                    <a:pt x="673887" y="534286"/>
                  </a:lnTo>
                  <a:lnTo>
                    <a:pt x="672676" y="536272"/>
                  </a:lnTo>
                  <a:lnTo>
                    <a:pt x="671459" y="538258"/>
                  </a:lnTo>
                  <a:lnTo>
                    <a:pt x="670241" y="540244"/>
                  </a:lnTo>
                  <a:lnTo>
                    <a:pt x="669016" y="542230"/>
                  </a:lnTo>
                  <a:lnTo>
                    <a:pt x="667791" y="544217"/>
                  </a:lnTo>
                  <a:lnTo>
                    <a:pt x="666560" y="546203"/>
                  </a:lnTo>
                  <a:lnTo>
                    <a:pt x="665328" y="548189"/>
                  </a:lnTo>
                  <a:lnTo>
                    <a:pt x="664091" y="550175"/>
                  </a:lnTo>
                  <a:lnTo>
                    <a:pt x="662852" y="552161"/>
                  </a:lnTo>
                  <a:lnTo>
                    <a:pt x="661609" y="554148"/>
                  </a:lnTo>
                  <a:lnTo>
                    <a:pt x="660362" y="556134"/>
                  </a:lnTo>
                  <a:lnTo>
                    <a:pt x="659114" y="558120"/>
                  </a:lnTo>
                  <a:lnTo>
                    <a:pt x="657860" y="560106"/>
                  </a:lnTo>
                  <a:lnTo>
                    <a:pt x="656606" y="562092"/>
                  </a:lnTo>
                  <a:lnTo>
                    <a:pt x="655346" y="564079"/>
                  </a:lnTo>
                  <a:lnTo>
                    <a:pt x="654086" y="566065"/>
                  </a:lnTo>
                  <a:lnTo>
                    <a:pt x="652820" y="568051"/>
                  </a:lnTo>
                  <a:lnTo>
                    <a:pt x="651554" y="570037"/>
                  </a:lnTo>
                  <a:lnTo>
                    <a:pt x="650283" y="572023"/>
                  </a:lnTo>
                  <a:lnTo>
                    <a:pt x="649011" y="574010"/>
                  </a:lnTo>
                  <a:lnTo>
                    <a:pt x="647735" y="575996"/>
                  </a:lnTo>
                  <a:lnTo>
                    <a:pt x="646457" y="577982"/>
                  </a:lnTo>
                  <a:lnTo>
                    <a:pt x="645177" y="579968"/>
                  </a:lnTo>
                  <a:lnTo>
                    <a:pt x="643894" y="581954"/>
                  </a:lnTo>
                  <a:lnTo>
                    <a:pt x="642609" y="583941"/>
                  </a:lnTo>
                  <a:lnTo>
                    <a:pt x="641321" y="585927"/>
                  </a:lnTo>
                  <a:lnTo>
                    <a:pt x="640033" y="587913"/>
                  </a:lnTo>
                  <a:lnTo>
                    <a:pt x="638740" y="589899"/>
                  </a:lnTo>
                  <a:lnTo>
                    <a:pt x="637448" y="591885"/>
                  </a:lnTo>
                  <a:lnTo>
                    <a:pt x="636152" y="593871"/>
                  </a:lnTo>
                  <a:lnTo>
                    <a:pt x="634856" y="595858"/>
                  </a:lnTo>
                  <a:lnTo>
                    <a:pt x="633558" y="597844"/>
                  </a:lnTo>
                  <a:lnTo>
                    <a:pt x="632258" y="599830"/>
                  </a:lnTo>
                  <a:lnTo>
                    <a:pt x="630958" y="601816"/>
                  </a:lnTo>
                  <a:lnTo>
                    <a:pt x="629655" y="603802"/>
                  </a:lnTo>
                  <a:lnTo>
                    <a:pt x="628353" y="605789"/>
                  </a:lnTo>
                  <a:lnTo>
                    <a:pt x="627049" y="607775"/>
                  </a:lnTo>
                  <a:lnTo>
                    <a:pt x="625745" y="609761"/>
                  </a:lnTo>
                  <a:lnTo>
                    <a:pt x="624440" y="611747"/>
                  </a:lnTo>
                  <a:lnTo>
                    <a:pt x="623135" y="613733"/>
                  </a:lnTo>
                  <a:lnTo>
                    <a:pt x="621830" y="615720"/>
                  </a:lnTo>
                  <a:lnTo>
                    <a:pt x="620524" y="617706"/>
                  </a:lnTo>
                  <a:lnTo>
                    <a:pt x="619219" y="619692"/>
                  </a:lnTo>
                  <a:lnTo>
                    <a:pt x="617915" y="621678"/>
                  </a:lnTo>
                  <a:lnTo>
                    <a:pt x="616610" y="623664"/>
                  </a:lnTo>
                  <a:lnTo>
                    <a:pt x="615307" y="625651"/>
                  </a:lnTo>
                  <a:lnTo>
                    <a:pt x="614004" y="627637"/>
                  </a:lnTo>
                  <a:lnTo>
                    <a:pt x="612703" y="629623"/>
                  </a:lnTo>
                  <a:lnTo>
                    <a:pt x="611402" y="631609"/>
                  </a:lnTo>
                  <a:lnTo>
                    <a:pt x="610104" y="633595"/>
                  </a:lnTo>
                  <a:lnTo>
                    <a:pt x="608807" y="635582"/>
                  </a:lnTo>
                  <a:lnTo>
                    <a:pt x="607512" y="637568"/>
                  </a:lnTo>
                  <a:lnTo>
                    <a:pt x="606219" y="639554"/>
                  </a:lnTo>
                  <a:lnTo>
                    <a:pt x="604929" y="641540"/>
                  </a:lnTo>
                  <a:lnTo>
                    <a:pt x="603641" y="643526"/>
                  </a:lnTo>
                  <a:lnTo>
                    <a:pt x="602355" y="645513"/>
                  </a:lnTo>
                  <a:lnTo>
                    <a:pt x="601074" y="647499"/>
                  </a:lnTo>
                  <a:lnTo>
                    <a:pt x="599794" y="649485"/>
                  </a:lnTo>
                  <a:lnTo>
                    <a:pt x="598520" y="651471"/>
                  </a:lnTo>
                  <a:lnTo>
                    <a:pt x="597246" y="653457"/>
                  </a:lnTo>
                  <a:lnTo>
                    <a:pt x="595981" y="655444"/>
                  </a:lnTo>
                  <a:lnTo>
                    <a:pt x="594715" y="657430"/>
                  </a:lnTo>
                  <a:lnTo>
                    <a:pt x="593458" y="659416"/>
                  </a:lnTo>
                  <a:lnTo>
                    <a:pt x="592202" y="661402"/>
                  </a:lnTo>
                  <a:lnTo>
                    <a:pt x="590954" y="663388"/>
                  </a:lnTo>
                  <a:lnTo>
                    <a:pt x="589709" y="665374"/>
                  </a:lnTo>
                  <a:lnTo>
                    <a:pt x="588470" y="667361"/>
                  </a:lnTo>
                  <a:lnTo>
                    <a:pt x="587237" y="669347"/>
                  </a:lnTo>
                  <a:lnTo>
                    <a:pt x="586008" y="671333"/>
                  </a:lnTo>
                  <a:lnTo>
                    <a:pt x="584789" y="673319"/>
                  </a:lnTo>
                  <a:lnTo>
                    <a:pt x="583571" y="675305"/>
                  </a:lnTo>
                  <a:lnTo>
                    <a:pt x="582366" y="677292"/>
                  </a:lnTo>
                  <a:lnTo>
                    <a:pt x="581161" y="679278"/>
                  </a:lnTo>
                  <a:lnTo>
                    <a:pt x="579970" y="681264"/>
                  </a:lnTo>
                  <a:lnTo>
                    <a:pt x="578782" y="683250"/>
                  </a:lnTo>
                  <a:lnTo>
                    <a:pt x="577604" y="685236"/>
                  </a:lnTo>
                  <a:lnTo>
                    <a:pt x="576432" y="687223"/>
                  </a:lnTo>
                  <a:lnTo>
                    <a:pt x="575269" y="689209"/>
                  </a:lnTo>
                  <a:lnTo>
                    <a:pt x="574115" y="691195"/>
                  </a:lnTo>
                  <a:lnTo>
                    <a:pt x="572967" y="693181"/>
                  </a:lnTo>
                  <a:lnTo>
                    <a:pt x="571832" y="695167"/>
                  </a:lnTo>
                  <a:lnTo>
                    <a:pt x="570699" y="697154"/>
                  </a:lnTo>
                  <a:lnTo>
                    <a:pt x="569585" y="699140"/>
                  </a:lnTo>
                  <a:lnTo>
                    <a:pt x="568471" y="701126"/>
                  </a:lnTo>
                  <a:lnTo>
                    <a:pt x="567376" y="703112"/>
                  </a:lnTo>
                  <a:lnTo>
                    <a:pt x="566284" y="705098"/>
                  </a:lnTo>
                  <a:lnTo>
                    <a:pt x="565207" y="707085"/>
                  </a:lnTo>
                  <a:lnTo>
                    <a:pt x="564137" y="709071"/>
                  </a:lnTo>
                  <a:lnTo>
                    <a:pt x="563079" y="711057"/>
                  </a:lnTo>
                  <a:lnTo>
                    <a:pt x="562033" y="713043"/>
                  </a:lnTo>
                  <a:lnTo>
                    <a:pt x="560995" y="715029"/>
                  </a:lnTo>
                  <a:lnTo>
                    <a:pt x="559973" y="717016"/>
                  </a:lnTo>
                  <a:lnTo>
                    <a:pt x="558955" y="719002"/>
                  </a:lnTo>
                  <a:lnTo>
                    <a:pt x="557959" y="720988"/>
                  </a:lnTo>
                  <a:lnTo>
                    <a:pt x="556963" y="722974"/>
                  </a:lnTo>
                  <a:lnTo>
                    <a:pt x="555992" y="724960"/>
                  </a:lnTo>
                  <a:lnTo>
                    <a:pt x="555023" y="726946"/>
                  </a:lnTo>
                  <a:lnTo>
                    <a:pt x="554074" y="728933"/>
                  </a:lnTo>
                  <a:lnTo>
                    <a:pt x="553132" y="730919"/>
                  </a:lnTo>
                  <a:lnTo>
                    <a:pt x="552206" y="732905"/>
                  </a:lnTo>
                  <a:lnTo>
                    <a:pt x="551292" y="734891"/>
                  </a:lnTo>
                  <a:lnTo>
                    <a:pt x="550389" y="736877"/>
                  </a:lnTo>
                  <a:lnTo>
                    <a:pt x="549504" y="738864"/>
                  </a:lnTo>
                  <a:lnTo>
                    <a:pt x="548624" y="740850"/>
                  </a:lnTo>
                  <a:lnTo>
                    <a:pt x="547769" y="742836"/>
                  </a:lnTo>
                  <a:lnTo>
                    <a:pt x="546915" y="744822"/>
                  </a:lnTo>
                  <a:lnTo>
                    <a:pt x="546089" y="746808"/>
                  </a:lnTo>
                  <a:lnTo>
                    <a:pt x="545264" y="748795"/>
                  </a:lnTo>
                  <a:lnTo>
                    <a:pt x="544463" y="750781"/>
                  </a:lnTo>
                  <a:lnTo>
                    <a:pt x="543670" y="752767"/>
                  </a:lnTo>
                  <a:lnTo>
                    <a:pt x="542894" y="754753"/>
                  </a:lnTo>
                  <a:lnTo>
                    <a:pt x="542131" y="756739"/>
                  </a:lnTo>
                  <a:lnTo>
                    <a:pt x="541381" y="758726"/>
                  </a:lnTo>
                  <a:lnTo>
                    <a:pt x="540650" y="760712"/>
                  </a:lnTo>
                  <a:lnTo>
                    <a:pt x="539925" y="762698"/>
                  </a:lnTo>
                  <a:lnTo>
                    <a:pt x="539226" y="764684"/>
                  </a:lnTo>
                  <a:lnTo>
                    <a:pt x="538527" y="766670"/>
                  </a:lnTo>
                  <a:lnTo>
                    <a:pt x="537860" y="768657"/>
                  </a:lnTo>
                  <a:lnTo>
                    <a:pt x="537193" y="770643"/>
                  </a:lnTo>
                  <a:lnTo>
                    <a:pt x="536552" y="772629"/>
                  </a:lnTo>
                  <a:lnTo>
                    <a:pt x="535917" y="774615"/>
                  </a:lnTo>
                  <a:lnTo>
                    <a:pt x="535302" y="776601"/>
                  </a:lnTo>
                  <a:lnTo>
                    <a:pt x="534700" y="778588"/>
                  </a:lnTo>
                  <a:lnTo>
                    <a:pt x="534111" y="780574"/>
                  </a:lnTo>
                  <a:lnTo>
                    <a:pt x="533540" y="782560"/>
                  </a:lnTo>
                  <a:lnTo>
                    <a:pt x="532977" y="784546"/>
                  </a:lnTo>
                  <a:lnTo>
                    <a:pt x="532439" y="786532"/>
                  </a:lnTo>
                  <a:lnTo>
                    <a:pt x="531901" y="788518"/>
                  </a:lnTo>
                  <a:lnTo>
                    <a:pt x="531395" y="790505"/>
                  </a:lnTo>
                  <a:lnTo>
                    <a:pt x="530888" y="792491"/>
                  </a:lnTo>
                  <a:lnTo>
                    <a:pt x="530408" y="794477"/>
                  </a:lnTo>
                  <a:lnTo>
                    <a:pt x="529932" y="796463"/>
                  </a:lnTo>
                  <a:lnTo>
                    <a:pt x="529477" y="798449"/>
                  </a:lnTo>
                  <a:lnTo>
                    <a:pt x="529033" y="800436"/>
                  </a:lnTo>
                  <a:lnTo>
                    <a:pt x="528602" y="802422"/>
                  </a:lnTo>
                  <a:lnTo>
                    <a:pt x="528188" y="804408"/>
                  </a:lnTo>
                  <a:lnTo>
                    <a:pt x="527782" y="806394"/>
                  </a:lnTo>
                  <a:lnTo>
                    <a:pt x="527398" y="808380"/>
                  </a:lnTo>
                  <a:lnTo>
                    <a:pt x="527016" y="810367"/>
                  </a:lnTo>
                  <a:lnTo>
                    <a:pt x="526661" y="812353"/>
                  </a:lnTo>
                  <a:lnTo>
                    <a:pt x="526306" y="814339"/>
                  </a:lnTo>
                  <a:lnTo>
                    <a:pt x="525976" y="816325"/>
                  </a:lnTo>
                  <a:lnTo>
                    <a:pt x="525650" y="818311"/>
                  </a:lnTo>
                  <a:lnTo>
                    <a:pt x="525342" y="820298"/>
                  </a:lnTo>
                  <a:lnTo>
                    <a:pt x="525043" y="822284"/>
                  </a:lnTo>
                  <a:lnTo>
                    <a:pt x="524756" y="824270"/>
                  </a:lnTo>
                  <a:lnTo>
                    <a:pt x="524484" y="826256"/>
                  </a:lnTo>
                  <a:lnTo>
                    <a:pt x="524219" y="828242"/>
                  </a:lnTo>
                  <a:lnTo>
                    <a:pt x="523972" y="830229"/>
                  </a:lnTo>
                  <a:lnTo>
                    <a:pt x="523728" y="832215"/>
                  </a:lnTo>
                  <a:lnTo>
                    <a:pt x="523505" y="834201"/>
                  </a:lnTo>
                  <a:lnTo>
                    <a:pt x="523283" y="836187"/>
                  </a:lnTo>
                  <a:lnTo>
                    <a:pt x="523081" y="838173"/>
                  </a:lnTo>
                  <a:lnTo>
                    <a:pt x="522882" y="840160"/>
                  </a:lnTo>
                  <a:lnTo>
                    <a:pt x="522699" y="842146"/>
                  </a:lnTo>
                  <a:lnTo>
                    <a:pt x="522522" y="844132"/>
                  </a:lnTo>
                  <a:lnTo>
                    <a:pt x="522355" y="846118"/>
                  </a:lnTo>
                  <a:lnTo>
                    <a:pt x="522199" y="848104"/>
                  </a:lnTo>
                  <a:lnTo>
                    <a:pt x="522049" y="850091"/>
                  </a:lnTo>
                  <a:lnTo>
                    <a:pt x="521913" y="852077"/>
                  </a:lnTo>
                  <a:lnTo>
                    <a:pt x="521778" y="854063"/>
                  </a:lnTo>
                  <a:lnTo>
                    <a:pt x="521660" y="856049"/>
                  </a:lnTo>
                  <a:lnTo>
                    <a:pt x="521541" y="858035"/>
                  </a:lnTo>
                  <a:lnTo>
                    <a:pt x="521438" y="860021"/>
                  </a:lnTo>
                  <a:lnTo>
                    <a:pt x="521336" y="862008"/>
                  </a:lnTo>
                  <a:lnTo>
                    <a:pt x="521246" y="863994"/>
                  </a:lnTo>
                  <a:lnTo>
                    <a:pt x="521159" y="865980"/>
                  </a:lnTo>
                  <a:lnTo>
                    <a:pt x="521080" y="867966"/>
                  </a:lnTo>
                  <a:lnTo>
                    <a:pt x="521008" y="869952"/>
                  </a:lnTo>
                  <a:lnTo>
                    <a:pt x="520939" y="871939"/>
                  </a:lnTo>
                  <a:lnTo>
                    <a:pt x="520879" y="873925"/>
                  </a:lnTo>
                  <a:lnTo>
                    <a:pt x="520820" y="875911"/>
                  </a:lnTo>
                  <a:lnTo>
                    <a:pt x="520770" y="877897"/>
                  </a:lnTo>
                  <a:lnTo>
                    <a:pt x="520720" y="879883"/>
                  </a:lnTo>
                  <a:lnTo>
                    <a:pt x="520679" y="881870"/>
                  </a:lnTo>
                  <a:lnTo>
                    <a:pt x="520639" y="883856"/>
                  </a:lnTo>
                  <a:lnTo>
                    <a:pt x="520604" y="885842"/>
                  </a:lnTo>
                  <a:lnTo>
                    <a:pt x="520571" y="887828"/>
                  </a:lnTo>
                  <a:lnTo>
                    <a:pt x="520541" y="889814"/>
                  </a:lnTo>
                  <a:lnTo>
                    <a:pt x="520514" y="891801"/>
                  </a:lnTo>
                  <a:lnTo>
                    <a:pt x="520489" y="893787"/>
                  </a:lnTo>
                  <a:lnTo>
                    <a:pt x="520467" y="895773"/>
                  </a:lnTo>
                  <a:lnTo>
                    <a:pt x="520445" y="897759"/>
                  </a:lnTo>
                  <a:lnTo>
                    <a:pt x="520425" y="899745"/>
                  </a:lnTo>
                  <a:lnTo>
                    <a:pt x="520406" y="901732"/>
                  </a:lnTo>
                  <a:lnTo>
                    <a:pt x="520387" y="903718"/>
                  </a:lnTo>
                  <a:lnTo>
                    <a:pt x="520369" y="905704"/>
                  </a:lnTo>
                  <a:lnTo>
                    <a:pt x="520351" y="907690"/>
                  </a:lnTo>
                  <a:lnTo>
                    <a:pt x="520333" y="909676"/>
                  </a:lnTo>
                  <a:lnTo>
                    <a:pt x="520314" y="911663"/>
                  </a:lnTo>
                  <a:lnTo>
                    <a:pt x="520294" y="913649"/>
                  </a:lnTo>
                  <a:lnTo>
                    <a:pt x="520273" y="915635"/>
                  </a:lnTo>
                  <a:lnTo>
                    <a:pt x="520250" y="917621"/>
                  </a:lnTo>
                  <a:lnTo>
                    <a:pt x="520226" y="919607"/>
                  </a:lnTo>
                  <a:lnTo>
                    <a:pt x="520198" y="921593"/>
                  </a:lnTo>
                  <a:lnTo>
                    <a:pt x="520171" y="923580"/>
                  </a:lnTo>
                  <a:lnTo>
                    <a:pt x="520137" y="925566"/>
                  </a:lnTo>
                  <a:lnTo>
                    <a:pt x="520104" y="927552"/>
                  </a:lnTo>
                  <a:lnTo>
                    <a:pt x="520064" y="929538"/>
                  </a:lnTo>
                  <a:lnTo>
                    <a:pt x="520024" y="931524"/>
                  </a:lnTo>
                  <a:lnTo>
                    <a:pt x="519978" y="933511"/>
                  </a:lnTo>
                  <a:lnTo>
                    <a:pt x="519929" y="935497"/>
                  </a:lnTo>
                  <a:lnTo>
                    <a:pt x="519875" y="937483"/>
                  </a:lnTo>
                  <a:lnTo>
                    <a:pt x="519816" y="939469"/>
                  </a:lnTo>
                  <a:lnTo>
                    <a:pt x="519755" y="941455"/>
                  </a:lnTo>
                  <a:lnTo>
                    <a:pt x="519685" y="943442"/>
                  </a:lnTo>
                  <a:lnTo>
                    <a:pt x="519614" y="945428"/>
                  </a:lnTo>
                  <a:lnTo>
                    <a:pt x="519533" y="947414"/>
                  </a:lnTo>
                  <a:lnTo>
                    <a:pt x="519451" y="949400"/>
                  </a:lnTo>
                  <a:lnTo>
                    <a:pt x="519358" y="951386"/>
                  </a:lnTo>
                  <a:lnTo>
                    <a:pt x="519263" y="953373"/>
                  </a:lnTo>
                  <a:lnTo>
                    <a:pt x="519158" y="955359"/>
                  </a:lnTo>
                  <a:lnTo>
                    <a:pt x="519049" y="957345"/>
                  </a:lnTo>
                  <a:lnTo>
                    <a:pt x="518933" y="959331"/>
                  </a:lnTo>
                  <a:lnTo>
                    <a:pt x="518809" y="961317"/>
                  </a:lnTo>
                  <a:lnTo>
                    <a:pt x="518680" y="963304"/>
                  </a:lnTo>
                  <a:lnTo>
                    <a:pt x="518541" y="965290"/>
                  </a:lnTo>
                  <a:lnTo>
                    <a:pt x="518399" y="967276"/>
                  </a:lnTo>
                  <a:lnTo>
                    <a:pt x="518243" y="969262"/>
                  </a:lnTo>
                  <a:lnTo>
                    <a:pt x="518087" y="971248"/>
                  </a:lnTo>
                  <a:lnTo>
                    <a:pt x="517915" y="973235"/>
                  </a:lnTo>
                  <a:lnTo>
                    <a:pt x="517741" y="975221"/>
                  </a:lnTo>
                  <a:lnTo>
                    <a:pt x="517555" y="977207"/>
                  </a:lnTo>
                  <a:lnTo>
                    <a:pt x="517363" y="979193"/>
                  </a:lnTo>
                  <a:lnTo>
                    <a:pt x="517162" y="981179"/>
                  </a:lnTo>
                  <a:lnTo>
                    <a:pt x="516952" y="983166"/>
                  </a:lnTo>
                  <a:lnTo>
                    <a:pt x="516736" y="985152"/>
                  </a:lnTo>
                  <a:lnTo>
                    <a:pt x="516507" y="987138"/>
                  </a:lnTo>
                  <a:lnTo>
                    <a:pt x="516276" y="989124"/>
                  </a:lnTo>
                  <a:lnTo>
                    <a:pt x="516028" y="991110"/>
                  </a:lnTo>
                  <a:lnTo>
                    <a:pt x="515780" y="993096"/>
                  </a:lnTo>
                  <a:lnTo>
                    <a:pt x="515514" y="995083"/>
                  </a:lnTo>
                  <a:lnTo>
                    <a:pt x="515247" y="997069"/>
                  </a:lnTo>
                  <a:lnTo>
                    <a:pt x="514965" y="999055"/>
                  </a:lnTo>
                  <a:lnTo>
                    <a:pt x="514678" y="1001041"/>
                  </a:lnTo>
                  <a:lnTo>
                    <a:pt x="514380" y="1003027"/>
                  </a:lnTo>
                  <a:lnTo>
                    <a:pt x="514073" y="1005014"/>
                  </a:lnTo>
                  <a:lnTo>
                    <a:pt x="513759" y="1007000"/>
                  </a:lnTo>
                  <a:lnTo>
                    <a:pt x="513432" y="1008986"/>
                  </a:lnTo>
                  <a:lnTo>
                    <a:pt x="513102" y="1010972"/>
                  </a:lnTo>
                  <a:lnTo>
                    <a:pt x="512756" y="1012958"/>
                  </a:lnTo>
                  <a:lnTo>
                    <a:pt x="512409" y="1014945"/>
                  </a:lnTo>
                  <a:close/>
                </a:path>
              </a:pathLst>
            </a:custGeom>
            <a:solidFill>
              <a:srgbClr val="94D82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8762393" y="6264099"/>
              <a:ext cx="1544405" cy="455424"/>
            </a:xfrm>
            <a:custGeom>
              <a:avLst/>
              <a:pathLst>
                <a:path w="1544405" h="455424">
                  <a:moveTo>
                    <a:pt x="515474" y="455424"/>
                  </a:moveTo>
                  <a:lnTo>
                    <a:pt x="512518" y="454532"/>
                  </a:lnTo>
                  <a:lnTo>
                    <a:pt x="509540" y="453641"/>
                  </a:lnTo>
                  <a:lnTo>
                    <a:pt x="506555" y="452750"/>
                  </a:lnTo>
                  <a:lnTo>
                    <a:pt x="503552" y="451859"/>
                  </a:lnTo>
                  <a:lnTo>
                    <a:pt x="500539" y="450967"/>
                  </a:lnTo>
                  <a:lnTo>
                    <a:pt x="497513" y="450076"/>
                  </a:lnTo>
                  <a:lnTo>
                    <a:pt x="494472" y="449185"/>
                  </a:lnTo>
                  <a:lnTo>
                    <a:pt x="491424" y="448294"/>
                  </a:lnTo>
                  <a:lnTo>
                    <a:pt x="488357" y="447402"/>
                  </a:lnTo>
                  <a:lnTo>
                    <a:pt x="485286" y="446511"/>
                  </a:lnTo>
                  <a:lnTo>
                    <a:pt x="482195" y="445620"/>
                  </a:lnTo>
                  <a:lnTo>
                    <a:pt x="479103" y="444729"/>
                  </a:lnTo>
                  <a:lnTo>
                    <a:pt x="475987" y="443837"/>
                  </a:lnTo>
                  <a:lnTo>
                    <a:pt x="472872" y="442946"/>
                  </a:lnTo>
                  <a:lnTo>
                    <a:pt x="469737" y="442055"/>
                  </a:lnTo>
                  <a:lnTo>
                    <a:pt x="466599" y="441164"/>
                  </a:lnTo>
                  <a:lnTo>
                    <a:pt x="463445" y="440272"/>
                  </a:lnTo>
                  <a:lnTo>
                    <a:pt x="460286" y="439381"/>
                  </a:lnTo>
                  <a:lnTo>
                    <a:pt x="457114" y="438490"/>
                  </a:lnTo>
                  <a:lnTo>
                    <a:pt x="453935" y="437599"/>
                  </a:lnTo>
                  <a:lnTo>
                    <a:pt x="450747" y="436708"/>
                  </a:lnTo>
                  <a:lnTo>
                    <a:pt x="447548" y="435816"/>
                  </a:lnTo>
                  <a:lnTo>
                    <a:pt x="444345" y="434925"/>
                  </a:lnTo>
                  <a:lnTo>
                    <a:pt x="441128" y="434034"/>
                  </a:lnTo>
                  <a:lnTo>
                    <a:pt x="437910" y="433143"/>
                  </a:lnTo>
                  <a:lnTo>
                    <a:pt x="434678" y="432251"/>
                  </a:lnTo>
                  <a:lnTo>
                    <a:pt x="431445" y="431360"/>
                  </a:lnTo>
                  <a:lnTo>
                    <a:pt x="428198" y="430469"/>
                  </a:lnTo>
                  <a:lnTo>
                    <a:pt x="424951" y="429578"/>
                  </a:lnTo>
                  <a:lnTo>
                    <a:pt x="421692" y="428686"/>
                  </a:lnTo>
                  <a:lnTo>
                    <a:pt x="418431" y="427795"/>
                  </a:lnTo>
                  <a:lnTo>
                    <a:pt x="415162" y="426904"/>
                  </a:lnTo>
                  <a:lnTo>
                    <a:pt x="411890" y="426013"/>
                  </a:lnTo>
                  <a:lnTo>
                    <a:pt x="408611" y="425121"/>
                  </a:lnTo>
                  <a:lnTo>
                    <a:pt x="405328" y="424230"/>
                  </a:lnTo>
                  <a:lnTo>
                    <a:pt x="402041" y="423339"/>
                  </a:lnTo>
                  <a:lnTo>
                    <a:pt x="398749" y="422448"/>
                  </a:lnTo>
                  <a:lnTo>
                    <a:pt x="395455" y="421556"/>
                  </a:lnTo>
                  <a:lnTo>
                    <a:pt x="392156" y="420665"/>
                  </a:lnTo>
                  <a:lnTo>
                    <a:pt x="388855" y="419774"/>
                  </a:lnTo>
                  <a:lnTo>
                    <a:pt x="385550" y="418883"/>
                  </a:lnTo>
                  <a:lnTo>
                    <a:pt x="382245" y="417991"/>
                  </a:lnTo>
                  <a:lnTo>
                    <a:pt x="378935" y="417100"/>
                  </a:lnTo>
                  <a:lnTo>
                    <a:pt x="375626" y="416209"/>
                  </a:lnTo>
                  <a:lnTo>
                    <a:pt x="372314" y="415318"/>
                  </a:lnTo>
                  <a:lnTo>
                    <a:pt x="369002" y="414427"/>
                  </a:lnTo>
                  <a:lnTo>
                    <a:pt x="365689" y="413535"/>
                  </a:lnTo>
                  <a:lnTo>
                    <a:pt x="362375" y="412644"/>
                  </a:lnTo>
                  <a:lnTo>
                    <a:pt x="359063" y="411753"/>
                  </a:lnTo>
                  <a:lnTo>
                    <a:pt x="355750" y="410862"/>
                  </a:lnTo>
                  <a:lnTo>
                    <a:pt x="352438" y="409970"/>
                  </a:lnTo>
                  <a:lnTo>
                    <a:pt x="349128" y="409079"/>
                  </a:lnTo>
                  <a:lnTo>
                    <a:pt x="345819" y="408188"/>
                  </a:lnTo>
                  <a:lnTo>
                    <a:pt x="342512" y="407297"/>
                  </a:lnTo>
                  <a:lnTo>
                    <a:pt x="339207" y="406405"/>
                  </a:lnTo>
                  <a:lnTo>
                    <a:pt x="335906" y="405514"/>
                  </a:lnTo>
                  <a:lnTo>
                    <a:pt x="332605" y="404623"/>
                  </a:lnTo>
                  <a:lnTo>
                    <a:pt x="329312" y="403732"/>
                  </a:lnTo>
                  <a:lnTo>
                    <a:pt x="326018" y="402840"/>
                  </a:lnTo>
                  <a:lnTo>
                    <a:pt x="322732" y="401949"/>
                  </a:lnTo>
                  <a:lnTo>
                    <a:pt x="319448" y="401058"/>
                  </a:lnTo>
                  <a:lnTo>
                    <a:pt x="316171" y="400167"/>
                  </a:lnTo>
                  <a:lnTo>
                    <a:pt x="312897" y="399275"/>
                  </a:lnTo>
                  <a:lnTo>
                    <a:pt x="309630" y="398384"/>
                  </a:lnTo>
                  <a:lnTo>
                    <a:pt x="306368" y="397493"/>
                  </a:lnTo>
                  <a:lnTo>
                    <a:pt x="303112" y="396602"/>
                  </a:lnTo>
                  <a:lnTo>
                    <a:pt x="299865" y="395710"/>
                  </a:lnTo>
                  <a:lnTo>
                    <a:pt x="296621" y="394819"/>
                  </a:lnTo>
                  <a:lnTo>
                    <a:pt x="293390" y="393928"/>
                  </a:lnTo>
                  <a:lnTo>
                    <a:pt x="290159" y="393037"/>
                  </a:lnTo>
                  <a:lnTo>
                    <a:pt x="286945" y="392145"/>
                  </a:lnTo>
                  <a:lnTo>
                    <a:pt x="283730" y="391254"/>
                  </a:lnTo>
                  <a:lnTo>
                    <a:pt x="280534" y="390363"/>
                  </a:lnTo>
                  <a:lnTo>
                    <a:pt x="277338" y="389472"/>
                  </a:lnTo>
                  <a:lnTo>
                    <a:pt x="274159" y="388581"/>
                  </a:lnTo>
                  <a:lnTo>
                    <a:pt x="270984" y="387689"/>
                  </a:lnTo>
                  <a:lnTo>
                    <a:pt x="267823" y="386798"/>
                  </a:lnTo>
                  <a:lnTo>
                    <a:pt x="264670" y="385907"/>
                  </a:lnTo>
                  <a:lnTo>
                    <a:pt x="261529" y="385016"/>
                  </a:lnTo>
                  <a:lnTo>
                    <a:pt x="258399" y="384124"/>
                  </a:lnTo>
                  <a:lnTo>
                    <a:pt x="255279" y="383233"/>
                  </a:lnTo>
                  <a:lnTo>
                    <a:pt x="252174" y="382342"/>
                  </a:lnTo>
                  <a:lnTo>
                    <a:pt x="249075" y="381451"/>
                  </a:lnTo>
                  <a:lnTo>
                    <a:pt x="245997" y="380559"/>
                  </a:lnTo>
                  <a:lnTo>
                    <a:pt x="242921" y="379668"/>
                  </a:lnTo>
                  <a:lnTo>
                    <a:pt x="239871" y="378777"/>
                  </a:lnTo>
                  <a:lnTo>
                    <a:pt x="236820" y="377886"/>
                  </a:lnTo>
                  <a:lnTo>
                    <a:pt x="233797" y="376994"/>
                  </a:lnTo>
                  <a:lnTo>
                    <a:pt x="230776" y="376103"/>
                  </a:lnTo>
                  <a:lnTo>
                    <a:pt x="227779" y="375212"/>
                  </a:lnTo>
                  <a:lnTo>
                    <a:pt x="224789" y="374321"/>
                  </a:lnTo>
                  <a:lnTo>
                    <a:pt x="221819" y="373429"/>
                  </a:lnTo>
                  <a:lnTo>
                    <a:pt x="218860" y="372538"/>
                  </a:lnTo>
                  <a:lnTo>
                    <a:pt x="215918" y="371647"/>
                  </a:lnTo>
                  <a:lnTo>
                    <a:pt x="212993" y="370756"/>
                  </a:lnTo>
                  <a:lnTo>
                    <a:pt x="210079" y="369864"/>
                  </a:lnTo>
                  <a:lnTo>
                    <a:pt x="207188" y="368973"/>
                  </a:lnTo>
                  <a:lnTo>
                    <a:pt x="204304" y="368082"/>
                  </a:lnTo>
                  <a:lnTo>
                    <a:pt x="201448" y="367191"/>
                  </a:lnTo>
                  <a:lnTo>
                    <a:pt x="198595" y="366299"/>
                  </a:lnTo>
                  <a:lnTo>
                    <a:pt x="195776" y="365408"/>
                  </a:lnTo>
                  <a:lnTo>
                    <a:pt x="192956" y="364517"/>
                  </a:lnTo>
                  <a:lnTo>
                    <a:pt x="190171" y="363626"/>
                  </a:lnTo>
                  <a:lnTo>
                    <a:pt x="187390" y="362735"/>
                  </a:lnTo>
                  <a:lnTo>
                    <a:pt x="184637" y="361843"/>
                  </a:lnTo>
                  <a:lnTo>
                    <a:pt x="181894" y="360952"/>
                  </a:lnTo>
                  <a:lnTo>
                    <a:pt x="179175" y="360061"/>
                  </a:lnTo>
                  <a:lnTo>
                    <a:pt x="176471" y="359170"/>
                  </a:lnTo>
                  <a:lnTo>
                    <a:pt x="173787" y="358278"/>
                  </a:lnTo>
                  <a:lnTo>
                    <a:pt x="171123" y="357387"/>
                  </a:lnTo>
                  <a:lnTo>
                    <a:pt x="168473" y="356496"/>
                  </a:lnTo>
                  <a:lnTo>
                    <a:pt x="165851" y="355605"/>
                  </a:lnTo>
                  <a:lnTo>
                    <a:pt x="163236" y="354713"/>
                  </a:lnTo>
                  <a:lnTo>
                    <a:pt x="160655" y="353822"/>
                  </a:lnTo>
                  <a:lnTo>
                    <a:pt x="158076" y="352931"/>
                  </a:lnTo>
                  <a:lnTo>
                    <a:pt x="155537" y="352040"/>
                  </a:lnTo>
                  <a:lnTo>
                    <a:pt x="152999" y="351148"/>
                  </a:lnTo>
                  <a:lnTo>
                    <a:pt x="150499" y="350257"/>
                  </a:lnTo>
                  <a:lnTo>
                    <a:pt x="148004" y="349366"/>
                  </a:lnTo>
                  <a:lnTo>
                    <a:pt x="145541" y="348475"/>
                  </a:lnTo>
                  <a:lnTo>
                    <a:pt x="143090" y="347583"/>
                  </a:lnTo>
                  <a:lnTo>
                    <a:pt x="140665" y="346692"/>
                  </a:lnTo>
                  <a:lnTo>
                    <a:pt x="138257" y="345801"/>
                  </a:lnTo>
                  <a:lnTo>
                    <a:pt x="135870" y="344910"/>
                  </a:lnTo>
                  <a:lnTo>
                    <a:pt x="133507" y="344018"/>
                  </a:lnTo>
                  <a:lnTo>
                    <a:pt x="131158" y="343127"/>
                  </a:lnTo>
                  <a:lnTo>
                    <a:pt x="128840" y="342236"/>
                  </a:lnTo>
                  <a:lnTo>
                    <a:pt x="126530" y="341345"/>
                  </a:lnTo>
                  <a:lnTo>
                    <a:pt x="124258" y="340454"/>
                  </a:lnTo>
                  <a:lnTo>
                    <a:pt x="121986" y="339562"/>
                  </a:lnTo>
                  <a:lnTo>
                    <a:pt x="119759" y="338671"/>
                  </a:lnTo>
                  <a:lnTo>
                    <a:pt x="117532" y="337780"/>
                  </a:lnTo>
                  <a:lnTo>
                    <a:pt x="115346" y="336889"/>
                  </a:lnTo>
                  <a:lnTo>
                    <a:pt x="113165" y="335997"/>
                  </a:lnTo>
                  <a:lnTo>
                    <a:pt x="111018" y="335106"/>
                  </a:lnTo>
                  <a:lnTo>
                    <a:pt x="108883" y="334215"/>
                  </a:lnTo>
                  <a:lnTo>
                    <a:pt x="106776" y="333324"/>
                  </a:lnTo>
                  <a:lnTo>
                    <a:pt x="104687" y="332432"/>
                  </a:lnTo>
                  <a:lnTo>
                    <a:pt x="102619" y="331541"/>
                  </a:lnTo>
                  <a:lnTo>
                    <a:pt x="100577" y="330650"/>
                  </a:lnTo>
                  <a:lnTo>
                    <a:pt x="98549" y="329759"/>
                  </a:lnTo>
                  <a:lnTo>
                    <a:pt x="96554" y="328867"/>
                  </a:lnTo>
                  <a:lnTo>
                    <a:pt x="94565" y="327976"/>
                  </a:lnTo>
                  <a:lnTo>
                    <a:pt x="92617" y="327085"/>
                  </a:lnTo>
                  <a:lnTo>
                    <a:pt x="90668" y="326194"/>
                  </a:lnTo>
                  <a:lnTo>
                    <a:pt x="88766" y="325302"/>
                  </a:lnTo>
                  <a:lnTo>
                    <a:pt x="86864" y="324411"/>
                  </a:lnTo>
                  <a:lnTo>
                    <a:pt x="85002" y="323520"/>
                  </a:lnTo>
                  <a:lnTo>
                    <a:pt x="83146" y="322629"/>
                  </a:lnTo>
                  <a:lnTo>
                    <a:pt x="81324" y="321737"/>
                  </a:lnTo>
                  <a:lnTo>
                    <a:pt x="79515" y="320846"/>
                  </a:lnTo>
                  <a:lnTo>
                    <a:pt x="77733" y="319955"/>
                  </a:lnTo>
                  <a:lnTo>
                    <a:pt x="75970" y="319064"/>
                  </a:lnTo>
                  <a:lnTo>
                    <a:pt x="74227" y="318172"/>
                  </a:lnTo>
                  <a:lnTo>
                    <a:pt x="72511" y="317281"/>
                  </a:lnTo>
                  <a:lnTo>
                    <a:pt x="70808" y="316390"/>
                  </a:lnTo>
                  <a:lnTo>
                    <a:pt x="69139" y="315499"/>
                  </a:lnTo>
                  <a:lnTo>
                    <a:pt x="67475" y="314608"/>
                  </a:lnTo>
                  <a:lnTo>
                    <a:pt x="65852" y="313716"/>
                  </a:lnTo>
                  <a:lnTo>
                    <a:pt x="64228" y="312825"/>
                  </a:lnTo>
                  <a:lnTo>
                    <a:pt x="62650" y="311934"/>
                  </a:lnTo>
                  <a:lnTo>
                    <a:pt x="61072" y="311043"/>
                  </a:lnTo>
                  <a:lnTo>
                    <a:pt x="59533" y="310151"/>
                  </a:lnTo>
                  <a:lnTo>
                    <a:pt x="58002" y="309260"/>
                  </a:lnTo>
                  <a:lnTo>
                    <a:pt x="56502" y="308369"/>
                  </a:lnTo>
                  <a:lnTo>
                    <a:pt x="55016" y="307478"/>
                  </a:lnTo>
                  <a:lnTo>
                    <a:pt x="53555" y="306586"/>
                  </a:lnTo>
                  <a:lnTo>
                    <a:pt x="52114" y="305695"/>
                  </a:lnTo>
                  <a:lnTo>
                    <a:pt x="50692" y="304804"/>
                  </a:lnTo>
                  <a:lnTo>
                    <a:pt x="49297" y="303913"/>
                  </a:lnTo>
                  <a:lnTo>
                    <a:pt x="47913" y="303021"/>
                  </a:lnTo>
                  <a:lnTo>
                    <a:pt x="46563" y="302130"/>
                  </a:lnTo>
                  <a:lnTo>
                    <a:pt x="45217" y="301239"/>
                  </a:lnTo>
                  <a:lnTo>
                    <a:pt x="43912" y="300348"/>
                  </a:lnTo>
                  <a:lnTo>
                    <a:pt x="42607" y="299456"/>
                  </a:lnTo>
                  <a:lnTo>
                    <a:pt x="41344" y="298565"/>
                  </a:lnTo>
                  <a:lnTo>
                    <a:pt x="40083" y="297674"/>
                  </a:lnTo>
                  <a:lnTo>
                    <a:pt x="38859" y="296783"/>
                  </a:lnTo>
                  <a:lnTo>
                    <a:pt x="37642" y="295891"/>
                  </a:lnTo>
                  <a:lnTo>
                    <a:pt x="36455" y="295000"/>
                  </a:lnTo>
                  <a:lnTo>
                    <a:pt x="35283" y="294109"/>
                  </a:lnTo>
                  <a:lnTo>
                    <a:pt x="34133" y="293218"/>
                  </a:lnTo>
                  <a:lnTo>
                    <a:pt x="33004" y="292327"/>
                  </a:lnTo>
                  <a:lnTo>
                    <a:pt x="31892" y="291435"/>
                  </a:lnTo>
                  <a:lnTo>
                    <a:pt x="30807" y="290544"/>
                  </a:lnTo>
                  <a:lnTo>
                    <a:pt x="29732" y="289653"/>
                  </a:lnTo>
                  <a:lnTo>
                    <a:pt x="28690" y="288762"/>
                  </a:lnTo>
                  <a:lnTo>
                    <a:pt x="27652" y="287870"/>
                  </a:lnTo>
                  <a:lnTo>
                    <a:pt x="26653" y="286979"/>
                  </a:lnTo>
                  <a:lnTo>
                    <a:pt x="25655" y="286088"/>
                  </a:lnTo>
                  <a:lnTo>
                    <a:pt x="24696" y="285197"/>
                  </a:lnTo>
                  <a:lnTo>
                    <a:pt x="23740" y="284305"/>
                  </a:lnTo>
                  <a:lnTo>
                    <a:pt x="22818" y="283414"/>
                  </a:lnTo>
                  <a:lnTo>
                    <a:pt x="21904" y="282523"/>
                  </a:lnTo>
                  <a:lnTo>
                    <a:pt x="21018" y="281632"/>
                  </a:lnTo>
                  <a:lnTo>
                    <a:pt x="20146" y="280740"/>
                  </a:lnTo>
                  <a:lnTo>
                    <a:pt x="19296" y="279849"/>
                  </a:lnTo>
                  <a:lnTo>
                    <a:pt x="18466" y="278958"/>
                  </a:lnTo>
                  <a:lnTo>
                    <a:pt x="17652" y="278067"/>
                  </a:lnTo>
                  <a:lnTo>
                    <a:pt x="16863" y="277175"/>
                  </a:lnTo>
                  <a:lnTo>
                    <a:pt x="16084" y="276284"/>
                  </a:lnTo>
                  <a:lnTo>
                    <a:pt x="15338" y="275393"/>
                  </a:lnTo>
                  <a:lnTo>
                    <a:pt x="14594" y="274502"/>
                  </a:lnTo>
                  <a:lnTo>
                    <a:pt x="13888" y="273610"/>
                  </a:lnTo>
                  <a:lnTo>
                    <a:pt x="13182" y="272719"/>
                  </a:lnTo>
                  <a:lnTo>
                    <a:pt x="12514" y="271828"/>
                  </a:lnTo>
                  <a:lnTo>
                    <a:pt x="11849" y="270937"/>
                  </a:lnTo>
                  <a:lnTo>
                    <a:pt x="11215" y="270045"/>
                  </a:lnTo>
                  <a:lnTo>
                    <a:pt x="10590" y="269154"/>
                  </a:lnTo>
                  <a:lnTo>
                    <a:pt x="9991" y="268263"/>
                  </a:lnTo>
                  <a:lnTo>
                    <a:pt x="9406" y="267372"/>
                  </a:lnTo>
                  <a:lnTo>
                    <a:pt x="8841" y="266481"/>
                  </a:lnTo>
                  <a:lnTo>
                    <a:pt x="8296" y="265589"/>
                  </a:lnTo>
                  <a:lnTo>
                    <a:pt x="7764" y="264698"/>
                  </a:lnTo>
                  <a:lnTo>
                    <a:pt x="7258" y="263807"/>
                  </a:lnTo>
                  <a:lnTo>
                    <a:pt x="6760" y="262916"/>
                  </a:lnTo>
                  <a:lnTo>
                    <a:pt x="6293" y="262024"/>
                  </a:lnTo>
                  <a:lnTo>
                    <a:pt x="5828" y="261133"/>
                  </a:lnTo>
                  <a:lnTo>
                    <a:pt x="5400" y="260242"/>
                  </a:lnTo>
                  <a:lnTo>
                    <a:pt x="4972" y="259351"/>
                  </a:lnTo>
                  <a:lnTo>
                    <a:pt x="4578" y="258459"/>
                  </a:lnTo>
                  <a:lnTo>
                    <a:pt x="4188" y="257568"/>
                  </a:lnTo>
                  <a:lnTo>
                    <a:pt x="3826" y="256677"/>
                  </a:lnTo>
                  <a:lnTo>
                    <a:pt x="3474" y="255786"/>
                  </a:lnTo>
                  <a:lnTo>
                    <a:pt x="3144" y="254894"/>
                  </a:lnTo>
                  <a:lnTo>
                    <a:pt x="2829" y="254003"/>
                  </a:lnTo>
                  <a:lnTo>
                    <a:pt x="2531" y="253112"/>
                  </a:lnTo>
                  <a:lnTo>
                    <a:pt x="2253" y="252221"/>
                  </a:lnTo>
                  <a:lnTo>
                    <a:pt x="1987" y="251329"/>
                  </a:lnTo>
                  <a:lnTo>
                    <a:pt x="1745" y="250438"/>
                  </a:lnTo>
                  <a:lnTo>
                    <a:pt x="1509" y="249547"/>
                  </a:lnTo>
                  <a:lnTo>
                    <a:pt x="1303" y="248656"/>
                  </a:lnTo>
                  <a:lnTo>
                    <a:pt x="1098" y="247764"/>
                  </a:lnTo>
                  <a:lnTo>
                    <a:pt x="927" y="246873"/>
                  </a:lnTo>
                  <a:lnTo>
                    <a:pt x="756" y="245982"/>
                  </a:lnTo>
                  <a:lnTo>
                    <a:pt x="616" y="245091"/>
                  </a:lnTo>
                  <a:lnTo>
                    <a:pt x="480" y="244199"/>
                  </a:lnTo>
                  <a:lnTo>
                    <a:pt x="369" y="243308"/>
                  </a:lnTo>
                  <a:lnTo>
                    <a:pt x="268" y="242417"/>
                  </a:lnTo>
                  <a:lnTo>
                    <a:pt x="186" y="241526"/>
                  </a:lnTo>
                  <a:lnTo>
                    <a:pt x="117" y="240635"/>
                  </a:lnTo>
                  <a:lnTo>
                    <a:pt x="64" y="239743"/>
                  </a:lnTo>
                  <a:lnTo>
                    <a:pt x="28" y="238852"/>
                  </a:lnTo>
                  <a:lnTo>
                    <a:pt x="3" y="237961"/>
                  </a:lnTo>
                  <a:lnTo>
                    <a:pt x="0" y="237070"/>
                  </a:lnTo>
                  <a:lnTo>
                    <a:pt x="1" y="236178"/>
                  </a:lnTo>
                  <a:lnTo>
                    <a:pt x="30" y="235287"/>
                  </a:lnTo>
                  <a:lnTo>
                    <a:pt x="58" y="234396"/>
                  </a:lnTo>
                  <a:lnTo>
                    <a:pt x="118" y="233505"/>
                  </a:lnTo>
                  <a:lnTo>
                    <a:pt x="177" y="232613"/>
                  </a:lnTo>
                  <a:lnTo>
                    <a:pt x="262" y="231722"/>
                  </a:lnTo>
                  <a:lnTo>
                    <a:pt x="352" y="230831"/>
                  </a:lnTo>
                  <a:lnTo>
                    <a:pt x="462" y="229940"/>
                  </a:lnTo>
                  <a:lnTo>
                    <a:pt x="581" y="229048"/>
                  </a:lnTo>
                  <a:lnTo>
                    <a:pt x="716" y="228157"/>
                  </a:lnTo>
                  <a:lnTo>
                    <a:pt x="863" y="227266"/>
                  </a:lnTo>
                  <a:lnTo>
                    <a:pt x="1021" y="226375"/>
                  </a:lnTo>
                  <a:lnTo>
                    <a:pt x="1196" y="225483"/>
                  </a:lnTo>
                  <a:lnTo>
                    <a:pt x="1378" y="224592"/>
                  </a:lnTo>
                  <a:lnTo>
                    <a:pt x="1580" y="223701"/>
                  </a:lnTo>
                  <a:lnTo>
                    <a:pt x="1785" y="222810"/>
                  </a:lnTo>
                  <a:lnTo>
                    <a:pt x="2012" y="221918"/>
                  </a:lnTo>
                  <a:lnTo>
                    <a:pt x="2239" y="221027"/>
                  </a:lnTo>
                  <a:lnTo>
                    <a:pt x="2491" y="220136"/>
                  </a:lnTo>
                  <a:lnTo>
                    <a:pt x="2744" y="219245"/>
                  </a:lnTo>
                  <a:lnTo>
                    <a:pt x="3016" y="218354"/>
                  </a:lnTo>
                  <a:lnTo>
                    <a:pt x="3292" y="217462"/>
                  </a:lnTo>
                  <a:lnTo>
                    <a:pt x="3584" y="216571"/>
                  </a:lnTo>
                  <a:lnTo>
                    <a:pt x="3883" y="215680"/>
                  </a:lnTo>
                  <a:lnTo>
                    <a:pt x="4195" y="214789"/>
                  </a:lnTo>
                  <a:lnTo>
                    <a:pt x="4516" y="213897"/>
                  </a:lnTo>
                  <a:lnTo>
                    <a:pt x="4845" y="213006"/>
                  </a:lnTo>
                  <a:lnTo>
                    <a:pt x="5187" y="212115"/>
                  </a:lnTo>
                  <a:lnTo>
                    <a:pt x="5534" y="211224"/>
                  </a:lnTo>
                  <a:lnTo>
                    <a:pt x="5896" y="210332"/>
                  </a:lnTo>
                  <a:lnTo>
                    <a:pt x="6260" y="209441"/>
                  </a:lnTo>
                  <a:lnTo>
                    <a:pt x="6641" y="208550"/>
                  </a:lnTo>
                  <a:lnTo>
                    <a:pt x="7021" y="207659"/>
                  </a:lnTo>
                  <a:lnTo>
                    <a:pt x="7419" y="206767"/>
                  </a:lnTo>
                  <a:lnTo>
                    <a:pt x="7817" y="205876"/>
                  </a:lnTo>
                  <a:lnTo>
                    <a:pt x="8229" y="204985"/>
                  </a:lnTo>
                  <a:lnTo>
                    <a:pt x="8644" y="204094"/>
                  </a:lnTo>
                  <a:lnTo>
                    <a:pt x="9069" y="203202"/>
                  </a:lnTo>
                  <a:lnTo>
                    <a:pt x="9499" y="202311"/>
                  </a:lnTo>
                  <a:lnTo>
                    <a:pt x="9937" y="201420"/>
                  </a:lnTo>
                  <a:lnTo>
                    <a:pt x="10382" y="200529"/>
                  </a:lnTo>
                  <a:lnTo>
                    <a:pt x="10832" y="199637"/>
                  </a:lnTo>
                  <a:lnTo>
                    <a:pt x="11290" y="198746"/>
                  </a:lnTo>
                  <a:lnTo>
                    <a:pt x="11750" y="197855"/>
                  </a:lnTo>
                  <a:lnTo>
                    <a:pt x="12220" y="196964"/>
                  </a:lnTo>
                  <a:lnTo>
                    <a:pt x="12691" y="196072"/>
                  </a:lnTo>
                  <a:lnTo>
                    <a:pt x="13172" y="195181"/>
                  </a:lnTo>
                  <a:lnTo>
                    <a:pt x="13653" y="194290"/>
                  </a:lnTo>
                  <a:lnTo>
                    <a:pt x="14143" y="193399"/>
                  </a:lnTo>
                  <a:lnTo>
                    <a:pt x="14633" y="192508"/>
                  </a:lnTo>
                  <a:lnTo>
                    <a:pt x="15131" y="191616"/>
                  </a:lnTo>
                  <a:lnTo>
                    <a:pt x="15630" y="190725"/>
                  </a:lnTo>
                  <a:lnTo>
                    <a:pt x="16134" y="189834"/>
                  </a:lnTo>
                  <a:lnTo>
                    <a:pt x="16641" y="188943"/>
                  </a:lnTo>
                  <a:lnTo>
                    <a:pt x="17151" y="188051"/>
                  </a:lnTo>
                  <a:lnTo>
                    <a:pt x="17665" y="187160"/>
                  </a:lnTo>
                  <a:lnTo>
                    <a:pt x="18180" y="186269"/>
                  </a:lnTo>
                  <a:lnTo>
                    <a:pt x="18699" y="185378"/>
                  </a:lnTo>
                  <a:lnTo>
                    <a:pt x="19219" y="184486"/>
                  </a:lnTo>
                  <a:lnTo>
                    <a:pt x="19742" y="183595"/>
                  </a:lnTo>
                  <a:lnTo>
                    <a:pt x="20265" y="182704"/>
                  </a:lnTo>
                  <a:lnTo>
                    <a:pt x="20791" y="181813"/>
                  </a:lnTo>
                  <a:lnTo>
                    <a:pt x="21318" y="180921"/>
                  </a:lnTo>
                  <a:lnTo>
                    <a:pt x="21846" y="180030"/>
                  </a:lnTo>
                  <a:lnTo>
                    <a:pt x="22375" y="179139"/>
                  </a:lnTo>
                  <a:lnTo>
                    <a:pt x="22905" y="178248"/>
                  </a:lnTo>
                  <a:lnTo>
                    <a:pt x="23435" y="177356"/>
                  </a:lnTo>
                  <a:lnTo>
                    <a:pt x="23966" y="176465"/>
                  </a:lnTo>
                  <a:lnTo>
                    <a:pt x="24497" y="175574"/>
                  </a:lnTo>
                  <a:lnTo>
                    <a:pt x="25027" y="174683"/>
                  </a:lnTo>
                  <a:lnTo>
                    <a:pt x="25557" y="173791"/>
                  </a:lnTo>
                  <a:lnTo>
                    <a:pt x="26087" y="172900"/>
                  </a:lnTo>
                  <a:lnTo>
                    <a:pt x="26617" y="172009"/>
                  </a:lnTo>
                  <a:lnTo>
                    <a:pt x="27145" y="171118"/>
                  </a:lnTo>
                  <a:lnTo>
                    <a:pt x="27673" y="170227"/>
                  </a:lnTo>
                  <a:lnTo>
                    <a:pt x="28200" y="169335"/>
                  </a:lnTo>
                  <a:lnTo>
                    <a:pt x="28725" y="168444"/>
                  </a:lnTo>
                  <a:lnTo>
                    <a:pt x="29249" y="167553"/>
                  </a:lnTo>
                  <a:lnTo>
                    <a:pt x="29771" y="166662"/>
                  </a:lnTo>
                  <a:lnTo>
                    <a:pt x="30293" y="165770"/>
                  </a:lnTo>
                  <a:lnTo>
                    <a:pt x="30811" y="164879"/>
                  </a:lnTo>
                  <a:lnTo>
                    <a:pt x="31329" y="163988"/>
                  </a:lnTo>
                  <a:lnTo>
                    <a:pt x="31844" y="163097"/>
                  </a:lnTo>
                  <a:lnTo>
                    <a:pt x="32358" y="162205"/>
                  </a:lnTo>
                  <a:lnTo>
                    <a:pt x="32869" y="161314"/>
                  </a:lnTo>
                  <a:lnTo>
                    <a:pt x="33378" y="160423"/>
                  </a:lnTo>
                  <a:lnTo>
                    <a:pt x="33885" y="159532"/>
                  </a:lnTo>
                  <a:lnTo>
                    <a:pt x="34389" y="158640"/>
                  </a:lnTo>
                  <a:lnTo>
                    <a:pt x="34892" y="157749"/>
                  </a:lnTo>
                  <a:lnTo>
                    <a:pt x="35391" y="156858"/>
                  </a:lnTo>
                  <a:lnTo>
                    <a:pt x="35890" y="155967"/>
                  </a:lnTo>
                  <a:lnTo>
                    <a:pt x="36383" y="155075"/>
                  </a:lnTo>
                  <a:lnTo>
                    <a:pt x="36877" y="154184"/>
                  </a:lnTo>
                  <a:lnTo>
                    <a:pt x="37366" y="153293"/>
                  </a:lnTo>
                  <a:lnTo>
                    <a:pt x="37854" y="152402"/>
                  </a:lnTo>
                  <a:lnTo>
                    <a:pt x="38338" y="151510"/>
                  </a:lnTo>
                  <a:lnTo>
                    <a:pt x="38821" y="150619"/>
                  </a:lnTo>
                  <a:lnTo>
                    <a:pt x="39301" y="149728"/>
                  </a:lnTo>
                  <a:lnTo>
                    <a:pt x="39778" y="148837"/>
                  </a:lnTo>
                  <a:lnTo>
                    <a:pt x="40254" y="147945"/>
                  </a:lnTo>
                  <a:lnTo>
                    <a:pt x="40727" y="147054"/>
                  </a:lnTo>
                  <a:lnTo>
                    <a:pt x="41199" y="146163"/>
                  </a:lnTo>
                  <a:lnTo>
                    <a:pt x="41667" y="145272"/>
                  </a:lnTo>
                  <a:lnTo>
                    <a:pt x="42135" y="144381"/>
                  </a:lnTo>
                  <a:lnTo>
                    <a:pt x="42599" y="143489"/>
                  </a:lnTo>
                  <a:lnTo>
                    <a:pt x="43064" y="142598"/>
                  </a:lnTo>
                  <a:lnTo>
                    <a:pt x="43525" y="141707"/>
                  </a:lnTo>
                  <a:lnTo>
                    <a:pt x="43986" y="140816"/>
                  </a:lnTo>
                  <a:lnTo>
                    <a:pt x="44444" y="139924"/>
                  </a:lnTo>
                  <a:lnTo>
                    <a:pt x="44903" y="139033"/>
                  </a:lnTo>
                  <a:lnTo>
                    <a:pt x="45360" y="138142"/>
                  </a:lnTo>
                  <a:lnTo>
                    <a:pt x="45816" y="137251"/>
                  </a:lnTo>
                  <a:lnTo>
                    <a:pt x="46272" y="136359"/>
                  </a:lnTo>
                  <a:lnTo>
                    <a:pt x="46727" y="135468"/>
                  </a:lnTo>
                  <a:lnTo>
                    <a:pt x="47183" y="134577"/>
                  </a:lnTo>
                  <a:lnTo>
                    <a:pt x="47638" y="133686"/>
                  </a:lnTo>
                  <a:lnTo>
                    <a:pt x="48094" y="132794"/>
                  </a:lnTo>
                  <a:lnTo>
                    <a:pt x="48551" y="131903"/>
                  </a:lnTo>
                  <a:lnTo>
                    <a:pt x="49008" y="131012"/>
                  </a:lnTo>
                  <a:lnTo>
                    <a:pt x="49467" y="130121"/>
                  </a:lnTo>
                  <a:lnTo>
                    <a:pt x="49926" y="129229"/>
                  </a:lnTo>
                  <a:lnTo>
                    <a:pt x="50389" y="128338"/>
                  </a:lnTo>
                  <a:lnTo>
                    <a:pt x="50852" y="127447"/>
                  </a:lnTo>
                  <a:lnTo>
                    <a:pt x="51320" y="126556"/>
                  </a:lnTo>
                  <a:lnTo>
                    <a:pt x="51788" y="125664"/>
                  </a:lnTo>
                  <a:lnTo>
                    <a:pt x="52261" y="124773"/>
                  </a:lnTo>
                  <a:lnTo>
                    <a:pt x="52737" y="123882"/>
                  </a:lnTo>
                  <a:lnTo>
                    <a:pt x="53217" y="122991"/>
                  </a:lnTo>
                  <a:lnTo>
                    <a:pt x="53701" y="122099"/>
                  </a:lnTo>
                  <a:lnTo>
                    <a:pt x="54189" y="121208"/>
                  </a:lnTo>
                  <a:lnTo>
                    <a:pt x="54683" y="120317"/>
                  </a:lnTo>
                  <a:lnTo>
                    <a:pt x="55181" y="119426"/>
                  </a:lnTo>
                  <a:lnTo>
                    <a:pt x="55688" y="118535"/>
                  </a:lnTo>
                  <a:lnTo>
                    <a:pt x="56197" y="117643"/>
                  </a:lnTo>
                  <a:lnTo>
                    <a:pt x="56718" y="116752"/>
                  </a:lnTo>
                  <a:lnTo>
                    <a:pt x="57239" y="115861"/>
                  </a:lnTo>
                  <a:lnTo>
                    <a:pt x="57776" y="114970"/>
                  </a:lnTo>
                  <a:lnTo>
                    <a:pt x="58314" y="114078"/>
                  </a:lnTo>
                  <a:lnTo>
                    <a:pt x="58867" y="113187"/>
                  </a:lnTo>
                  <a:lnTo>
                    <a:pt x="59423" y="112296"/>
                  </a:lnTo>
                  <a:lnTo>
                    <a:pt x="59993" y="111405"/>
                  </a:lnTo>
                  <a:lnTo>
                    <a:pt x="60570" y="110513"/>
                  </a:lnTo>
                  <a:lnTo>
                    <a:pt x="61160" y="109622"/>
                  </a:lnTo>
                  <a:lnTo>
                    <a:pt x="61760" y="108731"/>
                  </a:lnTo>
                  <a:lnTo>
                    <a:pt x="62371" y="107840"/>
                  </a:lnTo>
                  <a:lnTo>
                    <a:pt x="62997" y="106948"/>
                  </a:lnTo>
                  <a:lnTo>
                    <a:pt x="63629" y="106057"/>
                  </a:lnTo>
                  <a:lnTo>
                    <a:pt x="64283" y="105166"/>
                  </a:lnTo>
                  <a:lnTo>
                    <a:pt x="64940" y="104275"/>
                  </a:lnTo>
                  <a:lnTo>
                    <a:pt x="65625" y="103383"/>
                  </a:lnTo>
                  <a:lnTo>
                    <a:pt x="66309" y="102492"/>
                  </a:lnTo>
                  <a:lnTo>
                    <a:pt x="67026" y="101601"/>
                  </a:lnTo>
                  <a:lnTo>
                    <a:pt x="67743" y="100710"/>
                  </a:lnTo>
                  <a:lnTo>
                    <a:pt x="68490" y="99818"/>
                  </a:lnTo>
                  <a:lnTo>
                    <a:pt x="69243" y="98927"/>
                  </a:lnTo>
                  <a:lnTo>
                    <a:pt x="70022" y="98036"/>
                  </a:lnTo>
                  <a:lnTo>
                    <a:pt x="70814" y="97145"/>
                  </a:lnTo>
                  <a:lnTo>
                    <a:pt x="71627" y="96254"/>
                  </a:lnTo>
                  <a:lnTo>
                    <a:pt x="72459" y="95362"/>
                  </a:lnTo>
                  <a:lnTo>
                    <a:pt x="73308" y="94471"/>
                  </a:lnTo>
                  <a:lnTo>
                    <a:pt x="74184" y="93580"/>
                  </a:lnTo>
                  <a:lnTo>
                    <a:pt x="75071" y="92689"/>
                  </a:lnTo>
                  <a:lnTo>
                    <a:pt x="75994" y="91797"/>
                  </a:lnTo>
                  <a:lnTo>
                    <a:pt x="76920" y="90906"/>
                  </a:lnTo>
                  <a:lnTo>
                    <a:pt x="77891" y="90015"/>
                  </a:lnTo>
                  <a:lnTo>
                    <a:pt x="78863" y="89124"/>
                  </a:lnTo>
                  <a:lnTo>
                    <a:pt x="79882" y="88232"/>
                  </a:lnTo>
                  <a:lnTo>
                    <a:pt x="80905" y="87341"/>
                  </a:lnTo>
                  <a:lnTo>
                    <a:pt x="81971" y="86450"/>
                  </a:lnTo>
                  <a:lnTo>
                    <a:pt x="83048" y="85559"/>
                  </a:lnTo>
                  <a:lnTo>
                    <a:pt x="84162" y="84667"/>
                  </a:lnTo>
                  <a:lnTo>
                    <a:pt x="85295" y="83776"/>
                  </a:lnTo>
                  <a:lnTo>
                    <a:pt x="86459" y="82885"/>
                  </a:lnTo>
                  <a:lnTo>
                    <a:pt x="87651" y="81994"/>
                  </a:lnTo>
                  <a:lnTo>
                    <a:pt x="88866" y="81102"/>
                  </a:lnTo>
                  <a:lnTo>
                    <a:pt x="90120" y="80211"/>
                  </a:lnTo>
                  <a:lnTo>
                    <a:pt x="91388" y="79320"/>
                  </a:lnTo>
                  <a:lnTo>
                    <a:pt x="92707" y="78429"/>
                  </a:lnTo>
                  <a:lnTo>
                    <a:pt x="94029" y="77537"/>
                  </a:lnTo>
                  <a:lnTo>
                    <a:pt x="95414" y="76646"/>
                  </a:lnTo>
                  <a:lnTo>
                    <a:pt x="96798" y="75755"/>
                  </a:lnTo>
                  <a:lnTo>
                    <a:pt x="98246" y="74864"/>
                  </a:lnTo>
                  <a:lnTo>
                    <a:pt x="99699" y="73972"/>
                  </a:lnTo>
                  <a:lnTo>
                    <a:pt x="101207" y="73081"/>
                  </a:lnTo>
                  <a:lnTo>
                    <a:pt x="102730" y="72190"/>
                  </a:lnTo>
                  <a:lnTo>
                    <a:pt x="104299" y="71299"/>
                  </a:lnTo>
                  <a:lnTo>
                    <a:pt x="105896" y="70408"/>
                  </a:lnTo>
                  <a:lnTo>
                    <a:pt x="107528" y="69516"/>
                  </a:lnTo>
                  <a:lnTo>
                    <a:pt x="109198" y="68625"/>
                  </a:lnTo>
                  <a:lnTo>
                    <a:pt x="110895" y="67734"/>
                  </a:lnTo>
                  <a:lnTo>
                    <a:pt x="112641" y="66843"/>
                  </a:lnTo>
                  <a:lnTo>
                    <a:pt x="114403" y="65951"/>
                  </a:lnTo>
                  <a:lnTo>
                    <a:pt x="116228" y="65060"/>
                  </a:lnTo>
                  <a:lnTo>
                    <a:pt x="118056" y="64169"/>
                  </a:lnTo>
                  <a:lnTo>
                    <a:pt x="119960" y="63278"/>
                  </a:lnTo>
                  <a:lnTo>
                    <a:pt x="121864" y="62386"/>
                  </a:lnTo>
                  <a:lnTo>
                    <a:pt x="123840" y="61495"/>
                  </a:lnTo>
                  <a:lnTo>
                    <a:pt x="125824" y="60604"/>
                  </a:lnTo>
                  <a:lnTo>
                    <a:pt x="127870" y="59713"/>
                  </a:lnTo>
                  <a:lnTo>
                    <a:pt x="129936" y="58821"/>
                  </a:lnTo>
                  <a:lnTo>
                    <a:pt x="132053" y="57930"/>
                  </a:lnTo>
                  <a:lnTo>
                    <a:pt x="134201" y="57039"/>
                  </a:lnTo>
                  <a:lnTo>
                    <a:pt x="136389" y="56148"/>
                  </a:lnTo>
                  <a:lnTo>
                    <a:pt x="138621" y="55256"/>
                  </a:lnTo>
                  <a:lnTo>
                    <a:pt x="140880" y="54365"/>
                  </a:lnTo>
                  <a:lnTo>
                    <a:pt x="143196" y="53474"/>
                  </a:lnTo>
                  <a:lnTo>
                    <a:pt x="145527" y="52583"/>
                  </a:lnTo>
                  <a:lnTo>
                    <a:pt x="147927" y="51691"/>
                  </a:lnTo>
                  <a:lnTo>
                    <a:pt x="150330" y="50800"/>
                  </a:lnTo>
                  <a:lnTo>
                    <a:pt x="152816" y="49909"/>
                  </a:lnTo>
                  <a:lnTo>
                    <a:pt x="155301" y="49018"/>
                  </a:lnTo>
                  <a:lnTo>
                    <a:pt x="157861" y="48127"/>
                  </a:lnTo>
                  <a:lnTo>
                    <a:pt x="160432" y="47235"/>
                  </a:lnTo>
                  <a:lnTo>
                    <a:pt x="163064" y="46344"/>
                  </a:lnTo>
                  <a:lnTo>
                    <a:pt x="165719" y="45453"/>
                  </a:lnTo>
                  <a:lnTo>
                    <a:pt x="168424" y="44562"/>
                  </a:lnTo>
                  <a:lnTo>
                    <a:pt x="171163" y="43670"/>
                  </a:lnTo>
                  <a:lnTo>
                    <a:pt x="173939" y="42779"/>
                  </a:lnTo>
                  <a:lnTo>
                    <a:pt x="176762" y="41888"/>
                  </a:lnTo>
                  <a:lnTo>
                    <a:pt x="179610" y="40997"/>
                  </a:lnTo>
                  <a:lnTo>
                    <a:pt x="182516" y="40105"/>
                  </a:lnTo>
                  <a:lnTo>
                    <a:pt x="185434" y="39214"/>
                  </a:lnTo>
                  <a:lnTo>
                    <a:pt x="188422" y="38323"/>
                  </a:lnTo>
                  <a:lnTo>
                    <a:pt x="191411" y="37432"/>
                  </a:lnTo>
                  <a:lnTo>
                    <a:pt x="194479" y="36540"/>
                  </a:lnTo>
                  <a:lnTo>
                    <a:pt x="197548" y="35649"/>
                  </a:lnTo>
                  <a:lnTo>
                    <a:pt x="200685" y="34758"/>
                  </a:lnTo>
                  <a:lnTo>
                    <a:pt x="203834" y="33867"/>
                  </a:lnTo>
                  <a:lnTo>
                    <a:pt x="207038" y="32975"/>
                  </a:lnTo>
                  <a:lnTo>
                    <a:pt x="210264" y="32084"/>
                  </a:lnTo>
                  <a:lnTo>
                    <a:pt x="213533" y="31193"/>
                  </a:lnTo>
                  <a:lnTo>
                    <a:pt x="216836" y="30302"/>
                  </a:lnTo>
                  <a:lnTo>
                    <a:pt x="220169" y="29410"/>
                  </a:lnTo>
                  <a:lnTo>
                    <a:pt x="223546" y="28519"/>
                  </a:lnTo>
                  <a:lnTo>
                    <a:pt x="226942" y="27628"/>
                  </a:lnTo>
                  <a:lnTo>
                    <a:pt x="230391" y="26737"/>
                  </a:lnTo>
                  <a:lnTo>
                    <a:pt x="233849" y="25845"/>
                  </a:lnTo>
                  <a:lnTo>
                    <a:pt x="237367" y="24954"/>
                  </a:lnTo>
                  <a:lnTo>
                    <a:pt x="240885" y="24063"/>
                  </a:lnTo>
                  <a:lnTo>
                    <a:pt x="244469" y="23172"/>
                  </a:lnTo>
                  <a:lnTo>
                    <a:pt x="248055" y="22281"/>
                  </a:lnTo>
                  <a:lnTo>
                    <a:pt x="251694" y="21389"/>
                  </a:lnTo>
                  <a:lnTo>
                    <a:pt x="255344" y="20498"/>
                  </a:lnTo>
                  <a:lnTo>
                    <a:pt x="259037" y="19607"/>
                  </a:lnTo>
                  <a:lnTo>
                    <a:pt x="262749" y="18716"/>
                  </a:lnTo>
                  <a:lnTo>
                    <a:pt x="266492" y="17824"/>
                  </a:lnTo>
                  <a:lnTo>
                    <a:pt x="270263" y="16933"/>
                  </a:lnTo>
                  <a:lnTo>
                    <a:pt x="274055" y="16042"/>
                  </a:lnTo>
                  <a:lnTo>
                    <a:pt x="277881" y="15151"/>
                  </a:lnTo>
                  <a:lnTo>
                    <a:pt x="281720" y="14259"/>
                  </a:lnTo>
                  <a:lnTo>
                    <a:pt x="285598" y="13368"/>
                  </a:lnTo>
                  <a:lnTo>
                    <a:pt x="289481" y="12477"/>
                  </a:lnTo>
                  <a:lnTo>
                    <a:pt x="293408" y="11586"/>
                  </a:lnTo>
                  <a:lnTo>
                    <a:pt x="297335" y="10694"/>
                  </a:lnTo>
                  <a:lnTo>
                    <a:pt x="301305" y="9803"/>
                  </a:lnTo>
                  <a:lnTo>
                    <a:pt x="305277" y="8912"/>
                  </a:lnTo>
                  <a:lnTo>
                    <a:pt x="309283" y="8021"/>
                  </a:lnTo>
                  <a:lnTo>
                    <a:pt x="313297" y="7129"/>
                  </a:lnTo>
                  <a:lnTo>
                    <a:pt x="317336" y="6238"/>
                  </a:lnTo>
                  <a:lnTo>
                    <a:pt x="321387" y="5347"/>
                  </a:lnTo>
                  <a:lnTo>
                    <a:pt x="325457" y="4456"/>
                  </a:lnTo>
                  <a:lnTo>
                    <a:pt x="329542" y="3564"/>
                  </a:lnTo>
                  <a:lnTo>
                    <a:pt x="333639" y="2673"/>
                  </a:lnTo>
                  <a:lnTo>
                    <a:pt x="337755" y="1782"/>
                  </a:lnTo>
                  <a:lnTo>
                    <a:pt x="341876" y="891"/>
                  </a:lnTo>
                  <a:lnTo>
                    <a:pt x="346018" y="0"/>
                  </a:lnTo>
                  <a:lnTo>
                    <a:pt x="1198386" y="0"/>
                  </a:lnTo>
                  <a:lnTo>
                    <a:pt x="1202528" y="891"/>
                  </a:lnTo>
                  <a:lnTo>
                    <a:pt x="1206650" y="1782"/>
                  </a:lnTo>
                  <a:lnTo>
                    <a:pt x="1210765" y="2673"/>
                  </a:lnTo>
                  <a:lnTo>
                    <a:pt x="1214862" y="3564"/>
                  </a:lnTo>
                  <a:lnTo>
                    <a:pt x="1218948" y="4456"/>
                  </a:lnTo>
                  <a:lnTo>
                    <a:pt x="1223017" y="5347"/>
                  </a:lnTo>
                  <a:lnTo>
                    <a:pt x="1227068" y="6238"/>
                  </a:lnTo>
                  <a:lnTo>
                    <a:pt x="1231107" y="7129"/>
                  </a:lnTo>
                  <a:lnTo>
                    <a:pt x="1235121" y="8021"/>
                  </a:lnTo>
                  <a:lnTo>
                    <a:pt x="1239127" y="8912"/>
                  </a:lnTo>
                  <a:lnTo>
                    <a:pt x="1243099" y="9803"/>
                  </a:lnTo>
                  <a:lnTo>
                    <a:pt x="1247069" y="10694"/>
                  </a:lnTo>
                  <a:lnTo>
                    <a:pt x="1250996" y="11586"/>
                  </a:lnTo>
                  <a:lnTo>
                    <a:pt x="1254923" y="12477"/>
                  </a:lnTo>
                  <a:lnTo>
                    <a:pt x="1258806" y="13368"/>
                  </a:lnTo>
                  <a:lnTo>
                    <a:pt x="1262684" y="14259"/>
                  </a:lnTo>
                  <a:lnTo>
                    <a:pt x="1266523" y="15151"/>
                  </a:lnTo>
                  <a:lnTo>
                    <a:pt x="1270349" y="16042"/>
                  </a:lnTo>
                  <a:lnTo>
                    <a:pt x="1274142" y="16933"/>
                  </a:lnTo>
                  <a:lnTo>
                    <a:pt x="1277912" y="17824"/>
                  </a:lnTo>
                  <a:lnTo>
                    <a:pt x="1281656" y="18716"/>
                  </a:lnTo>
                  <a:lnTo>
                    <a:pt x="1285367" y="19607"/>
                  </a:lnTo>
                  <a:lnTo>
                    <a:pt x="1289060" y="20498"/>
                  </a:lnTo>
                  <a:lnTo>
                    <a:pt x="1292710" y="21389"/>
                  </a:lnTo>
                  <a:lnTo>
                    <a:pt x="1296349" y="22281"/>
                  </a:lnTo>
                  <a:lnTo>
                    <a:pt x="1299935" y="23172"/>
                  </a:lnTo>
                  <a:lnTo>
                    <a:pt x="1303519" y="24063"/>
                  </a:lnTo>
                  <a:lnTo>
                    <a:pt x="1307037" y="24954"/>
                  </a:lnTo>
                  <a:lnTo>
                    <a:pt x="1310556" y="25845"/>
                  </a:lnTo>
                  <a:lnTo>
                    <a:pt x="1314013" y="26737"/>
                  </a:lnTo>
                  <a:lnTo>
                    <a:pt x="1317462" y="27628"/>
                  </a:lnTo>
                  <a:lnTo>
                    <a:pt x="1320858" y="28519"/>
                  </a:lnTo>
                  <a:lnTo>
                    <a:pt x="1324235" y="29410"/>
                  </a:lnTo>
                  <a:lnTo>
                    <a:pt x="1327569" y="30302"/>
                  </a:lnTo>
                  <a:lnTo>
                    <a:pt x="1330871" y="31193"/>
                  </a:lnTo>
                  <a:lnTo>
                    <a:pt x="1334140" y="32084"/>
                  </a:lnTo>
                  <a:lnTo>
                    <a:pt x="1337367" y="32975"/>
                  </a:lnTo>
                  <a:lnTo>
                    <a:pt x="1340570" y="33867"/>
                  </a:lnTo>
                  <a:lnTo>
                    <a:pt x="1343719" y="34758"/>
                  </a:lnTo>
                  <a:lnTo>
                    <a:pt x="1346856" y="35649"/>
                  </a:lnTo>
                  <a:lnTo>
                    <a:pt x="1349925" y="36540"/>
                  </a:lnTo>
                  <a:lnTo>
                    <a:pt x="1352994" y="37432"/>
                  </a:lnTo>
                  <a:lnTo>
                    <a:pt x="1355982" y="38323"/>
                  </a:lnTo>
                  <a:lnTo>
                    <a:pt x="1358970" y="39214"/>
                  </a:lnTo>
                  <a:lnTo>
                    <a:pt x="1361888" y="40105"/>
                  </a:lnTo>
                  <a:lnTo>
                    <a:pt x="1364794" y="40997"/>
                  </a:lnTo>
                  <a:lnTo>
                    <a:pt x="1367642" y="41888"/>
                  </a:lnTo>
                  <a:lnTo>
                    <a:pt x="1370465" y="42779"/>
                  </a:lnTo>
                  <a:lnTo>
                    <a:pt x="1373241" y="43670"/>
                  </a:lnTo>
                  <a:lnTo>
                    <a:pt x="1375980" y="44562"/>
                  </a:lnTo>
                  <a:lnTo>
                    <a:pt x="1378685" y="45453"/>
                  </a:lnTo>
                  <a:lnTo>
                    <a:pt x="1381340" y="46344"/>
                  </a:lnTo>
                  <a:lnTo>
                    <a:pt x="1383972" y="47235"/>
                  </a:lnTo>
                  <a:lnTo>
                    <a:pt x="1386543" y="48127"/>
                  </a:lnTo>
                  <a:lnTo>
                    <a:pt x="1389103" y="49018"/>
                  </a:lnTo>
                  <a:lnTo>
                    <a:pt x="1391588" y="49909"/>
                  </a:lnTo>
                  <a:lnTo>
                    <a:pt x="1394074" y="50800"/>
                  </a:lnTo>
                  <a:lnTo>
                    <a:pt x="1396477" y="51691"/>
                  </a:lnTo>
                  <a:lnTo>
                    <a:pt x="1398878" y="52583"/>
                  </a:lnTo>
                  <a:lnTo>
                    <a:pt x="1401208" y="53474"/>
                  </a:lnTo>
                  <a:lnTo>
                    <a:pt x="1403525" y="54365"/>
                  </a:lnTo>
                  <a:lnTo>
                    <a:pt x="1405783" y="55256"/>
                  </a:lnTo>
                  <a:lnTo>
                    <a:pt x="1408016" y="56148"/>
                  </a:lnTo>
                  <a:lnTo>
                    <a:pt x="1410203" y="57039"/>
                  </a:lnTo>
                  <a:lnTo>
                    <a:pt x="1412352" y="57930"/>
                  </a:lnTo>
                  <a:lnTo>
                    <a:pt x="1414468" y="58821"/>
                  </a:lnTo>
                  <a:lnTo>
                    <a:pt x="1416534" y="59713"/>
                  </a:lnTo>
                  <a:lnTo>
                    <a:pt x="1418580" y="60604"/>
                  </a:lnTo>
                  <a:lnTo>
                    <a:pt x="1420564" y="61495"/>
                  </a:lnTo>
                  <a:lnTo>
                    <a:pt x="1422541" y="62386"/>
                  </a:lnTo>
                  <a:lnTo>
                    <a:pt x="1424445" y="63278"/>
                  </a:lnTo>
                  <a:lnTo>
                    <a:pt x="1426348" y="64169"/>
                  </a:lnTo>
                  <a:lnTo>
                    <a:pt x="1428177" y="65060"/>
                  </a:lnTo>
                  <a:lnTo>
                    <a:pt x="1430001" y="65951"/>
                  </a:lnTo>
                  <a:lnTo>
                    <a:pt x="1431763" y="66843"/>
                  </a:lnTo>
                  <a:lnTo>
                    <a:pt x="1433510" y="67734"/>
                  </a:lnTo>
                  <a:lnTo>
                    <a:pt x="1435206" y="68625"/>
                  </a:lnTo>
                  <a:lnTo>
                    <a:pt x="1436876" y="69516"/>
                  </a:lnTo>
                  <a:lnTo>
                    <a:pt x="1438509" y="70408"/>
                  </a:lnTo>
                  <a:lnTo>
                    <a:pt x="1440105" y="71299"/>
                  </a:lnTo>
                  <a:lnTo>
                    <a:pt x="1441674" y="72190"/>
                  </a:lnTo>
                  <a:lnTo>
                    <a:pt x="1443198" y="73081"/>
                  </a:lnTo>
                  <a:lnTo>
                    <a:pt x="1444705" y="73972"/>
                  </a:lnTo>
                  <a:lnTo>
                    <a:pt x="1446158" y="74864"/>
                  </a:lnTo>
                  <a:lnTo>
                    <a:pt x="1447606" y="75755"/>
                  </a:lnTo>
                  <a:lnTo>
                    <a:pt x="1448990" y="76646"/>
                  </a:lnTo>
                  <a:lnTo>
                    <a:pt x="1450375" y="77537"/>
                  </a:lnTo>
                  <a:lnTo>
                    <a:pt x="1451698" y="78429"/>
                  </a:lnTo>
                  <a:lnTo>
                    <a:pt x="1453016" y="79320"/>
                  </a:lnTo>
                  <a:lnTo>
                    <a:pt x="1454284" y="80211"/>
                  </a:lnTo>
                  <a:lnTo>
                    <a:pt x="1455538" y="81102"/>
                  </a:lnTo>
                  <a:lnTo>
                    <a:pt x="1456753" y="81994"/>
                  </a:lnTo>
                  <a:lnTo>
                    <a:pt x="1457946" y="82885"/>
                  </a:lnTo>
                  <a:lnTo>
                    <a:pt x="1459109" y="83776"/>
                  </a:lnTo>
                  <a:lnTo>
                    <a:pt x="1460243" y="84667"/>
                  </a:lnTo>
                  <a:lnTo>
                    <a:pt x="1461356" y="85559"/>
                  </a:lnTo>
                  <a:lnTo>
                    <a:pt x="1462433" y="86450"/>
                  </a:lnTo>
                  <a:lnTo>
                    <a:pt x="1463499" y="87341"/>
                  </a:lnTo>
                  <a:lnTo>
                    <a:pt x="1464522" y="88232"/>
                  </a:lnTo>
                  <a:lnTo>
                    <a:pt x="1465541" y="89124"/>
                  </a:lnTo>
                  <a:lnTo>
                    <a:pt x="1466513" y="90015"/>
                  </a:lnTo>
                  <a:lnTo>
                    <a:pt x="1467484" y="90906"/>
                  </a:lnTo>
                  <a:lnTo>
                    <a:pt x="1468411" y="91797"/>
                  </a:lnTo>
                  <a:lnTo>
                    <a:pt x="1469333" y="92689"/>
                  </a:lnTo>
                  <a:lnTo>
                    <a:pt x="1470220" y="93580"/>
                  </a:lnTo>
                  <a:lnTo>
                    <a:pt x="1471096" y="94471"/>
                  </a:lnTo>
                  <a:lnTo>
                    <a:pt x="1471945" y="95362"/>
                  </a:lnTo>
                  <a:lnTo>
                    <a:pt x="1472778" y="96254"/>
                  </a:lnTo>
                  <a:lnTo>
                    <a:pt x="1473591" y="97145"/>
                  </a:lnTo>
                  <a:lnTo>
                    <a:pt x="1474382" y="98036"/>
                  </a:lnTo>
                  <a:lnTo>
                    <a:pt x="1475161" y="98927"/>
                  </a:lnTo>
                  <a:lnTo>
                    <a:pt x="1475914" y="99818"/>
                  </a:lnTo>
                  <a:lnTo>
                    <a:pt x="1476661" y="100710"/>
                  </a:lnTo>
                  <a:lnTo>
                    <a:pt x="1477379" y="101601"/>
                  </a:lnTo>
                  <a:lnTo>
                    <a:pt x="1478095" y="102492"/>
                  </a:lnTo>
                  <a:lnTo>
                    <a:pt x="1478779" y="103383"/>
                  </a:lnTo>
                  <a:lnTo>
                    <a:pt x="1479464" y="104275"/>
                  </a:lnTo>
                  <a:lnTo>
                    <a:pt x="1480121" y="105166"/>
                  </a:lnTo>
                  <a:lnTo>
                    <a:pt x="1480775" y="106057"/>
                  </a:lnTo>
                  <a:lnTo>
                    <a:pt x="1481408" y="106948"/>
                  </a:lnTo>
                  <a:lnTo>
                    <a:pt x="1482033" y="107840"/>
                  </a:lnTo>
                  <a:lnTo>
                    <a:pt x="1482644" y="108731"/>
                  </a:lnTo>
                  <a:lnTo>
                    <a:pt x="1483244" y="109622"/>
                  </a:lnTo>
                  <a:lnTo>
                    <a:pt x="1483834" y="110513"/>
                  </a:lnTo>
                  <a:lnTo>
                    <a:pt x="1484411" y="111405"/>
                  </a:lnTo>
                  <a:lnTo>
                    <a:pt x="1484981" y="112296"/>
                  </a:lnTo>
                  <a:lnTo>
                    <a:pt x="1485538" y="113187"/>
                  </a:lnTo>
                  <a:lnTo>
                    <a:pt x="1486091" y="114078"/>
                  </a:lnTo>
                  <a:lnTo>
                    <a:pt x="1486628" y="114970"/>
                  </a:lnTo>
                  <a:lnTo>
                    <a:pt x="1487165" y="115861"/>
                  </a:lnTo>
                  <a:lnTo>
                    <a:pt x="1487687" y="116752"/>
                  </a:lnTo>
                  <a:lnTo>
                    <a:pt x="1488208" y="117643"/>
                  </a:lnTo>
                  <a:lnTo>
                    <a:pt x="1488716" y="118535"/>
                  </a:lnTo>
                  <a:lnTo>
                    <a:pt x="1489223" y="119426"/>
                  </a:lnTo>
                  <a:lnTo>
                    <a:pt x="1489721" y="120317"/>
                  </a:lnTo>
                  <a:lnTo>
                    <a:pt x="1490215" y="121208"/>
                  </a:lnTo>
                  <a:lnTo>
                    <a:pt x="1490703" y="122099"/>
                  </a:lnTo>
                  <a:lnTo>
                    <a:pt x="1491187" y="122991"/>
                  </a:lnTo>
                  <a:lnTo>
                    <a:pt x="1491668" y="123882"/>
                  </a:lnTo>
                  <a:lnTo>
                    <a:pt x="1492143" y="124773"/>
                  </a:lnTo>
                  <a:lnTo>
                    <a:pt x="1492616" y="125664"/>
                  </a:lnTo>
                  <a:lnTo>
                    <a:pt x="1493085" y="126556"/>
                  </a:lnTo>
                  <a:lnTo>
                    <a:pt x="1493552" y="127447"/>
                  </a:lnTo>
                  <a:lnTo>
                    <a:pt x="1494015" y="128338"/>
                  </a:lnTo>
                  <a:lnTo>
                    <a:pt x="1494478" y="129229"/>
                  </a:lnTo>
                  <a:lnTo>
                    <a:pt x="1494937" y="130121"/>
                  </a:lnTo>
                  <a:lnTo>
                    <a:pt x="1495397" y="131012"/>
                  </a:lnTo>
                  <a:lnTo>
                    <a:pt x="1495854" y="131903"/>
                  </a:lnTo>
                  <a:lnTo>
                    <a:pt x="1496310" y="132794"/>
                  </a:lnTo>
                  <a:lnTo>
                    <a:pt x="1496766" y="133686"/>
                  </a:lnTo>
                  <a:lnTo>
                    <a:pt x="1497222" y="134577"/>
                  </a:lnTo>
                  <a:lnTo>
                    <a:pt x="1497677" y="135468"/>
                  </a:lnTo>
                  <a:lnTo>
                    <a:pt x="1498132" y="136359"/>
                  </a:lnTo>
                  <a:lnTo>
                    <a:pt x="1498588" y="137251"/>
                  </a:lnTo>
                  <a:lnTo>
                    <a:pt x="1499045" y="138142"/>
                  </a:lnTo>
                  <a:lnTo>
                    <a:pt x="1499502" y="139033"/>
                  </a:lnTo>
                  <a:lnTo>
                    <a:pt x="1499960" y="139924"/>
                  </a:lnTo>
                  <a:lnTo>
                    <a:pt x="1500419" y="140816"/>
                  </a:lnTo>
                  <a:lnTo>
                    <a:pt x="1500880" y="141707"/>
                  </a:lnTo>
                  <a:lnTo>
                    <a:pt x="1501341" y="142598"/>
                  </a:lnTo>
                  <a:lnTo>
                    <a:pt x="1501805" y="143489"/>
                  </a:lnTo>
                  <a:lnTo>
                    <a:pt x="1502269" y="144381"/>
                  </a:lnTo>
                  <a:lnTo>
                    <a:pt x="1502737" y="145272"/>
                  </a:lnTo>
                  <a:lnTo>
                    <a:pt x="1503206" y="146163"/>
                  </a:lnTo>
                  <a:lnTo>
                    <a:pt x="1503677" y="147054"/>
                  </a:lnTo>
                  <a:lnTo>
                    <a:pt x="1504150" y="147945"/>
                  </a:lnTo>
                  <a:lnTo>
                    <a:pt x="1504626" y="148837"/>
                  </a:lnTo>
                  <a:lnTo>
                    <a:pt x="1505104" y="149728"/>
                  </a:lnTo>
                  <a:lnTo>
                    <a:pt x="1505583" y="150619"/>
                  </a:lnTo>
                  <a:lnTo>
                    <a:pt x="1506066" y="151510"/>
                  </a:lnTo>
                  <a:lnTo>
                    <a:pt x="1506551" y="152402"/>
                  </a:lnTo>
                  <a:lnTo>
                    <a:pt x="1507039" y="153293"/>
                  </a:lnTo>
                  <a:lnTo>
                    <a:pt x="1507527" y="154184"/>
                  </a:lnTo>
                  <a:lnTo>
                    <a:pt x="1508021" y="155075"/>
                  </a:lnTo>
                  <a:lnTo>
                    <a:pt x="1508514" y="155967"/>
                  </a:lnTo>
                  <a:lnTo>
                    <a:pt x="1509013" y="156858"/>
                  </a:lnTo>
                  <a:lnTo>
                    <a:pt x="1509512" y="157749"/>
                  </a:lnTo>
                  <a:lnTo>
                    <a:pt x="1510015" y="158640"/>
                  </a:lnTo>
                  <a:lnTo>
                    <a:pt x="1510519" y="159532"/>
                  </a:lnTo>
                  <a:lnTo>
                    <a:pt x="1511026" y="160423"/>
                  </a:lnTo>
                  <a:lnTo>
                    <a:pt x="1511535" y="161314"/>
                  </a:lnTo>
                  <a:lnTo>
                    <a:pt x="1512046" y="162205"/>
                  </a:lnTo>
                  <a:lnTo>
                    <a:pt x="1512560" y="163097"/>
                  </a:lnTo>
                  <a:lnTo>
                    <a:pt x="1513075" y="163988"/>
                  </a:lnTo>
                  <a:lnTo>
                    <a:pt x="1513593" y="164879"/>
                  </a:lnTo>
                  <a:lnTo>
                    <a:pt x="1514112" y="165770"/>
                  </a:lnTo>
                  <a:lnTo>
                    <a:pt x="1514633" y="166662"/>
                  </a:lnTo>
                  <a:lnTo>
                    <a:pt x="1515155" y="167553"/>
                  </a:lnTo>
                  <a:lnTo>
                    <a:pt x="1515680" y="168444"/>
                  </a:lnTo>
                  <a:lnTo>
                    <a:pt x="1516204" y="169335"/>
                  </a:lnTo>
                  <a:lnTo>
                    <a:pt x="1516731" y="170227"/>
                  </a:lnTo>
                  <a:lnTo>
                    <a:pt x="1517259" y="171118"/>
                  </a:lnTo>
                  <a:lnTo>
                    <a:pt x="1517788" y="172009"/>
                  </a:lnTo>
                  <a:lnTo>
                    <a:pt x="1518317" y="172900"/>
                  </a:lnTo>
                  <a:lnTo>
                    <a:pt x="1518847" y="173791"/>
                  </a:lnTo>
                  <a:lnTo>
                    <a:pt x="1519377" y="174683"/>
                  </a:lnTo>
                  <a:lnTo>
                    <a:pt x="1519908" y="175574"/>
                  </a:lnTo>
                  <a:lnTo>
                    <a:pt x="1520438" y="176465"/>
                  </a:lnTo>
                  <a:lnTo>
                    <a:pt x="1520969" y="177356"/>
                  </a:lnTo>
                  <a:lnTo>
                    <a:pt x="1521499" y="178248"/>
                  </a:lnTo>
                  <a:lnTo>
                    <a:pt x="1522029" y="179139"/>
                  </a:lnTo>
                  <a:lnTo>
                    <a:pt x="1522558" y="180030"/>
                  </a:lnTo>
                  <a:lnTo>
                    <a:pt x="1523086" y="180921"/>
                  </a:lnTo>
                  <a:lnTo>
                    <a:pt x="1523613" y="181813"/>
                  </a:lnTo>
                  <a:lnTo>
                    <a:pt x="1524139" y="182704"/>
                  </a:lnTo>
                  <a:lnTo>
                    <a:pt x="1524663" y="183595"/>
                  </a:lnTo>
                  <a:lnTo>
                    <a:pt x="1525186" y="184486"/>
                  </a:lnTo>
                  <a:lnTo>
                    <a:pt x="1525705" y="185378"/>
                  </a:lnTo>
                  <a:lnTo>
                    <a:pt x="1526224" y="186269"/>
                  </a:lnTo>
                  <a:lnTo>
                    <a:pt x="1526739" y="187160"/>
                  </a:lnTo>
                  <a:lnTo>
                    <a:pt x="1527253" y="188051"/>
                  </a:lnTo>
                  <a:lnTo>
                    <a:pt x="1527763" y="188943"/>
                  </a:lnTo>
                  <a:lnTo>
                    <a:pt x="1528270" y="189834"/>
                  </a:lnTo>
                  <a:lnTo>
                    <a:pt x="1528774" y="190725"/>
                  </a:lnTo>
                  <a:lnTo>
                    <a:pt x="1529273" y="191616"/>
                  </a:lnTo>
                  <a:lnTo>
                    <a:pt x="1529771" y="192508"/>
                  </a:lnTo>
                  <a:lnTo>
                    <a:pt x="1530261" y="193399"/>
                  </a:lnTo>
                  <a:lnTo>
                    <a:pt x="1530752" y="194290"/>
                  </a:lnTo>
                  <a:lnTo>
                    <a:pt x="1531232" y="195181"/>
                  </a:lnTo>
                  <a:lnTo>
                    <a:pt x="1531713" y="196072"/>
                  </a:lnTo>
                  <a:lnTo>
                    <a:pt x="1532184" y="196964"/>
                  </a:lnTo>
                  <a:lnTo>
                    <a:pt x="1532654" y="197855"/>
                  </a:lnTo>
                  <a:lnTo>
                    <a:pt x="1533115" y="198746"/>
                  </a:lnTo>
                  <a:lnTo>
                    <a:pt x="1533573" y="199637"/>
                  </a:lnTo>
                  <a:lnTo>
                    <a:pt x="1534022" y="200529"/>
                  </a:lnTo>
                  <a:lnTo>
                    <a:pt x="1534467" y="201420"/>
                  </a:lnTo>
                  <a:lnTo>
                    <a:pt x="1534905" y="202311"/>
                  </a:lnTo>
                  <a:lnTo>
                    <a:pt x="1535335" y="203202"/>
                  </a:lnTo>
                  <a:lnTo>
                    <a:pt x="1535760" y="204094"/>
                  </a:lnTo>
                  <a:lnTo>
                    <a:pt x="1536175" y="204985"/>
                  </a:lnTo>
                  <a:lnTo>
                    <a:pt x="1536587" y="205876"/>
                  </a:lnTo>
                  <a:lnTo>
                    <a:pt x="1536985" y="206767"/>
                  </a:lnTo>
                  <a:lnTo>
                    <a:pt x="1537383" y="207659"/>
                  </a:lnTo>
                  <a:lnTo>
                    <a:pt x="1537764" y="208550"/>
                  </a:lnTo>
                  <a:lnTo>
                    <a:pt x="1538144" y="209441"/>
                  </a:lnTo>
                  <a:lnTo>
                    <a:pt x="1538508" y="210332"/>
                  </a:lnTo>
                  <a:lnTo>
                    <a:pt x="1538870" y="211224"/>
                  </a:lnTo>
                  <a:lnTo>
                    <a:pt x="1539217" y="212115"/>
                  </a:lnTo>
                  <a:lnTo>
                    <a:pt x="1539559" y="213006"/>
                  </a:lnTo>
                  <a:lnTo>
                    <a:pt x="1539889" y="213897"/>
                  </a:lnTo>
                  <a:lnTo>
                    <a:pt x="1540210" y="214789"/>
                  </a:lnTo>
                  <a:lnTo>
                    <a:pt x="1540521" y="215680"/>
                  </a:lnTo>
                  <a:lnTo>
                    <a:pt x="1540820" y="216571"/>
                  </a:lnTo>
                  <a:lnTo>
                    <a:pt x="1541112" y="217462"/>
                  </a:lnTo>
                  <a:lnTo>
                    <a:pt x="1541388" y="218354"/>
                  </a:lnTo>
                  <a:lnTo>
                    <a:pt x="1541661" y="219245"/>
                  </a:lnTo>
                  <a:lnTo>
                    <a:pt x="1541913" y="220136"/>
                  </a:lnTo>
                  <a:lnTo>
                    <a:pt x="1542165" y="221027"/>
                  </a:lnTo>
                  <a:lnTo>
                    <a:pt x="1542392" y="221918"/>
                  </a:lnTo>
                  <a:lnTo>
                    <a:pt x="1542619" y="222810"/>
                  </a:lnTo>
                  <a:lnTo>
                    <a:pt x="1542824" y="223701"/>
                  </a:lnTo>
                  <a:lnTo>
                    <a:pt x="1543026" y="224592"/>
                  </a:lnTo>
                  <a:lnTo>
                    <a:pt x="1543208" y="225483"/>
                  </a:lnTo>
                  <a:lnTo>
                    <a:pt x="1543383" y="226375"/>
                  </a:lnTo>
                  <a:lnTo>
                    <a:pt x="1543542" y="227266"/>
                  </a:lnTo>
                  <a:lnTo>
                    <a:pt x="1543689" y="228157"/>
                  </a:lnTo>
                  <a:lnTo>
                    <a:pt x="1543824" y="229048"/>
                  </a:lnTo>
                  <a:lnTo>
                    <a:pt x="1543942" y="229940"/>
                  </a:lnTo>
                  <a:lnTo>
                    <a:pt x="1544053" y="230831"/>
                  </a:lnTo>
                  <a:lnTo>
                    <a:pt x="1544142" y="231722"/>
                  </a:lnTo>
                  <a:lnTo>
                    <a:pt x="1544227" y="232613"/>
                  </a:lnTo>
                  <a:lnTo>
                    <a:pt x="1544286" y="233505"/>
                  </a:lnTo>
                  <a:lnTo>
                    <a:pt x="1544346" y="234396"/>
                  </a:lnTo>
                  <a:lnTo>
                    <a:pt x="1544374" y="235287"/>
                  </a:lnTo>
                  <a:lnTo>
                    <a:pt x="1544403" y="236178"/>
                  </a:lnTo>
                  <a:lnTo>
                    <a:pt x="1544405" y="237070"/>
                  </a:lnTo>
                  <a:lnTo>
                    <a:pt x="1544402" y="237961"/>
                  </a:lnTo>
                  <a:lnTo>
                    <a:pt x="1544376" y="238852"/>
                  </a:lnTo>
                  <a:lnTo>
                    <a:pt x="1544341" y="239743"/>
                  </a:lnTo>
                  <a:lnTo>
                    <a:pt x="1544287" y="240635"/>
                  </a:lnTo>
                  <a:lnTo>
                    <a:pt x="1544219" y="241526"/>
                  </a:lnTo>
                  <a:lnTo>
                    <a:pt x="1544137" y="242417"/>
                  </a:lnTo>
                  <a:lnTo>
                    <a:pt x="1544035" y="243308"/>
                  </a:lnTo>
                  <a:lnTo>
                    <a:pt x="1543924" y="244199"/>
                  </a:lnTo>
                  <a:lnTo>
                    <a:pt x="1543788" y="245091"/>
                  </a:lnTo>
                  <a:lnTo>
                    <a:pt x="1543648" y="245982"/>
                  </a:lnTo>
                  <a:lnTo>
                    <a:pt x="1543477" y="246873"/>
                  </a:lnTo>
                  <a:lnTo>
                    <a:pt x="1543306" y="247764"/>
                  </a:lnTo>
                  <a:lnTo>
                    <a:pt x="1543101" y="248656"/>
                  </a:lnTo>
                  <a:lnTo>
                    <a:pt x="1542895" y="249547"/>
                  </a:lnTo>
                  <a:lnTo>
                    <a:pt x="1542660" y="250438"/>
                  </a:lnTo>
                  <a:lnTo>
                    <a:pt x="1542418" y="251329"/>
                  </a:lnTo>
                  <a:lnTo>
                    <a:pt x="1542151" y="252221"/>
                  </a:lnTo>
                  <a:lnTo>
                    <a:pt x="1541873" y="253112"/>
                  </a:lnTo>
                  <a:lnTo>
                    <a:pt x="1541575" y="254003"/>
                  </a:lnTo>
                  <a:lnTo>
                    <a:pt x="1541260" y="254894"/>
                  </a:lnTo>
                  <a:lnTo>
                    <a:pt x="1540930" y="255786"/>
                  </a:lnTo>
                  <a:lnTo>
                    <a:pt x="1540578" y="256677"/>
                  </a:lnTo>
                  <a:lnTo>
                    <a:pt x="1540216" y="257568"/>
                  </a:lnTo>
                  <a:lnTo>
                    <a:pt x="1539826" y="258459"/>
                  </a:lnTo>
                  <a:lnTo>
                    <a:pt x="1539432" y="259351"/>
                  </a:lnTo>
                  <a:lnTo>
                    <a:pt x="1539004" y="260242"/>
                  </a:lnTo>
                  <a:lnTo>
                    <a:pt x="1538576" y="261133"/>
                  </a:lnTo>
                  <a:lnTo>
                    <a:pt x="1538111" y="262024"/>
                  </a:lnTo>
                  <a:lnTo>
                    <a:pt x="1537644" y="262916"/>
                  </a:lnTo>
                  <a:lnTo>
                    <a:pt x="1537146" y="263807"/>
                  </a:lnTo>
                  <a:lnTo>
                    <a:pt x="1536640" y="264698"/>
                  </a:lnTo>
                  <a:lnTo>
                    <a:pt x="1536109" y="265589"/>
                  </a:lnTo>
                  <a:lnTo>
                    <a:pt x="1535564" y="266481"/>
                  </a:lnTo>
                  <a:lnTo>
                    <a:pt x="1534998" y="267372"/>
                  </a:lnTo>
                  <a:lnTo>
                    <a:pt x="1534413" y="268263"/>
                  </a:lnTo>
                  <a:lnTo>
                    <a:pt x="1533814" y="269154"/>
                  </a:lnTo>
                  <a:lnTo>
                    <a:pt x="1533189" y="270045"/>
                  </a:lnTo>
                  <a:lnTo>
                    <a:pt x="1532555" y="270937"/>
                  </a:lnTo>
                  <a:lnTo>
                    <a:pt x="1531890" y="271828"/>
                  </a:lnTo>
                  <a:lnTo>
                    <a:pt x="1531222" y="272719"/>
                  </a:lnTo>
                  <a:lnTo>
                    <a:pt x="1530516" y="273610"/>
                  </a:lnTo>
                  <a:lnTo>
                    <a:pt x="1529811" y="274502"/>
                  </a:lnTo>
                  <a:lnTo>
                    <a:pt x="1529067" y="275393"/>
                  </a:lnTo>
                  <a:lnTo>
                    <a:pt x="1528320" y="276284"/>
                  </a:lnTo>
                  <a:lnTo>
                    <a:pt x="1527541" y="277175"/>
                  </a:lnTo>
                  <a:lnTo>
                    <a:pt x="1526753" y="278067"/>
                  </a:lnTo>
                  <a:lnTo>
                    <a:pt x="1525938" y="278958"/>
                  </a:lnTo>
                  <a:lnTo>
                    <a:pt x="1525108" y="279849"/>
                  </a:lnTo>
                  <a:lnTo>
                    <a:pt x="1524258" y="280740"/>
                  </a:lnTo>
                  <a:lnTo>
                    <a:pt x="1523387" y="281632"/>
                  </a:lnTo>
                  <a:lnTo>
                    <a:pt x="1522500" y="282523"/>
                  </a:lnTo>
                  <a:lnTo>
                    <a:pt x="1521587" y="283414"/>
                  </a:lnTo>
                  <a:lnTo>
                    <a:pt x="1520664" y="284305"/>
                  </a:lnTo>
                  <a:lnTo>
                    <a:pt x="1519708" y="285197"/>
                  </a:lnTo>
                  <a:lnTo>
                    <a:pt x="1518750" y="286088"/>
                  </a:lnTo>
                  <a:lnTo>
                    <a:pt x="1517751" y="286979"/>
                  </a:lnTo>
                  <a:lnTo>
                    <a:pt x="1516752" y="287870"/>
                  </a:lnTo>
                  <a:lnTo>
                    <a:pt x="1515714" y="288762"/>
                  </a:lnTo>
                  <a:lnTo>
                    <a:pt x="1514672" y="289653"/>
                  </a:lnTo>
                  <a:lnTo>
                    <a:pt x="1513597" y="290544"/>
                  </a:lnTo>
                  <a:lnTo>
                    <a:pt x="1512512" y="291435"/>
                  </a:lnTo>
                  <a:lnTo>
                    <a:pt x="1511400" y="292327"/>
                  </a:lnTo>
                  <a:lnTo>
                    <a:pt x="1510271" y="293218"/>
                  </a:lnTo>
                  <a:lnTo>
                    <a:pt x="1509122" y="294109"/>
                  </a:lnTo>
                  <a:lnTo>
                    <a:pt x="1507949" y="295000"/>
                  </a:lnTo>
                  <a:lnTo>
                    <a:pt x="1506762" y="295891"/>
                  </a:lnTo>
                  <a:lnTo>
                    <a:pt x="1505546" y="296783"/>
                  </a:lnTo>
                  <a:lnTo>
                    <a:pt x="1504321" y="297674"/>
                  </a:lnTo>
                  <a:lnTo>
                    <a:pt x="1503060" y="298565"/>
                  </a:lnTo>
                  <a:lnTo>
                    <a:pt x="1501798" y="299456"/>
                  </a:lnTo>
                  <a:lnTo>
                    <a:pt x="1500492" y="300348"/>
                  </a:lnTo>
                  <a:lnTo>
                    <a:pt x="1499187" y="301239"/>
                  </a:lnTo>
                  <a:lnTo>
                    <a:pt x="1497841" y="302130"/>
                  </a:lnTo>
                  <a:lnTo>
                    <a:pt x="1496491" y="303021"/>
                  </a:lnTo>
                  <a:lnTo>
                    <a:pt x="1495108" y="303913"/>
                  </a:lnTo>
                  <a:lnTo>
                    <a:pt x="1493712" y="304804"/>
                  </a:lnTo>
                  <a:lnTo>
                    <a:pt x="1492290" y="305695"/>
                  </a:lnTo>
                  <a:lnTo>
                    <a:pt x="1490849" y="306586"/>
                  </a:lnTo>
                  <a:lnTo>
                    <a:pt x="1489388" y="307478"/>
                  </a:lnTo>
                  <a:lnTo>
                    <a:pt x="1487902" y="308369"/>
                  </a:lnTo>
                  <a:lnTo>
                    <a:pt x="1486402" y="309260"/>
                  </a:lnTo>
                  <a:lnTo>
                    <a:pt x="1484871" y="310151"/>
                  </a:lnTo>
                  <a:lnTo>
                    <a:pt x="1483332" y="311043"/>
                  </a:lnTo>
                  <a:lnTo>
                    <a:pt x="1481754" y="311934"/>
                  </a:lnTo>
                  <a:lnTo>
                    <a:pt x="1480176" y="312825"/>
                  </a:lnTo>
                  <a:lnTo>
                    <a:pt x="1478553" y="313716"/>
                  </a:lnTo>
                  <a:lnTo>
                    <a:pt x="1476929" y="314608"/>
                  </a:lnTo>
                  <a:lnTo>
                    <a:pt x="1475266" y="315499"/>
                  </a:lnTo>
                  <a:lnTo>
                    <a:pt x="1473596" y="316390"/>
                  </a:lnTo>
                  <a:lnTo>
                    <a:pt x="1471893" y="317281"/>
                  </a:lnTo>
                  <a:lnTo>
                    <a:pt x="1470177" y="318172"/>
                  </a:lnTo>
                  <a:lnTo>
                    <a:pt x="1468434" y="319064"/>
                  </a:lnTo>
                  <a:lnTo>
                    <a:pt x="1466672" y="319955"/>
                  </a:lnTo>
                  <a:lnTo>
                    <a:pt x="1464889" y="320846"/>
                  </a:lnTo>
                  <a:lnTo>
                    <a:pt x="1463080" y="321737"/>
                  </a:lnTo>
                  <a:lnTo>
                    <a:pt x="1461258" y="322629"/>
                  </a:lnTo>
                  <a:lnTo>
                    <a:pt x="1459402" y="323520"/>
                  </a:lnTo>
                  <a:lnTo>
                    <a:pt x="1457540" y="324411"/>
                  </a:lnTo>
                  <a:lnTo>
                    <a:pt x="1455638" y="325302"/>
                  </a:lnTo>
                  <a:lnTo>
                    <a:pt x="1453736" y="326194"/>
                  </a:lnTo>
                  <a:lnTo>
                    <a:pt x="1451788" y="327085"/>
                  </a:lnTo>
                  <a:lnTo>
                    <a:pt x="1449839" y="327976"/>
                  </a:lnTo>
                  <a:lnTo>
                    <a:pt x="1447850" y="328867"/>
                  </a:lnTo>
                  <a:lnTo>
                    <a:pt x="1445855" y="329759"/>
                  </a:lnTo>
                  <a:lnTo>
                    <a:pt x="1443827" y="330650"/>
                  </a:lnTo>
                  <a:lnTo>
                    <a:pt x="1441785" y="331541"/>
                  </a:lnTo>
                  <a:lnTo>
                    <a:pt x="1439717" y="332432"/>
                  </a:lnTo>
                  <a:lnTo>
                    <a:pt x="1437629" y="333324"/>
                  </a:lnTo>
                  <a:lnTo>
                    <a:pt x="1435521" y="334215"/>
                  </a:lnTo>
                  <a:lnTo>
                    <a:pt x="1433386" y="335106"/>
                  </a:lnTo>
                  <a:lnTo>
                    <a:pt x="1431239" y="335997"/>
                  </a:lnTo>
                  <a:lnTo>
                    <a:pt x="1429058" y="336889"/>
                  </a:lnTo>
                  <a:lnTo>
                    <a:pt x="1426872" y="337780"/>
                  </a:lnTo>
                  <a:lnTo>
                    <a:pt x="1424645" y="338671"/>
                  </a:lnTo>
                  <a:lnTo>
                    <a:pt x="1422418" y="339562"/>
                  </a:lnTo>
                  <a:lnTo>
                    <a:pt x="1420147" y="340454"/>
                  </a:lnTo>
                  <a:lnTo>
                    <a:pt x="1417874" y="341345"/>
                  </a:lnTo>
                  <a:lnTo>
                    <a:pt x="1415564" y="342236"/>
                  </a:lnTo>
                  <a:lnTo>
                    <a:pt x="1413246" y="343127"/>
                  </a:lnTo>
                  <a:lnTo>
                    <a:pt x="1410897" y="344018"/>
                  </a:lnTo>
                  <a:lnTo>
                    <a:pt x="1408534" y="344910"/>
                  </a:lnTo>
                  <a:lnTo>
                    <a:pt x="1406147" y="345801"/>
                  </a:lnTo>
                  <a:lnTo>
                    <a:pt x="1403740" y="346692"/>
                  </a:lnTo>
                  <a:lnTo>
                    <a:pt x="1401315" y="347583"/>
                  </a:lnTo>
                  <a:lnTo>
                    <a:pt x="1398863" y="348475"/>
                  </a:lnTo>
                  <a:lnTo>
                    <a:pt x="1396400" y="349366"/>
                  </a:lnTo>
                  <a:lnTo>
                    <a:pt x="1393905" y="350257"/>
                  </a:lnTo>
                  <a:lnTo>
                    <a:pt x="1391405" y="351148"/>
                  </a:lnTo>
                  <a:lnTo>
                    <a:pt x="1388867" y="352040"/>
                  </a:lnTo>
                  <a:lnTo>
                    <a:pt x="1386328" y="352931"/>
                  </a:lnTo>
                  <a:lnTo>
                    <a:pt x="1383749" y="353822"/>
                  </a:lnTo>
                  <a:lnTo>
                    <a:pt x="1381169" y="354713"/>
                  </a:lnTo>
                  <a:lnTo>
                    <a:pt x="1378554" y="355605"/>
                  </a:lnTo>
                  <a:lnTo>
                    <a:pt x="1375931" y="356496"/>
                  </a:lnTo>
                  <a:lnTo>
                    <a:pt x="1373281" y="357387"/>
                  </a:lnTo>
                  <a:lnTo>
                    <a:pt x="1370617" y="358278"/>
                  </a:lnTo>
                  <a:lnTo>
                    <a:pt x="1367933" y="359170"/>
                  </a:lnTo>
                  <a:lnTo>
                    <a:pt x="1365229" y="360061"/>
                  </a:lnTo>
                  <a:lnTo>
                    <a:pt x="1362510" y="360952"/>
                  </a:lnTo>
                  <a:lnTo>
                    <a:pt x="1359767" y="361843"/>
                  </a:lnTo>
                  <a:lnTo>
                    <a:pt x="1357015" y="362735"/>
                  </a:lnTo>
                  <a:lnTo>
                    <a:pt x="1354233" y="363626"/>
                  </a:lnTo>
                  <a:lnTo>
                    <a:pt x="1351448" y="364517"/>
                  </a:lnTo>
                  <a:lnTo>
                    <a:pt x="1348629" y="365408"/>
                  </a:lnTo>
                  <a:lnTo>
                    <a:pt x="1345809" y="366299"/>
                  </a:lnTo>
                  <a:lnTo>
                    <a:pt x="1342956" y="367191"/>
                  </a:lnTo>
                  <a:lnTo>
                    <a:pt x="1340100" y="368082"/>
                  </a:lnTo>
                  <a:lnTo>
                    <a:pt x="1337216" y="368973"/>
                  </a:lnTo>
                  <a:lnTo>
                    <a:pt x="1334325" y="369864"/>
                  </a:lnTo>
                  <a:lnTo>
                    <a:pt x="1331411" y="370756"/>
                  </a:lnTo>
                  <a:lnTo>
                    <a:pt x="1328486" y="371647"/>
                  </a:lnTo>
                  <a:lnTo>
                    <a:pt x="1325544" y="372538"/>
                  </a:lnTo>
                  <a:lnTo>
                    <a:pt x="1322585" y="373429"/>
                  </a:lnTo>
                  <a:lnTo>
                    <a:pt x="1319615" y="374321"/>
                  </a:lnTo>
                  <a:lnTo>
                    <a:pt x="1316625" y="375212"/>
                  </a:lnTo>
                  <a:lnTo>
                    <a:pt x="1313628" y="376103"/>
                  </a:lnTo>
                  <a:lnTo>
                    <a:pt x="1310607" y="376994"/>
                  </a:lnTo>
                  <a:lnTo>
                    <a:pt x="1307584" y="377886"/>
                  </a:lnTo>
                  <a:lnTo>
                    <a:pt x="1304534" y="378777"/>
                  </a:lnTo>
                  <a:lnTo>
                    <a:pt x="1301483" y="379668"/>
                  </a:lnTo>
                  <a:lnTo>
                    <a:pt x="1298407" y="380559"/>
                  </a:lnTo>
                  <a:lnTo>
                    <a:pt x="1295329" y="381451"/>
                  </a:lnTo>
                  <a:lnTo>
                    <a:pt x="1292230" y="382342"/>
                  </a:lnTo>
                  <a:lnTo>
                    <a:pt x="1289126" y="383233"/>
                  </a:lnTo>
                  <a:lnTo>
                    <a:pt x="1286005" y="384124"/>
                  </a:lnTo>
                  <a:lnTo>
                    <a:pt x="1282875" y="385016"/>
                  </a:lnTo>
                  <a:lnTo>
                    <a:pt x="1279734" y="385907"/>
                  </a:lnTo>
                  <a:lnTo>
                    <a:pt x="1276581" y="386798"/>
                  </a:lnTo>
                  <a:lnTo>
                    <a:pt x="1273421" y="387689"/>
                  </a:lnTo>
                  <a:lnTo>
                    <a:pt x="1270245" y="388581"/>
                  </a:lnTo>
                  <a:lnTo>
                    <a:pt x="1267066" y="389472"/>
                  </a:lnTo>
                  <a:lnTo>
                    <a:pt x="1263870" y="390363"/>
                  </a:lnTo>
                  <a:lnTo>
                    <a:pt x="1260674" y="391254"/>
                  </a:lnTo>
                  <a:lnTo>
                    <a:pt x="1257459" y="392145"/>
                  </a:lnTo>
                  <a:lnTo>
                    <a:pt x="1254245" y="393037"/>
                  </a:lnTo>
                  <a:lnTo>
                    <a:pt x="1251015" y="393928"/>
                  </a:lnTo>
                  <a:lnTo>
                    <a:pt x="1247783" y="394819"/>
                  </a:lnTo>
                  <a:lnTo>
                    <a:pt x="1244539" y="395710"/>
                  </a:lnTo>
                  <a:lnTo>
                    <a:pt x="1241292" y="396602"/>
                  </a:lnTo>
                  <a:lnTo>
                    <a:pt x="1238036" y="397493"/>
                  </a:lnTo>
                  <a:lnTo>
                    <a:pt x="1234774" y="398384"/>
                  </a:lnTo>
                  <a:lnTo>
                    <a:pt x="1231507" y="399275"/>
                  </a:lnTo>
                  <a:lnTo>
                    <a:pt x="1228234" y="400167"/>
                  </a:lnTo>
                  <a:lnTo>
                    <a:pt x="1224956" y="401058"/>
                  </a:lnTo>
                  <a:lnTo>
                    <a:pt x="1221672" y="401949"/>
                  </a:lnTo>
                  <a:lnTo>
                    <a:pt x="1218386" y="402840"/>
                  </a:lnTo>
                  <a:lnTo>
                    <a:pt x="1215093" y="403732"/>
                  </a:lnTo>
                  <a:lnTo>
                    <a:pt x="1211799" y="404623"/>
                  </a:lnTo>
                  <a:lnTo>
                    <a:pt x="1208498" y="405514"/>
                  </a:lnTo>
                  <a:lnTo>
                    <a:pt x="1205197" y="406405"/>
                  </a:lnTo>
                  <a:lnTo>
                    <a:pt x="1201892" y="407297"/>
                  </a:lnTo>
                  <a:lnTo>
                    <a:pt x="1198585" y="408188"/>
                  </a:lnTo>
                  <a:lnTo>
                    <a:pt x="1195276" y="409079"/>
                  </a:lnTo>
                  <a:lnTo>
                    <a:pt x="1191966" y="409970"/>
                  </a:lnTo>
                  <a:lnTo>
                    <a:pt x="1188654" y="410862"/>
                  </a:lnTo>
                  <a:lnTo>
                    <a:pt x="1185342" y="411753"/>
                  </a:lnTo>
                  <a:lnTo>
                    <a:pt x="1182029" y="412644"/>
                  </a:lnTo>
                  <a:lnTo>
                    <a:pt x="1178716" y="413535"/>
                  </a:lnTo>
                  <a:lnTo>
                    <a:pt x="1175403" y="414427"/>
                  </a:lnTo>
                  <a:lnTo>
                    <a:pt x="1172090" y="415318"/>
                  </a:lnTo>
                  <a:lnTo>
                    <a:pt x="1168779" y="416209"/>
                  </a:lnTo>
                  <a:lnTo>
                    <a:pt x="1165469" y="417100"/>
                  </a:lnTo>
                  <a:lnTo>
                    <a:pt x="1162160" y="417991"/>
                  </a:lnTo>
                  <a:lnTo>
                    <a:pt x="1158854" y="418883"/>
                  </a:lnTo>
                  <a:lnTo>
                    <a:pt x="1155549" y="419774"/>
                  </a:lnTo>
                  <a:lnTo>
                    <a:pt x="1152249" y="420665"/>
                  </a:lnTo>
                  <a:lnTo>
                    <a:pt x="1148949" y="421556"/>
                  </a:lnTo>
                  <a:lnTo>
                    <a:pt x="1145655" y="422448"/>
                  </a:lnTo>
                  <a:lnTo>
                    <a:pt x="1142363" y="423339"/>
                  </a:lnTo>
                  <a:lnTo>
                    <a:pt x="1139076" y="424230"/>
                  </a:lnTo>
                  <a:lnTo>
                    <a:pt x="1135793" y="425121"/>
                  </a:lnTo>
                  <a:lnTo>
                    <a:pt x="1132515" y="426013"/>
                  </a:lnTo>
                  <a:lnTo>
                    <a:pt x="1129242" y="426904"/>
                  </a:lnTo>
                  <a:lnTo>
                    <a:pt x="1125973" y="427795"/>
                  </a:lnTo>
                  <a:lnTo>
                    <a:pt x="1122712" y="428686"/>
                  </a:lnTo>
                  <a:lnTo>
                    <a:pt x="1119453" y="429578"/>
                  </a:lnTo>
                  <a:lnTo>
                    <a:pt x="1116206" y="430469"/>
                  </a:lnTo>
                  <a:lnTo>
                    <a:pt x="1112959" y="431360"/>
                  </a:lnTo>
                  <a:lnTo>
                    <a:pt x="1109727" y="432251"/>
                  </a:lnTo>
                  <a:lnTo>
                    <a:pt x="1106494" y="433143"/>
                  </a:lnTo>
                  <a:lnTo>
                    <a:pt x="1103276" y="434034"/>
                  </a:lnTo>
                  <a:lnTo>
                    <a:pt x="1100060" y="434925"/>
                  </a:lnTo>
                  <a:lnTo>
                    <a:pt x="1096856" y="435816"/>
                  </a:lnTo>
                  <a:lnTo>
                    <a:pt x="1093657" y="436708"/>
                  </a:lnTo>
                  <a:lnTo>
                    <a:pt x="1090469" y="437599"/>
                  </a:lnTo>
                  <a:lnTo>
                    <a:pt x="1087290" y="438490"/>
                  </a:lnTo>
                  <a:lnTo>
                    <a:pt x="1084118" y="439381"/>
                  </a:lnTo>
                  <a:lnTo>
                    <a:pt x="1080959" y="440272"/>
                  </a:lnTo>
                  <a:lnTo>
                    <a:pt x="1077805" y="441164"/>
                  </a:lnTo>
                  <a:lnTo>
                    <a:pt x="1074667" y="442055"/>
                  </a:lnTo>
                  <a:lnTo>
                    <a:pt x="1071532" y="442946"/>
                  </a:lnTo>
                  <a:lnTo>
                    <a:pt x="1068417" y="443837"/>
                  </a:lnTo>
                  <a:lnTo>
                    <a:pt x="1065302" y="444729"/>
                  </a:lnTo>
                  <a:lnTo>
                    <a:pt x="1062209" y="445620"/>
                  </a:lnTo>
                  <a:lnTo>
                    <a:pt x="1059118" y="446511"/>
                  </a:lnTo>
                  <a:lnTo>
                    <a:pt x="1056047" y="447402"/>
                  </a:lnTo>
                  <a:lnTo>
                    <a:pt x="1052981" y="448294"/>
                  </a:lnTo>
                  <a:lnTo>
                    <a:pt x="1049932" y="449185"/>
                  </a:lnTo>
                  <a:lnTo>
                    <a:pt x="1046891" y="450076"/>
                  </a:lnTo>
                  <a:lnTo>
                    <a:pt x="1043865" y="450967"/>
                  </a:lnTo>
                  <a:lnTo>
                    <a:pt x="1040852" y="451859"/>
                  </a:lnTo>
                  <a:lnTo>
                    <a:pt x="1037849" y="452750"/>
                  </a:lnTo>
                  <a:lnTo>
                    <a:pt x="1034864" y="453641"/>
                  </a:lnTo>
                  <a:lnTo>
                    <a:pt x="1031886" y="454532"/>
                  </a:lnTo>
                  <a:lnTo>
                    <a:pt x="1028930" y="455424"/>
                  </a:lnTo>
                  <a:close/>
                </a:path>
              </a:pathLst>
            </a:custGeom>
            <a:solidFill>
              <a:srgbClr val="4472C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81134" y="4966715"/>
              <a:ext cx="42900" cy="0"/>
            </a:xfrm>
            <a:custGeom>
              <a:avLst/>
              <a:pathLst>
                <a:path w="42900" h="0">
                  <a:moveTo>
                    <a:pt x="0" y="0"/>
                  </a:moveTo>
                  <a:lnTo>
                    <a:pt x="42900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102584" y="4966715"/>
              <a:ext cx="0" cy="893243"/>
            </a:xfrm>
            <a:custGeom>
              <a:avLst/>
              <a:pathLst>
                <a:path w="0" h="893243">
                  <a:moveTo>
                    <a:pt x="0" y="0"/>
                  </a:moveTo>
                  <a:lnTo>
                    <a:pt x="0" y="893243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81134" y="5859958"/>
              <a:ext cx="42900" cy="0"/>
            </a:xfrm>
            <a:custGeom>
              <a:avLst/>
              <a:pathLst>
                <a:path w="42900" h="0">
                  <a:moveTo>
                    <a:pt x="0" y="0"/>
                  </a:moveTo>
                  <a:lnTo>
                    <a:pt x="42900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6016784" y="5071195"/>
              <a:ext cx="171600" cy="376968"/>
            </a:xfrm>
            <a:custGeom>
              <a:avLst/>
              <a:pathLst>
                <a:path w="171600" h="376968">
                  <a:moveTo>
                    <a:pt x="0" y="0"/>
                  </a:moveTo>
                  <a:lnTo>
                    <a:pt x="0" y="376968"/>
                  </a:lnTo>
                  <a:lnTo>
                    <a:pt x="171600" y="376968"/>
                  </a:lnTo>
                  <a:lnTo>
                    <a:pt x="171600" y="0"/>
                  </a:lnTo>
                  <a:close/>
                </a:path>
              </a:pathLst>
            </a:custGeom>
            <a:solidFill>
              <a:srgbClr val="F2975A">
                <a:alpha val="29803"/>
              </a:srgbClr>
            </a:solidFill>
            <a:ln w="13550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016784" y="5384633"/>
              <a:ext cx="171600" cy="0"/>
            </a:xfrm>
            <a:custGeom>
              <a:avLst/>
              <a:pathLst>
                <a:path w="171600" h="0">
                  <a:moveTo>
                    <a:pt x="0" y="0"/>
                  </a:moveTo>
                  <a:lnTo>
                    <a:pt x="171600" y="0"/>
                  </a:lnTo>
                </a:path>
              </a:pathLst>
            </a:custGeom>
            <a:ln w="27101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797140" y="4951407"/>
              <a:ext cx="42900" cy="0"/>
            </a:xfrm>
            <a:custGeom>
              <a:avLst/>
              <a:pathLst>
                <a:path w="42900" h="0">
                  <a:moveTo>
                    <a:pt x="0" y="0"/>
                  </a:moveTo>
                  <a:lnTo>
                    <a:pt x="42900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7818590" y="4951407"/>
              <a:ext cx="0" cy="1014945"/>
            </a:xfrm>
            <a:custGeom>
              <a:avLst/>
              <a:pathLst>
                <a:path w="0" h="1014945">
                  <a:moveTo>
                    <a:pt x="0" y="0"/>
                  </a:moveTo>
                  <a:lnTo>
                    <a:pt x="0" y="1014945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7797140" y="5966352"/>
              <a:ext cx="42900" cy="0"/>
            </a:xfrm>
            <a:custGeom>
              <a:avLst/>
              <a:pathLst>
                <a:path w="42900" h="0">
                  <a:moveTo>
                    <a:pt x="0" y="0"/>
                  </a:moveTo>
                  <a:lnTo>
                    <a:pt x="42900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7732790" y="4982215"/>
              <a:ext cx="171600" cy="437054"/>
            </a:xfrm>
            <a:custGeom>
              <a:avLst/>
              <a:pathLst>
                <a:path w="171600" h="437054">
                  <a:moveTo>
                    <a:pt x="0" y="0"/>
                  </a:moveTo>
                  <a:lnTo>
                    <a:pt x="0" y="437054"/>
                  </a:lnTo>
                  <a:lnTo>
                    <a:pt x="171600" y="437054"/>
                  </a:lnTo>
                  <a:lnTo>
                    <a:pt x="171600" y="0"/>
                  </a:lnTo>
                  <a:close/>
                </a:path>
              </a:pathLst>
            </a:custGeom>
            <a:solidFill>
              <a:srgbClr val="94D82D">
                <a:alpha val="29803"/>
              </a:srgbClr>
            </a:solidFill>
            <a:ln w="13550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7732790" y="5202081"/>
              <a:ext cx="171600" cy="0"/>
            </a:xfrm>
            <a:custGeom>
              <a:avLst/>
              <a:pathLst>
                <a:path w="171600" h="0">
                  <a:moveTo>
                    <a:pt x="0" y="0"/>
                  </a:moveTo>
                  <a:lnTo>
                    <a:pt x="171600" y="0"/>
                  </a:lnTo>
                </a:path>
              </a:pathLst>
            </a:custGeom>
            <a:ln w="27101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9513146" y="6264099"/>
              <a:ext cx="42900" cy="0"/>
            </a:xfrm>
            <a:custGeom>
              <a:avLst/>
              <a:pathLst>
                <a:path w="42900" h="0">
                  <a:moveTo>
                    <a:pt x="0" y="0"/>
                  </a:moveTo>
                  <a:lnTo>
                    <a:pt x="42900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9534596" y="6264099"/>
              <a:ext cx="0" cy="455424"/>
            </a:xfrm>
            <a:custGeom>
              <a:avLst/>
              <a:pathLst>
                <a:path w="0" h="455424">
                  <a:moveTo>
                    <a:pt x="0" y="0"/>
                  </a:moveTo>
                  <a:lnTo>
                    <a:pt x="0" y="455424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513146" y="6719524"/>
              <a:ext cx="42900" cy="0"/>
            </a:xfrm>
            <a:custGeom>
              <a:avLst/>
              <a:pathLst>
                <a:path w="42900" h="0">
                  <a:moveTo>
                    <a:pt x="0" y="0"/>
                  </a:moveTo>
                  <a:lnTo>
                    <a:pt x="42900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9448796" y="6365326"/>
              <a:ext cx="171600" cy="203601"/>
            </a:xfrm>
            <a:custGeom>
              <a:avLst/>
              <a:pathLst>
                <a:path w="171600" h="203601">
                  <a:moveTo>
                    <a:pt x="0" y="0"/>
                  </a:moveTo>
                  <a:lnTo>
                    <a:pt x="0" y="203601"/>
                  </a:lnTo>
                  <a:lnTo>
                    <a:pt x="171600" y="203601"/>
                  </a:lnTo>
                  <a:lnTo>
                    <a:pt x="171600" y="0"/>
                  </a:lnTo>
                  <a:close/>
                </a:path>
              </a:pathLst>
            </a:custGeom>
            <a:solidFill>
              <a:srgbClr val="4472C4">
                <a:alpha val="29803"/>
              </a:srgbClr>
            </a:solidFill>
            <a:ln w="13550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448796" y="6473059"/>
              <a:ext cx="171600" cy="0"/>
            </a:xfrm>
            <a:custGeom>
              <a:avLst/>
              <a:pathLst>
                <a:path w="171600" h="0">
                  <a:moveTo>
                    <a:pt x="0" y="0"/>
                  </a:moveTo>
                  <a:lnTo>
                    <a:pt x="171600" y="0"/>
                  </a:lnTo>
                </a:path>
              </a:pathLst>
            </a:custGeom>
            <a:ln w="27101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tx33"/>
            <p:cNvSpPr/>
            <p:nvPr/>
          </p:nvSpPr>
          <p:spPr>
            <a:xfrm>
              <a:off x="6650246" y="4251247"/>
              <a:ext cx="620682" cy="1639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0.756</a:t>
              </a:r>
            </a:p>
          </p:txBody>
        </p:sp>
        <p:sp>
          <p:nvSpPr>
            <p:cNvPr id="34" name="pl34"/>
            <p:cNvSpPr/>
            <p:nvPr/>
          </p:nvSpPr>
          <p:spPr>
            <a:xfrm>
              <a:off x="6102584" y="4461539"/>
              <a:ext cx="0" cy="90702"/>
            </a:xfrm>
            <a:custGeom>
              <a:avLst/>
              <a:pathLst>
                <a:path w="0" h="90702">
                  <a:moveTo>
                    <a:pt x="0" y="90702"/>
                  </a:moveTo>
                  <a:lnTo>
                    <a:pt x="0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6102584" y="4461539"/>
              <a:ext cx="1716005" cy="0"/>
            </a:xfrm>
            <a:custGeom>
              <a:avLst/>
              <a:pathLst>
                <a:path w="1716005" h="0">
                  <a:moveTo>
                    <a:pt x="0" y="0"/>
                  </a:moveTo>
                  <a:lnTo>
                    <a:pt x="1716005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7818590" y="4461539"/>
              <a:ext cx="0" cy="90702"/>
            </a:xfrm>
            <a:custGeom>
              <a:avLst/>
              <a:pathLst>
                <a:path w="0" h="90702">
                  <a:moveTo>
                    <a:pt x="0" y="0"/>
                  </a:moveTo>
                  <a:lnTo>
                    <a:pt x="0" y="90702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7333467" y="3868538"/>
              <a:ext cx="970245" cy="1639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1.12e-11</a:t>
              </a:r>
            </a:p>
          </p:txBody>
        </p:sp>
        <p:sp>
          <p:nvSpPr>
            <p:cNvPr id="38" name="pl38"/>
            <p:cNvSpPr/>
            <p:nvPr/>
          </p:nvSpPr>
          <p:spPr>
            <a:xfrm>
              <a:off x="6102584" y="4078829"/>
              <a:ext cx="0" cy="90702"/>
            </a:xfrm>
            <a:custGeom>
              <a:avLst/>
              <a:pathLst>
                <a:path w="0" h="90702">
                  <a:moveTo>
                    <a:pt x="0" y="90702"/>
                  </a:moveTo>
                  <a:lnTo>
                    <a:pt x="0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6102584" y="4078829"/>
              <a:ext cx="3432011" cy="0"/>
            </a:xfrm>
            <a:custGeom>
              <a:avLst/>
              <a:pathLst>
                <a:path w="3432011" h="0">
                  <a:moveTo>
                    <a:pt x="0" y="0"/>
                  </a:moveTo>
                  <a:lnTo>
                    <a:pt x="3432011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9534596" y="4078829"/>
              <a:ext cx="0" cy="90702"/>
            </a:xfrm>
            <a:custGeom>
              <a:avLst/>
              <a:pathLst>
                <a:path w="0" h="90702">
                  <a:moveTo>
                    <a:pt x="0" y="0"/>
                  </a:moveTo>
                  <a:lnTo>
                    <a:pt x="0" y="90702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8191470" y="3485828"/>
              <a:ext cx="970245" cy="1639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1.12e-11</a:t>
              </a:r>
            </a:p>
          </p:txBody>
        </p:sp>
        <p:sp>
          <p:nvSpPr>
            <p:cNvPr id="42" name="pl42"/>
            <p:cNvSpPr/>
            <p:nvPr/>
          </p:nvSpPr>
          <p:spPr>
            <a:xfrm>
              <a:off x="7818590" y="3696120"/>
              <a:ext cx="0" cy="90702"/>
            </a:xfrm>
            <a:custGeom>
              <a:avLst/>
              <a:pathLst>
                <a:path w="0" h="90702">
                  <a:moveTo>
                    <a:pt x="0" y="90702"/>
                  </a:moveTo>
                  <a:lnTo>
                    <a:pt x="0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7818590" y="3696120"/>
              <a:ext cx="1716005" cy="0"/>
            </a:xfrm>
            <a:custGeom>
              <a:avLst/>
              <a:pathLst>
                <a:path w="1716005" h="0">
                  <a:moveTo>
                    <a:pt x="0" y="0"/>
                  </a:moveTo>
                  <a:lnTo>
                    <a:pt x="1716005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9534596" y="3696120"/>
              <a:ext cx="0" cy="90702"/>
            </a:xfrm>
            <a:custGeom>
              <a:avLst/>
              <a:pathLst>
                <a:path w="0" h="90702">
                  <a:moveTo>
                    <a:pt x="0" y="0"/>
                  </a:moveTo>
                  <a:lnTo>
                    <a:pt x="0" y="90702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5072981" y="3102921"/>
              <a:ext cx="5491218" cy="46307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072981" y="3102921"/>
              <a:ext cx="0" cy="4630782"/>
            </a:xfrm>
            <a:custGeom>
              <a:avLst/>
              <a:pathLst>
                <a:path w="0" h="4630782">
                  <a:moveTo>
                    <a:pt x="0" y="4630782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tx47"/>
            <p:cNvSpPr/>
            <p:nvPr/>
          </p:nvSpPr>
          <p:spPr>
            <a:xfrm>
              <a:off x="4852007" y="7430754"/>
              <a:ext cx="141262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852007" y="6670420"/>
              <a:ext cx="141262" cy="174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4852007" y="5902397"/>
              <a:ext cx="141262" cy="1773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4852007" y="5134498"/>
              <a:ext cx="141262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4852007" y="4374164"/>
              <a:ext cx="141262" cy="174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4852007" y="3606265"/>
              <a:ext cx="141262" cy="1772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53" name="pl53"/>
            <p:cNvSpPr/>
            <p:nvPr/>
          </p:nvSpPr>
          <p:spPr>
            <a:xfrm>
              <a:off x="5028697" y="7523213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028697" y="6757795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028697" y="5992376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028697" y="5226957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028697" y="4461539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028697" y="369612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072981" y="7733703"/>
              <a:ext cx="5491218" cy="0"/>
            </a:xfrm>
            <a:custGeom>
              <a:avLst/>
              <a:pathLst>
                <a:path w="5491218" h="0">
                  <a:moveTo>
                    <a:pt x="0" y="0"/>
                  </a:moveTo>
                  <a:lnTo>
                    <a:pt x="5491218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6102584" y="7733703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7818590" y="7733703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9534596" y="7733703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tx63"/>
            <p:cNvSpPr/>
            <p:nvPr/>
          </p:nvSpPr>
          <p:spPr>
            <a:xfrm>
              <a:off x="5799099" y="7801632"/>
              <a:ext cx="606970" cy="186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Col-0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112835" y="7808329"/>
              <a:ext cx="1411510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i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UBP5-eGFP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9252071" y="7751403"/>
              <a:ext cx="565050" cy="2367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i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ubp5</a:t>
              </a:r>
            </a:p>
          </p:txBody>
        </p:sp>
        <p:sp>
          <p:nvSpPr>
            <p:cNvPr id="66" name="tx66"/>
            <p:cNvSpPr/>
            <p:nvPr/>
          </p:nvSpPr>
          <p:spPr>
            <a:xfrm rot="-5400000">
              <a:off x="3618959" y="5269639"/>
              <a:ext cx="1816633" cy="2973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Length (cm)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6760515" y="2413989"/>
              <a:ext cx="2116149" cy="3568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0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Root length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343400" y="2148682"/>
            <a:ext cx="6400800" cy="6400800"/>
            <a:chOff x="4343400" y="2148682"/>
            <a:chExt cx="6400800" cy="6400800"/>
          </a:xfrm>
        </p:grpSpPr>
        <p:sp>
          <p:nvSpPr>
            <p:cNvPr id="3" name="rc3"/>
            <p:cNvSpPr/>
            <p:nvPr/>
          </p:nvSpPr>
          <p:spPr>
            <a:xfrm>
              <a:off x="4343400" y="2148681"/>
              <a:ext cx="640080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343400" y="2148681"/>
              <a:ext cx="6400800" cy="6400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5284813" y="3102921"/>
              <a:ext cx="5279386" cy="463078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5284813" y="7523213"/>
              <a:ext cx="5279386" cy="0"/>
            </a:xfrm>
            <a:custGeom>
              <a:avLst/>
              <a:pathLst>
                <a:path w="5279386" h="0">
                  <a:moveTo>
                    <a:pt x="0" y="0"/>
                  </a:moveTo>
                  <a:lnTo>
                    <a:pt x="5279386" y="0"/>
                  </a:lnTo>
                  <a:lnTo>
                    <a:pt x="5279386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284813" y="6587701"/>
              <a:ext cx="5279386" cy="0"/>
            </a:xfrm>
            <a:custGeom>
              <a:avLst/>
              <a:pathLst>
                <a:path w="5279386" h="0">
                  <a:moveTo>
                    <a:pt x="0" y="0"/>
                  </a:moveTo>
                  <a:lnTo>
                    <a:pt x="5279386" y="0"/>
                  </a:lnTo>
                  <a:lnTo>
                    <a:pt x="5279386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5284813" y="5652190"/>
              <a:ext cx="5279386" cy="0"/>
            </a:xfrm>
            <a:custGeom>
              <a:avLst/>
              <a:pathLst>
                <a:path w="5279386" h="0">
                  <a:moveTo>
                    <a:pt x="0" y="0"/>
                  </a:moveTo>
                  <a:lnTo>
                    <a:pt x="5279386" y="0"/>
                  </a:lnTo>
                  <a:lnTo>
                    <a:pt x="5279386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284813" y="4716678"/>
              <a:ext cx="5279386" cy="0"/>
            </a:xfrm>
            <a:custGeom>
              <a:avLst/>
              <a:pathLst>
                <a:path w="5279386" h="0">
                  <a:moveTo>
                    <a:pt x="0" y="0"/>
                  </a:moveTo>
                  <a:lnTo>
                    <a:pt x="5279386" y="0"/>
                  </a:lnTo>
                  <a:lnTo>
                    <a:pt x="5279386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284813" y="3781166"/>
              <a:ext cx="5279386" cy="0"/>
            </a:xfrm>
            <a:custGeom>
              <a:avLst/>
              <a:pathLst>
                <a:path w="5279386" h="0">
                  <a:moveTo>
                    <a:pt x="0" y="0"/>
                  </a:moveTo>
                  <a:lnTo>
                    <a:pt x="5279386" y="0"/>
                  </a:lnTo>
                  <a:lnTo>
                    <a:pt x="5279386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274698" y="3102921"/>
              <a:ext cx="0" cy="4630782"/>
            </a:xfrm>
            <a:custGeom>
              <a:avLst/>
              <a:pathLst>
                <a:path w="0" h="4630782">
                  <a:moveTo>
                    <a:pt x="0" y="463078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924506" y="3102921"/>
              <a:ext cx="0" cy="4630782"/>
            </a:xfrm>
            <a:custGeom>
              <a:avLst/>
              <a:pathLst>
                <a:path w="0" h="4630782">
                  <a:moveTo>
                    <a:pt x="0" y="463078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574315" y="3102921"/>
              <a:ext cx="0" cy="4630782"/>
            </a:xfrm>
            <a:custGeom>
              <a:avLst/>
              <a:pathLst>
                <a:path w="0" h="4630782">
                  <a:moveTo>
                    <a:pt x="0" y="463078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6110563" y="5019784"/>
              <a:ext cx="328270" cy="1380815"/>
            </a:xfrm>
            <a:custGeom>
              <a:avLst/>
              <a:pathLst>
                <a:path w="328270" h="1380815">
                  <a:moveTo>
                    <a:pt x="140135" y="1380815"/>
                  </a:moveTo>
                  <a:lnTo>
                    <a:pt x="139860" y="1378113"/>
                  </a:lnTo>
                  <a:lnTo>
                    <a:pt x="139582" y="1375410"/>
                  </a:lnTo>
                  <a:lnTo>
                    <a:pt x="139302" y="1372708"/>
                  </a:lnTo>
                  <a:lnTo>
                    <a:pt x="139016" y="1370006"/>
                  </a:lnTo>
                  <a:lnTo>
                    <a:pt x="138726" y="1367304"/>
                  </a:lnTo>
                  <a:lnTo>
                    <a:pt x="138432" y="1364602"/>
                  </a:lnTo>
                  <a:lnTo>
                    <a:pt x="138128" y="1361899"/>
                  </a:lnTo>
                  <a:lnTo>
                    <a:pt x="137821" y="1359197"/>
                  </a:lnTo>
                  <a:lnTo>
                    <a:pt x="137504" y="1356495"/>
                  </a:lnTo>
                  <a:lnTo>
                    <a:pt x="137179" y="1353793"/>
                  </a:lnTo>
                  <a:lnTo>
                    <a:pt x="136848" y="1351091"/>
                  </a:lnTo>
                  <a:lnTo>
                    <a:pt x="136502" y="1348389"/>
                  </a:lnTo>
                  <a:lnTo>
                    <a:pt x="136149" y="1345686"/>
                  </a:lnTo>
                  <a:lnTo>
                    <a:pt x="135783" y="1342984"/>
                  </a:lnTo>
                  <a:lnTo>
                    <a:pt x="135403" y="1340282"/>
                  </a:lnTo>
                  <a:lnTo>
                    <a:pt x="135016" y="1337580"/>
                  </a:lnTo>
                  <a:lnTo>
                    <a:pt x="134606" y="1334878"/>
                  </a:lnTo>
                  <a:lnTo>
                    <a:pt x="134188" y="1332175"/>
                  </a:lnTo>
                  <a:lnTo>
                    <a:pt x="133752" y="1329473"/>
                  </a:lnTo>
                  <a:lnTo>
                    <a:pt x="133297" y="1326771"/>
                  </a:lnTo>
                  <a:lnTo>
                    <a:pt x="132832" y="1324069"/>
                  </a:lnTo>
                  <a:lnTo>
                    <a:pt x="132338" y="1321367"/>
                  </a:lnTo>
                  <a:lnTo>
                    <a:pt x="131832" y="1318665"/>
                  </a:lnTo>
                  <a:lnTo>
                    <a:pt x="131305" y="1315962"/>
                  </a:lnTo>
                  <a:lnTo>
                    <a:pt x="130753" y="1313260"/>
                  </a:lnTo>
                  <a:lnTo>
                    <a:pt x="130188" y="1310558"/>
                  </a:lnTo>
                  <a:lnTo>
                    <a:pt x="129590" y="1307856"/>
                  </a:lnTo>
                  <a:lnTo>
                    <a:pt x="128974" y="1305154"/>
                  </a:lnTo>
                  <a:lnTo>
                    <a:pt x="128337" y="1302451"/>
                  </a:lnTo>
                  <a:lnTo>
                    <a:pt x="127667" y="1299749"/>
                  </a:lnTo>
                  <a:lnTo>
                    <a:pt x="126982" y="1297047"/>
                  </a:lnTo>
                  <a:lnTo>
                    <a:pt x="126261" y="1294345"/>
                  </a:lnTo>
                  <a:lnTo>
                    <a:pt x="125517" y="1291643"/>
                  </a:lnTo>
                  <a:lnTo>
                    <a:pt x="124752" y="1288941"/>
                  </a:lnTo>
                  <a:lnTo>
                    <a:pt x="123946" y="1286238"/>
                  </a:lnTo>
                  <a:lnTo>
                    <a:pt x="123124" y="1283536"/>
                  </a:lnTo>
                  <a:lnTo>
                    <a:pt x="122264" y="1280834"/>
                  </a:lnTo>
                  <a:lnTo>
                    <a:pt x="121377" y="1278132"/>
                  </a:lnTo>
                  <a:lnTo>
                    <a:pt x="120469" y="1275430"/>
                  </a:lnTo>
                  <a:lnTo>
                    <a:pt x="119515" y="1272727"/>
                  </a:lnTo>
                  <a:lnTo>
                    <a:pt x="118543" y="1270025"/>
                  </a:lnTo>
                  <a:lnTo>
                    <a:pt x="117535" y="1267323"/>
                  </a:lnTo>
                  <a:lnTo>
                    <a:pt x="116495" y="1264621"/>
                  </a:lnTo>
                  <a:lnTo>
                    <a:pt x="115436" y="1261919"/>
                  </a:lnTo>
                  <a:lnTo>
                    <a:pt x="114327" y="1259217"/>
                  </a:lnTo>
                  <a:lnTo>
                    <a:pt x="113200" y="1256514"/>
                  </a:lnTo>
                  <a:lnTo>
                    <a:pt x="112040" y="1253812"/>
                  </a:lnTo>
                  <a:lnTo>
                    <a:pt x="110844" y="1251110"/>
                  </a:lnTo>
                  <a:lnTo>
                    <a:pt x="109631" y="1248408"/>
                  </a:lnTo>
                  <a:lnTo>
                    <a:pt x="108370" y="1245706"/>
                  </a:lnTo>
                  <a:lnTo>
                    <a:pt x="107090" y="1243003"/>
                  </a:lnTo>
                  <a:lnTo>
                    <a:pt x="105781" y="1240301"/>
                  </a:lnTo>
                  <a:lnTo>
                    <a:pt x="104436" y="1237599"/>
                  </a:lnTo>
                  <a:lnTo>
                    <a:pt x="103074" y="1234897"/>
                  </a:lnTo>
                  <a:lnTo>
                    <a:pt x="101672" y="1232195"/>
                  </a:lnTo>
                  <a:lnTo>
                    <a:pt x="100249" y="1229492"/>
                  </a:lnTo>
                  <a:lnTo>
                    <a:pt x="98802" y="1226790"/>
                  </a:lnTo>
                  <a:lnTo>
                    <a:pt x="97322" y="1224088"/>
                  </a:lnTo>
                  <a:lnTo>
                    <a:pt x="95827" y="1221386"/>
                  </a:lnTo>
                  <a:lnTo>
                    <a:pt x="94300" y="1218684"/>
                  </a:lnTo>
                  <a:lnTo>
                    <a:pt x="92754" y="1215982"/>
                  </a:lnTo>
                  <a:lnTo>
                    <a:pt x="91191" y="1213279"/>
                  </a:lnTo>
                  <a:lnTo>
                    <a:pt x="89598" y="1210577"/>
                  </a:lnTo>
                  <a:lnTo>
                    <a:pt x="87994" y="1207875"/>
                  </a:lnTo>
                  <a:lnTo>
                    <a:pt x="86368" y="1205173"/>
                  </a:lnTo>
                  <a:lnTo>
                    <a:pt x="84726" y="1202471"/>
                  </a:lnTo>
                  <a:lnTo>
                    <a:pt x="83074" y="1199768"/>
                  </a:lnTo>
                  <a:lnTo>
                    <a:pt x="81400" y="1197066"/>
                  </a:lnTo>
                  <a:lnTo>
                    <a:pt x="79719" y="1194364"/>
                  </a:lnTo>
                  <a:lnTo>
                    <a:pt x="78026" y="1191662"/>
                  </a:lnTo>
                  <a:lnTo>
                    <a:pt x="76323" y="1188960"/>
                  </a:lnTo>
                  <a:lnTo>
                    <a:pt x="74615" y="1186258"/>
                  </a:lnTo>
                  <a:lnTo>
                    <a:pt x="72898" y="1183555"/>
                  </a:lnTo>
                  <a:lnTo>
                    <a:pt x="71178" y="1180853"/>
                  </a:lnTo>
                  <a:lnTo>
                    <a:pt x="69456" y="1178151"/>
                  </a:lnTo>
                  <a:lnTo>
                    <a:pt x="67732" y="1175449"/>
                  </a:lnTo>
                  <a:lnTo>
                    <a:pt x="66009" y="1172747"/>
                  </a:lnTo>
                  <a:lnTo>
                    <a:pt x="64290" y="1170044"/>
                  </a:lnTo>
                  <a:lnTo>
                    <a:pt x="62574" y="1167342"/>
                  </a:lnTo>
                  <a:lnTo>
                    <a:pt x="60863" y="1164640"/>
                  </a:lnTo>
                  <a:lnTo>
                    <a:pt x="59163" y="1161938"/>
                  </a:lnTo>
                  <a:lnTo>
                    <a:pt x="57468" y="1159236"/>
                  </a:lnTo>
                  <a:lnTo>
                    <a:pt x="55789" y="1156534"/>
                  </a:lnTo>
                  <a:lnTo>
                    <a:pt x="54121" y="1153831"/>
                  </a:lnTo>
                  <a:lnTo>
                    <a:pt x="52464" y="1151129"/>
                  </a:lnTo>
                  <a:lnTo>
                    <a:pt x="50831" y="1148427"/>
                  </a:lnTo>
                  <a:lnTo>
                    <a:pt x="49208" y="1145725"/>
                  </a:lnTo>
                  <a:lnTo>
                    <a:pt x="47611" y="1143023"/>
                  </a:lnTo>
                  <a:lnTo>
                    <a:pt x="46034" y="1140320"/>
                  </a:lnTo>
                  <a:lnTo>
                    <a:pt x="44472" y="1137618"/>
                  </a:lnTo>
                  <a:lnTo>
                    <a:pt x="42947" y="1134916"/>
                  </a:lnTo>
                  <a:lnTo>
                    <a:pt x="41438" y="1132214"/>
                  </a:lnTo>
                  <a:lnTo>
                    <a:pt x="39961" y="1129512"/>
                  </a:lnTo>
                  <a:lnTo>
                    <a:pt x="38513" y="1126810"/>
                  </a:lnTo>
                  <a:lnTo>
                    <a:pt x="37083" y="1124107"/>
                  </a:lnTo>
                  <a:lnTo>
                    <a:pt x="35703" y="1121405"/>
                  </a:lnTo>
                  <a:lnTo>
                    <a:pt x="34342" y="1118703"/>
                  </a:lnTo>
                  <a:lnTo>
                    <a:pt x="33018" y="1116001"/>
                  </a:lnTo>
                  <a:lnTo>
                    <a:pt x="31732" y="1113299"/>
                  </a:lnTo>
                  <a:lnTo>
                    <a:pt x="30466" y="1110596"/>
                  </a:lnTo>
                  <a:lnTo>
                    <a:pt x="29258" y="1107894"/>
                  </a:lnTo>
                  <a:lnTo>
                    <a:pt x="28073" y="1105192"/>
                  </a:lnTo>
                  <a:lnTo>
                    <a:pt x="26926" y="1102490"/>
                  </a:lnTo>
                  <a:lnTo>
                    <a:pt x="25825" y="1099788"/>
                  </a:lnTo>
                  <a:lnTo>
                    <a:pt x="24746" y="1097086"/>
                  </a:lnTo>
                  <a:lnTo>
                    <a:pt x="23726" y="1094383"/>
                  </a:lnTo>
                  <a:lnTo>
                    <a:pt x="22735" y="1091681"/>
                  </a:lnTo>
                  <a:lnTo>
                    <a:pt x="21779" y="1088979"/>
                  </a:lnTo>
                  <a:lnTo>
                    <a:pt x="20876" y="1086277"/>
                  </a:lnTo>
                  <a:lnTo>
                    <a:pt x="19997" y="1083575"/>
                  </a:lnTo>
                  <a:lnTo>
                    <a:pt x="19172" y="1080872"/>
                  </a:lnTo>
                  <a:lnTo>
                    <a:pt x="18381" y="1078170"/>
                  </a:lnTo>
                  <a:lnTo>
                    <a:pt x="17621" y="1075468"/>
                  </a:lnTo>
                  <a:lnTo>
                    <a:pt x="16918" y="1072766"/>
                  </a:lnTo>
                  <a:lnTo>
                    <a:pt x="16236" y="1070064"/>
                  </a:lnTo>
                  <a:lnTo>
                    <a:pt x="15604" y="1067362"/>
                  </a:lnTo>
                  <a:lnTo>
                    <a:pt x="15008" y="1064659"/>
                  </a:lnTo>
                  <a:lnTo>
                    <a:pt x="14438" y="1061957"/>
                  </a:lnTo>
                  <a:lnTo>
                    <a:pt x="13923" y="1059255"/>
                  </a:lnTo>
                  <a:lnTo>
                    <a:pt x="13429" y="1056553"/>
                  </a:lnTo>
                  <a:lnTo>
                    <a:pt x="12976" y="1053851"/>
                  </a:lnTo>
                  <a:lnTo>
                    <a:pt x="12559" y="1051148"/>
                  </a:lnTo>
                  <a:lnTo>
                    <a:pt x="12161" y="1048446"/>
                  </a:lnTo>
                  <a:lnTo>
                    <a:pt x="11815" y="1045744"/>
                  </a:lnTo>
                  <a:lnTo>
                    <a:pt x="11486" y="1043042"/>
                  </a:lnTo>
                  <a:lnTo>
                    <a:pt x="11190" y="1040340"/>
                  </a:lnTo>
                  <a:lnTo>
                    <a:pt x="10925" y="1037638"/>
                  </a:lnTo>
                  <a:lnTo>
                    <a:pt x="10677" y="1034935"/>
                  </a:lnTo>
                  <a:lnTo>
                    <a:pt x="10468" y="1032233"/>
                  </a:lnTo>
                  <a:lnTo>
                    <a:pt x="10276" y="1029531"/>
                  </a:lnTo>
                  <a:lnTo>
                    <a:pt x="10105" y="1026829"/>
                  </a:lnTo>
                  <a:lnTo>
                    <a:pt x="9962" y="1024127"/>
                  </a:lnTo>
                  <a:lnTo>
                    <a:pt x="9830" y="1021424"/>
                  </a:lnTo>
                  <a:lnTo>
                    <a:pt x="9725" y="1018722"/>
                  </a:lnTo>
                  <a:lnTo>
                    <a:pt x="9632" y="1016020"/>
                  </a:lnTo>
                  <a:lnTo>
                    <a:pt x="9553" y="1013318"/>
                  </a:lnTo>
                  <a:lnTo>
                    <a:pt x="9493" y="1010616"/>
                  </a:lnTo>
                  <a:lnTo>
                    <a:pt x="9440" y="1007914"/>
                  </a:lnTo>
                  <a:lnTo>
                    <a:pt x="9402" y="1005211"/>
                  </a:lnTo>
                  <a:lnTo>
                    <a:pt x="9372" y="1002509"/>
                  </a:lnTo>
                  <a:lnTo>
                    <a:pt x="9348" y="999807"/>
                  </a:lnTo>
                  <a:lnTo>
                    <a:pt x="9334" y="997105"/>
                  </a:lnTo>
                  <a:lnTo>
                    <a:pt x="9322" y="994403"/>
                  </a:lnTo>
                  <a:lnTo>
                    <a:pt x="9314" y="991700"/>
                  </a:lnTo>
                  <a:lnTo>
                    <a:pt x="9309" y="988998"/>
                  </a:lnTo>
                  <a:lnTo>
                    <a:pt x="9304" y="986296"/>
                  </a:lnTo>
                  <a:lnTo>
                    <a:pt x="9299" y="983594"/>
                  </a:lnTo>
                  <a:lnTo>
                    <a:pt x="9293" y="980892"/>
                  </a:lnTo>
                  <a:lnTo>
                    <a:pt x="9283" y="978190"/>
                  </a:lnTo>
                  <a:lnTo>
                    <a:pt x="9269" y="975487"/>
                  </a:lnTo>
                  <a:lnTo>
                    <a:pt x="9252" y="972785"/>
                  </a:lnTo>
                  <a:lnTo>
                    <a:pt x="9225" y="970083"/>
                  </a:lnTo>
                  <a:lnTo>
                    <a:pt x="9193" y="967381"/>
                  </a:lnTo>
                  <a:lnTo>
                    <a:pt x="9154" y="964679"/>
                  </a:lnTo>
                  <a:lnTo>
                    <a:pt x="9104" y="961976"/>
                  </a:lnTo>
                  <a:lnTo>
                    <a:pt x="9049" y="959274"/>
                  </a:lnTo>
                  <a:lnTo>
                    <a:pt x="8978" y="956572"/>
                  </a:lnTo>
                  <a:lnTo>
                    <a:pt x="8899" y="953870"/>
                  </a:lnTo>
                  <a:lnTo>
                    <a:pt x="8811" y="951168"/>
                  </a:lnTo>
                  <a:lnTo>
                    <a:pt x="8707" y="948466"/>
                  </a:lnTo>
                  <a:lnTo>
                    <a:pt x="8596" y="945763"/>
                  </a:lnTo>
                  <a:lnTo>
                    <a:pt x="8468" y="943061"/>
                  </a:lnTo>
                  <a:lnTo>
                    <a:pt x="8330" y="940359"/>
                  </a:lnTo>
                  <a:lnTo>
                    <a:pt x="8181" y="937657"/>
                  </a:lnTo>
                  <a:lnTo>
                    <a:pt x="8016" y="934955"/>
                  </a:lnTo>
                  <a:lnTo>
                    <a:pt x="7843" y="932252"/>
                  </a:lnTo>
                  <a:lnTo>
                    <a:pt x="7654" y="929550"/>
                  </a:lnTo>
                  <a:lnTo>
                    <a:pt x="7454" y="926848"/>
                  </a:lnTo>
                  <a:lnTo>
                    <a:pt x="7246" y="924146"/>
                  </a:lnTo>
                  <a:lnTo>
                    <a:pt x="7022" y="921444"/>
                  </a:lnTo>
                  <a:lnTo>
                    <a:pt x="6791" y="918742"/>
                  </a:lnTo>
                  <a:lnTo>
                    <a:pt x="6548" y="916039"/>
                  </a:lnTo>
                  <a:lnTo>
                    <a:pt x="6296" y="913337"/>
                  </a:lnTo>
                  <a:lnTo>
                    <a:pt x="6039" y="910635"/>
                  </a:lnTo>
                  <a:lnTo>
                    <a:pt x="5769" y="907933"/>
                  </a:lnTo>
                  <a:lnTo>
                    <a:pt x="5495" y="905231"/>
                  </a:lnTo>
                  <a:lnTo>
                    <a:pt x="5215" y="902528"/>
                  </a:lnTo>
                  <a:lnTo>
                    <a:pt x="4929" y="899826"/>
                  </a:lnTo>
                  <a:lnTo>
                    <a:pt x="4641" y="897124"/>
                  </a:lnTo>
                  <a:lnTo>
                    <a:pt x="4349" y="894422"/>
                  </a:lnTo>
                  <a:lnTo>
                    <a:pt x="4056" y="891720"/>
                  </a:lnTo>
                  <a:lnTo>
                    <a:pt x="3763" y="889018"/>
                  </a:lnTo>
                  <a:lnTo>
                    <a:pt x="3471" y="886315"/>
                  </a:lnTo>
                  <a:lnTo>
                    <a:pt x="3180" y="883613"/>
                  </a:lnTo>
                  <a:lnTo>
                    <a:pt x="2895" y="880911"/>
                  </a:lnTo>
                  <a:lnTo>
                    <a:pt x="2614" y="878209"/>
                  </a:lnTo>
                  <a:lnTo>
                    <a:pt x="2338" y="875507"/>
                  </a:lnTo>
                  <a:lnTo>
                    <a:pt x="2074" y="872804"/>
                  </a:lnTo>
                  <a:lnTo>
                    <a:pt x="1814" y="870102"/>
                  </a:lnTo>
                  <a:lnTo>
                    <a:pt x="1570" y="867400"/>
                  </a:lnTo>
                  <a:lnTo>
                    <a:pt x="1337" y="864698"/>
                  </a:lnTo>
                  <a:lnTo>
                    <a:pt x="1114" y="861996"/>
                  </a:lnTo>
                  <a:lnTo>
                    <a:pt x="913" y="859294"/>
                  </a:lnTo>
                  <a:lnTo>
                    <a:pt x="723" y="856591"/>
                  </a:lnTo>
                  <a:lnTo>
                    <a:pt x="556" y="853889"/>
                  </a:lnTo>
                  <a:lnTo>
                    <a:pt x="408" y="851187"/>
                  </a:lnTo>
                  <a:lnTo>
                    <a:pt x="274" y="848485"/>
                  </a:lnTo>
                  <a:lnTo>
                    <a:pt x="175" y="845783"/>
                  </a:lnTo>
                  <a:lnTo>
                    <a:pt x="90" y="843080"/>
                  </a:lnTo>
                  <a:lnTo>
                    <a:pt x="36" y="840378"/>
                  </a:lnTo>
                  <a:lnTo>
                    <a:pt x="9" y="837676"/>
                  </a:lnTo>
                  <a:lnTo>
                    <a:pt x="0" y="834974"/>
                  </a:lnTo>
                  <a:lnTo>
                    <a:pt x="38" y="832272"/>
                  </a:lnTo>
                  <a:lnTo>
                    <a:pt x="94" y="829570"/>
                  </a:lnTo>
                  <a:lnTo>
                    <a:pt x="184" y="826867"/>
                  </a:lnTo>
                  <a:lnTo>
                    <a:pt x="312" y="824165"/>
                  </a:lnTo>
                  <a:lnTo>
                    <a:pt x="460" y="821463"/>
                  </a:lnTo>
                  <a:lnTo>
                    <a:pt x="662" y="818761"/>
                  </a:lnTo>
                  <a:lnTo>
                    <a:pt x="889" y="816059"/>
                  </a:lnTo>
                  <a:lnTo>
                    <a:pt x="1151" y="813356"/>
                  </a:lnTo>
                  <a:lnTo>
                    <a:pt x="1460" y="810654"/>
                  </a:lnTo>
                  <a:lnTo>
                    <a:pt x="1792" y="807952"/>
                  </a:lnTo>
                  <a:lnTo>
                    <a:pt x="2180" y="805250"/>
                  </a:lnTo>
                  <a:lnTo>
                    <a:pt x="2598" y="802548"/>
                  </a:lnTo>
                  <a:lnTo>
                    <a:pt x="3052" y="799845"/>
                  </a:lnTo>
                  <a:lnTo>
                    <a:pt x="3560" y="797143"/>
                  </a:lnTo>
                  <a:lnTo>
                    <a:pt x="4092" y="794441"/>
                  </a:lnTo>
                  <a:lnTo>
                    <a:pt x="4680" y="791739"/>
                  </a:lnTo>
                  <a:lnTo>
                    <a:pt x="5304" y="789037"/>
                  </a:lnTo>
                  <a:lnTo>
                    <a:pt x="5959" y="786335"/>
                  </a:lnTo>
                  <a:lnTo>
                    <a:pt x="6675" y="783632"/>
                  </a:lnTo>
                  <a:lnTo>
                    <a:pt x="7415" y="780930"/>
                  </a:lnTo>
                  <a:lnTo>
                    <a:pt x="8207" y="778228"/>
                  </a:lnTo>
                  <a:lnTo>
                    <a:pt x="9038" y="775526"/>
                  </a:lnTo>
                  <a:lnTo>
                    <a:pt x="9897" y="772824"/>
                  </a:lnTo>
                  <a:lnTo>
                    <a:pt x="10819" y="770121"/>
                  </a:lnTo>
                  <a:lnTo>
                    <a:pt x="11764" y="767419"/>
                  </a:lnTo>
                  <a:lnTo>
                    <a:pt x="12754" y="764717"/>
                  </a:lnTo>
                  <a:lnTo>
                    <a:pt x="13786" y="762015"/>
                  </a:lnTo>
                  <a:lnTo>
                    <a:pt x="14841" y="759313"/>
                  </a:lnTo>
                  <a:lnTo>
                    <a:pt x="15956" y="756611"/>
                  </a:lnTo>
                  <a:lnTo>
                    <a:pt x="17092" y="753908"/>
                  </a:lnTo>
                  <a:lnTo>
                    <a:pt x="18267" y="751206"/>
                  </a:lnTo>
                  <a:lnTo>
                    <a:pt x="19482" y="748504"/>
                  </a:lnTo>
                  <a:lnTo>
                    <a:pt x="20717" y="745802"/>
                  </a:lnTo>
                  <a:lnTo>
                    <a:pt x="22001" y="743100"/>
                  </a:lnTo>
                  <a:lnTo>
                    <a:pt x="23308" y="740397"/>
                  </a:lnTo>
                  <a:lnTo>
                    <a:pt x="24643" y="737695"/>
                  </a:lnTo>
                  <a:lnTo>
                    <a:pt x="26016" y="734993"/>
                  </a:lnTo>
                  <a:lnTo>
                    <a:pt x="27404" y="732291"/>
                  </a:lnTo>
                  <a:lnTo>
                    <a:pt x="28831" y="729589"/>
                  </a:lnTo>
                  <a:lnTo>
                    <a:pt x="30277" y="726887"/>
                  </a:lnTo>
                  <a:lnTo>
                    <a:pt x="31744" y="724184"/>
                  </a:lnTo>
                  <a:lnTo>
                    <a:pt x="33241" y="721482"/>
                  </a:lnTo>
                  <a:lnTo>
                    <a:pt x="34750" y="718780"/>
                  </a:lnTo>
                  <a:lnTo>
                    <a:pt x="36285" y="716078"/>
                  </a:lnTo>
                  <a:lnTo>
                    <a:pt x="37835" y="713376"/>
                  </a:lnTo>
                  <a:lnTo>
                    <a:pt x="39398" y="710673"/>
                  </a:lnTo>
                  <a:lnTo>
                    <a:pt x="40983" y="707971"/>
                  </a:lnTo>
                  <a:lnTo>
                    <a:pt x="42575" y="705269"/>
                  </a:lnTo>
                  <a:lnTo>
                    <a:pt x="44181" y="702567"/>
                  </a:lnTo>
                  <a:lnTo>
                    <a:pt x="45797" y="699865"/>
                  </a:lnTo>
                  <a:lnTo>
                    <a:pt x="47418" y="697163"/>
                  </a:lnTo>
                  <a:lnTo>
                    <a:pt x="49050" y="694460"/>
                  </a:lnTo>
                  <a:lnTo>
                    <a:pt x="50685" y="691758"/>
                  </a:lnTo>
                  <a:lnTo>
                    <a:pt x="52324" y="689056"/>
                  </a:lnTo>
                  <a:lnTo>
                    <a:pt x="53965" y="686354"/>
                  </a:lnTo>
                  <a:lnTo>
                    <a:pt x="55607" y="683652"/>
                  </a:lnTo>
                  <a:lnTo>
                    <a:pt x="57247" y="680949"/>
                  </a:lnTo>
                  <a:lnTo>
                    <a:pt x="58885" y="678247"/>
                  </a:lnTo>
                  <a:lnTo>
                    <a:pt x="60520" y="675545"/>
                  </a:lnTo>
                  <a:lnTo>
                    <a:pt x="62147" y="672843"/>
                  </a:lnTo>
                  <a:lnTo>
                    <a:pt x="63771" y="670141"/>
                  </a:lnTo>
                  <a:lnTo>
                    <a:pt x="65383" y="667439"/>
                  </a:lnTo>
                  <a:lnTo>
                    <a:pt x="66987" y="664736"/>
                  </a:lnTo>
                  <a:lnTo>
                    <a:pt x="68582" y="662034"/>
                  </a:lnTo>
                  <a:lnTo>
                    <a:pt x="70160" y="659332"/>
                  </a:lnTo>
                  <a:lnTo>
                    <a:pt x="71731" y="656630"/>
                  </a:lnTo>
                  <a:lnTo>
                    <a:pt x="73282" y="653928"/>
                  </a:lnTo>
                  <a:lnTo>
                    <a:pt x="74820" y="651225"/>
                  </a:lnTo>
                  <a:lnTo>
                    <a:pt x="76345" y="648523"/>
                  </a:lnTo>
                  <a:lnTo>
                    <a:pt x="77844" y="645821"/>
                  </a:lnTo>
                  <a:lnTo>
                    <a:pt x="79332" y="643119"/>
                  </a:lnTo>
                  <a:lnTo>
                    <a:pt x="80796" y="640417"/>
                  </a:lnTo>
                  <a:lnTo>
                    <a:pt x="82240" y="637715"/>
                  </a:lnTo>
                  <a:lnTo>
                    <a:pt x="83669" y="635012"/>
                  </a:lnTo>
                  <a:lnTo>
                    <a:pt x="85065" y="632310"/>
                  </a:lnTo>
                  <a:lnTo>
                    <a:pt x="86447" y="629608"/>
                  </a:lnTo>
                  <a:lnTo>
                    <a:pt x="87803" y="626906"/>
                  </a:lnTo>
                  <a:lnTo>
                    <a:pt x="89133" y="624204"/>
                  </a:lnTo>
                  <a:lnTo>
                    <a:pt x="90448" y="621501"/>
                  </a:lnTo>
                  <a:lnTo>
                    <a:pt x="91723" y="618799"/>
                  </a:lnTo>
                  <a:lnTo>
                    <a:pt x="92983" y="616097"/>
                  </a:lnTo>
                  <a:lnTo>
                    <a:pt x="94216" y="613395"/>
                  </a:lnTo>
                  <a:lnTo>
                    <a:pt x="95419" y="610693"/>
                  </a:lnTo>
                  <a:lnTo>
                    <a:pt x="96606" y="607991"/>
                  </a:lnTo>
                  <a:lnTo>
                    <a:pt x="97753" y="605288"/>
                  </a:lnTo>
                  <a:lnTo>
                    <a:pt x="98881" y="602586"/>
                  </a:lnTo>
                  <a:lnTo>
                    <a:pt x="99984" y="599884"/>
                  </a:lnTo>
                  <a:lnTo>
                    <a:pt x="101053" y="597182"/>
                  </a:lnTo>
                  <a:lnTo>
                    <a:pt x="102107" y="594480"/>
                  </a:lnTo>
                  <a:lnTo>
                    <a:pt x="103122" y="591777"/>
                  </a:lnTo>
                  <a:lnTo>
                    <a:pt x="104116" y="589075"/>
                  </a:lnTo>
                  <a:lnTo>
                    <a:pt x="105088" y="586373"/>
                  </a:lnTo>
                  <a:lnTo>
                    <a:pt x="106024" y="583671"/>
                  </a:lnTo>
                  <a:lnTo>
                    <a:pt x="106945" y="580969"/>
                  </a:lnTo>
                  <a:lnTo>
                    <a:pt x="107830" y="578267"/>
                  </a:lnTo>
                  <a:lnTo>
                    <a:pt x="108694" y="575564"/>
                  </a:lnTo>
                  <a:lnTo>
                    <a:pt x="109539" y="572862"/>
                  </a:lnTo>
                  <a:lnTo>
                    <a:pt x="110347" y="570160"/>
                  </a:lnTo>
                  <a:lnTo>
                    <a:pt x="111141" y="567458"/>
                  </a:lnTo>
                  <a:lnTo>
                    <a:pt x="111906" y="564756"/>
                  </a:lnTo>
                  <a:lnTo>
                    <a:pt x="112647" y="562053"/>
                  </a:lnTo>
                  <a:lnTo>
                    <a:pt x="113374" y="559351"/>
                  </a:lnTo>
                  <a:lnTo>
                    <a:pt x="114065" y="556649"/>
                  </a:lnTo>
                  <a:lnTo>
                    <a:pt x="114744" y="553947"/>
                  </a:lnTo>
                  <a:lnTo>
                    <a:pt x="115398" y="551245"/>
                  </a:lnTo>
                  <a:lnTo>
                    <a:pt x="116030" y="548543"/>
                  </a:lnTo>
                  <a:lnTo>
                    <a:pt x="116650" y="545840"/>
                  </a:lnTo>
                  <a:lnTo>
                    <a:pt x="117238" y="543138"/>
                  </a:lnTo>
                  <a:lnTo>
                    <a:pt x="117815" y="540436"/>
                  </a:lnTo>
                  <a:lnTo>
                    <a:pt x="118373" y="537734"/>
                  </a:lnTo>
                  <a:lnTo>
                    <a:pt x="118911" y="535032"/>
                  </a:lnTo>
                  <a:lnTo>
                    <a:pt x="119438" y="532329"/>
                  </a:lnTo>
                  <a:lnTo>
                    <a:pt x="119941" y="529627"/>
                  </a:lnTo>
                  <a:lnTo>
                    <a:pt x="120433" y="526925"/>
                  </a:lnTo>
                  <a:lnTo>
                    <a:pt x="120910" y="524223"/>
                  </a:lnTo>
                  <a:lnTo>
                    <a:pt x="121370" y="521521"/>
                  </a:lnTo>
                  <a:lnTo>
                    <a:pt x="121821" y="518819"/>
                  </a:lnTo>
                  <a:lnTo>
                    <a:pt x="122254" y="516116"/>
                  </a:lnTo>
                  <a:lnTo>
                    <a:pt x="122678" y="513414"/>
                  </a:lnTo>
                  <a:lnTo>
                    <a:pt x="123091" y="510712"/>
                  </a:lnTo>
                  <a:lnTo>
                    <a:pt x="123490" y="508010"/>
                  </a:lnTo>
                  <a:lnTo>
                    <a:pt x="123883" y="505308"/>
                  </a:lnTo>
                  <a:lnTo>
                    <a:pt x="124263" y="502605"/>
                  </a:lnTo>
                  <a:lnTo>
                    <a:pt x="124635" y="499903"/>
                  </a:lnTo>
                  <a:lnTo>
                    <a:pt x="125001" y="497201"/>
                  </a:lnTo>
                  <a:lnTo>
                    <a:pt x="125356" y="494499"/>
                  </a:lnTo>
                  <a:lnTo>
                    <a:pt x="125707" y="491797"/>
                  </a:lnTo>
                  <a:lnTo>
                    <a:pt x="126049" y="489095"/>
                  </a:lnTo>
                  <a:lnTo>
                    <a:pt x="126386" y="486392"/>
                  </a:lnTo>
                  <a:lnTo>
                    <a:pt x="126720" y="483690"/>
                  </a:lnTo>
                  <a:lnTo>
                    <a:pt x="127046" y="480988"/>
                  </a:lnTo>
                  <a:lnTo>
                    <a:pt x="127370" y="478286"/>
                  </a:lnTo>
                  <a:lnTo>
                    <a:pt x="127690" y="475584"/>
                  </a:lnTo>
                  <a:lnTo>
                    <a:pt x="128006" y="472881"/>
                  </a:lnTo>
                  <a:lnTo>
                    <a:pt x="128321" y="470179"/>
                  </a:lnTo>
                  <a:lnTo>
                    <a:pt x="128632" y="467477"/>
                  </a:lnTo>
                  <a:lnTo>
                    <a:pt x="128943" y="464775"/>
                  </a:lnTo>
                  <a:lnTo>
                    <a:pt x="129252" y="462073"/>
                  </a:lnTo>
                  <a:lnTo>
                    <a:pt x="129560" y="459371"/>
                  </a:lnTo>
                  <a:lnTo>
                    <a:pt x="129868" y="456668"/>
                  </a:lnTo>
                  <a:lnTo>
                    <a:pt x="130176" y="453966"/>
                  </a:lnTo>
                  <a:lnTo>
                    <a:pt x="130484" y="451264"/>
                  </a:lnTo>
                  <a:lnTo>
                    <a:pt x="130793" y="448562"/>
                  </a:lnTo>
                  <a:lnTo>
                    <a:pt x="131103" y="445860"/>
                  </a:lnTo>
                  <a:lnTo>
                    <a:pt x="131414" y="443157"/>
                  </a:lnTo>
                  <a:lnTo>
                    <a:pt x="131727" y="440455"/>
                  </a:lnTo>
                  <a:lnTo>
                    <a:pt x="132041" y="437753"/>
                  </a:lnTo>
                  <a:lnTo>
                    <a:pt x="132358" y="435051"/>
                  </a:lnTo>
                  <a:lnTo>
                    <a:pt x="132677" y="432349"/>
                  </a:lnTo>
                  <a:lnTo>
                    <a:pt x="132998" y="429647"/>
                  </a:lnTo>
                  <a:lnTo>
                    <a:pt x="133322" y="426944"/>
                  </a:lnTo>
                  <a:lnTo>
                    <a:pt x="133649" y="424242"/>
                  </a:lnTo>
                  <a:lnTo>
                    <a:pt x="133978" y="421540"/>
                  </a:lnTo>
                  <a:lnTo>
                    <a:pt x="134312" y="418838"/>
                  </a:lnTo>
                  <a:lnTo>
                    <a:pt x="134647" y="416136"/>
                  </a:lnTo>
                  <a:lnTo>
                    <a:pt x="134986" y="413433"/>
                  </a:lnTo>
                  <a:lnTo>
                    <a:pt x="135329" y="410731"/>
                  </a:lnTo>
                  <a:lnTo>
                    <a:pt x="135674" y="408029"/>
                  </a:lnTo>
                  <a:lnTo>
                    <a:pt x="136023" y="405327"/>
                  </a:lnTo>
                  <a:lnTo>
                    <a:pt x="136375" y="402625"/>
                  </a:lnTo>
                  <a:lnTo>
                    <a:pt x="136730" y="399922"/>
                  </a:lnTo>
                  <a:lnTo>
                    <a:pt x="137089" y="397220"/>
                  </a:lnTo>
                  <a:lnTo>
                    <a:pt x="137450" y="394518"/>
                  </a:lnTo>
                  <a:lnTo>
                    <a:pt x="137815" y="391816"/>
                  </a:lnTo>
                  <a:lnTo>
                    <a:pt x="138183" y="389114"/>
                  </a:lnTo>
                  <a:lnTo>
                    <a:pt x="138553" y="386412"/>
                  </a:lnTo>
                  <a:lnTo>
                    <a:pt x="138926" y="383709"/>
                  </a:lnTo>
                  <a:lnTo>
                    <a:pt x="139301" y="381007"/>
                  </a:lnTo>
                  <a:lnTo>
                    <a:pt x="139680" y="378305"/>
                  </a:lnTo>
                  <a:lnTo>
                    <a:pt x="140060" y="375603"/>
                  </a:lnTo>
                  <a:lnTo>
                    <a:pt x="140442" y="372901"/>
                  </a:lnTo>
                  <a:lnTo>
                    <a:pt x="140826" y="370198"/>
                  </a:lnTo>
                  <a:lnTo>
                    <a:pt x="141211" y="367496"/>
                  </a:lnTo>
                  <a:lnTo>
                    <a:pt x="141598" y="364794"/>
                  </a:lnTo>
                  <a:lnTo>
                    <a:pt x="141986" y="362092"/>
                  </a:lnTo>
                  <a:lnTo>
                    <a:pt x="142375" y="359390"/>
                  </a:lnTo>
                  <a:lnTo>
                    <a:pt x="142765" y="356688"/>
                  </a:lnTo>
                  <a:lnTo>
                    <a:pt x="143155" y="353985"/>
                  </a:lnTo>
                  <a:lnTo>
                    <a:pt x="143545" y="351283"/>
                  </a:lnTo>
                  <a:lnTo>
                    <a:pt x="143935" y="348581"/>
                  </a:lnTo>
                  <a:lnTo>
                    <a:pt x="144325" y="345879"/>
                  </a:lnTo>
                  <a:lnTo>
                    <a:pt x="144714" y="343177"/>
                  </a:lnTo>
                  <a:lnTo>
                    <a:pt x="145101" y="340474"/>
                  </a:lnTo>
                  <a:lnTo>
                    <a:pt x="145488" y="337772"/>
                  </a:lnTo>
                  <a:lnTo>
                    <a:pt x="145872" y="335070"/>
                  </a:lnTo>
                  <a:lnTo>
                    <a:pt x="146256" y="332368"/>
                  </a:lnTo>
                  <a:lnTo>
                    <a:pt x="146636" y="329666"/>
                  </a:lnTo>
                  <a:lnTo>
                    <a:pt x="147014" y="326964"/>
                  </a:lnTo>
                  <a:lnTo>
                    <a:pt x="147389" y="324261"/>
                  </a:lnTo>
                  <a:lnTo>
                    <a:pt x="147761" y="321559"/>
                  </a:lnTo>
                  <a:lnTo>
                    <a:pt x="148130" y="318857"/>
                  </a:lnTo>
                  <a:lnTo>
                    <a:pt x="148494" y="316155"/>
                  </a:lnTo>
                  <a:lnTo>
                    <a:pt x="148854" y="313453"/>
                  </a:lnTo>
                  <a:lnTo>
                    <a:pt x="149211" y="310750"/>
                  </a:lnTo>
                  <a:lnTo>
                    <a:pt x="149561" y="308048"/>
                  </a:lnTo>
                  <a:lnTo>
                    <a:pt x="149909" y="305346"/>
                  </a:lnTo>
                  <a:lnTo>
                    <a:pt x="150249" y="302644"/>
                  </a:lnTo>
                  <a:lnTo>
                    <a:pt x="150584" y="299942"/>
                  </a:lnTo>
                  <a:lnTo>
                    <a:pt x="150914" y="297240"/>
                  </a:lnTo>
                  <a:lnTo>
                    <a:pt x="151236" y="294537"/>
                  </a:lnTo>
                  <a:lnTo>
                    <a:pt x="151554" y="291835"/>
                  </a:lnTo>
                  <a:lnTo>
                    <a:pt x="151863" y="289133"/>
                  </a:lnTo>
                  <a:lnTo>
                    <a:pt x="152165" y="286431"/>
                  </a:lnTo>
                  <a:lnTo>
                    <a:pt x="152462" y="283729"/>
                  </a:lnTo>
                  <a:lnTo>
                    <a:pt x="152748" y="281026"/>
                  </a:lnTo>
                  <a:lnTo>
                    <a:pt x="153030" y="278324"/>
                  </a:lnTo>
                  <a:lnTo>
                    <a:pt x="153301" y="275622"/>
                  </a:lnTo>
                  <a:lnTo>
                    <a:pt x="153564" y="272920"/>
                  </a:lnTo>
                  <a:lnTo>
                    <a:pt x="153822" y="270218"/>
                  </a:lnTo>
                  <a:lnTo>
                    <a:pt x="154066" y="267516"/>
                  </a:lnTo>
                  <a:lnTo>
                    <a:pt x="154305" y="264813"/>
                  </a:lnTo>
                  <a:lnTo>
                    <a:pt x="154534" y="262111"/>
                  </a:lnTo>
                  <a:lnTo>
                    <a:pt x="154752" y="259409"/>
                  </a:lnTo>
                  <a:lnTo>
                    <a:pt x="154965" y="256707"/>
                  </a:lnTo>
                  <a:lnTo>
                    <a:pt x="155162" y="254005"/>
                  </a:lnTo>
                  <a:lnTo>
                    <a:pt x="155354" y="251302"/>
                  </a:lnTo>
                  <a:lnTo>
                    <a:pt x="155535" y="248600"/>
                  </a:lnTo>
                  <a:lnTo>
                    <a:pt x="155704" y="245898"/>
                  </a:lnTo>
                  <a:lnTo>
                    <a:pt x="155867" y="243196"/>
                  </a:lnTo>
                  <a:lnTo>
                    <a:pt x="156015" y="240494"/>
                  </a:lnTo>
                  <a:lnTo>
                    <a:pt x="156155" y="237792"/>
                  </a:lnTo>
                  <a:lnTo>
                    <a:pt x="156285" y="235089"/>
                  </a:lnTo>
                  <a:lnTo>
                    <a:pt x="156402" y="232387"/>
                  </a:lnTo>
                  <a:lnTo>
                    <a:pt x="156512" y="229685"/>
                  </a:lnTo>
                  <a:lnTo>
                    <a:pt x="156608" y="226983"/>
                  </a:lnTo>
                  <a:lnTo>
                    <a:pt x="156694" y="224281"/>
                  </a:lnTo>
                  <a:lnTo>
                    <a:pt x="156772" y="221578"/>
                  </a:lnTo>
                  <a:lnTo>
                    <a:pt x="156835" y="218876"/>
                  </a:lnTo>
                  <a:lnTo>
                    <a:pt x="156891" y="216174"/>
                  </a:lnTo>
                  <a:lnTo>
                    <a:pt x="156933" y="213472"/>
                  </a:lnTo>
                  <a:lnTo>
                    <a:pt x="156965" y="210770"/>
                  </a:lnTo>
                  <a:lnTo>
                    <a:pt x="156990" y="208068"/>
                  </a:lnTo>
                  <a:lnTo>
                    <a:pt x="156998" y="205365"/>
                  </a:lnTo>
                  <a:lnTo>
                    <a:pt x="157000" y="202663"/>
                  </a:lnTo>
                  <a:lnTo>
                    <a:pt x="156989" y="199961"/>
                  </a:lnTo>
                  <a:lnTo>
                    <a:pt x="156967" y="197259"/>
                  </a:lnTo>
                  <a:lnTo>
                    <a:pt x="156939" y="194557"/>
                  </a:lnTo>
                  <a:lnTo>
                    <a:pt x="156894" y="191854"/>
                  </a:lnTo>
                  <a:lnTo>
                    <a:pt x="156843" y="189152"/>
                  </a:lnTo>
                  <a:lnTo>
                    <a:pt x="156781" y="186450"/>
                  </a:lnTo>
                  <a:lnTo>
                    <a:pt x="156708" y="183748"/>
                  </a:lnTo>
                  <a:lnTo>
                    <a:pt x="156628" y="181046"/>
                  </a:lnTo>
                  <a:lnTo>
                    <a:pt x="156534" y="178344"/>
                  </a:lnTo>
                  <a:lnTo>
                    <a:pt x="156433" y="175641"/>
                  </a:lnTo>
                  <a:lnTo>
                    <a:pt x="156323" y="172939"/>
                  </a:lnTo>
                  <a:lnTo>
                    <a:pt x="156201" y="170237"/>
                  </a:lnTo>
                  <a:lnTo>
                    <a:pt x="156074" y="167535"/>
                  </a:lnTo>
                  <a:lnTo>
                    <a:pt x="155934" y="164833"/>
                  </a:lnTo>
                  <a:lnTo>
                    <a:pt x="155788" y="162130"/>
                  </a:lnTo>
                  <a:lnTo>
                    <a:pt x="155634" y="159428"/>
                  </a:lnTo>
                  <a:lnTo>
                    <a:pt x="155470" y="156726"/>
                  </a:lnTo>
                  <a:lnTo>
                    <a:pt x="155300" y="154024"/>
                  </a:lnTo>
                  <a:lnTo>
                    <a:pt x="155121" y="151322"/>
                  </a:lnTo>
                  <a:lnTo>
                    <a:pt x="154935" y="148620"/>
                  </a:lnTo>
                  <a:lnTo>
                    <a:pt x="154744" y="145917"/>
                  </a:lnTo>
                  <a:lnTo>
                    <a:pt x="154543" y="143215"/>
                  </a:lnTo>
                  <a:lnTo>
                    <a:pt x="154339" y="140513"/>
                  </a:lnTo>
                  <a:lnTo>
                    <a:pt x="154127" y="137811"/>
                  </a:lnTo>
                  <a:lnTo>
                    <a:pt x="153909" y="135109"/>
                  </a:lnTo>
                  <a:lnTo>
                    <a:pt x="153688" y="132406"/>
                  </a:lnTo>
                  <a:lnTo>
                    <a:pt x="153459" y="129704"/>
                  </a:lnTo>
                  <a:lnTo>
                    <a:pt x="153227" y="127002"/>
                  </a:lnTo>
                  <a:lnTo>
                    <a:pt x="152991" y="124300"/>
                  </a:lnTo>
                  <a:lnTo>
                    <a:pt x="152750" y="121598"/>
                  </a:lnTo>
                  <a:lnTo>
                    <a:pt x="152508" y="118896"/>
                  </a:lnTo>
                  <a:lnTo>
                    <a:pt x="152260" y="116193"/>
                  </a:lnTo>
                  <a:lnTo>
                    <a:pt x="152011" y="113491"/>
                  </a:lnTo>
                  <a:lnTo>
                    <a:pt x="151760" y="110789"/>
                  </a:lnTo>
                  <a:lnTo>
                    <a:pt x="151506" y="108087"/>
                  </a:lnTo>
                  <a:lnTo>
                    <a:pt x="151252" y="105385"/>
                  </a:lnTo>
                  <a:lnTo>
                    <a:pt x="150996" y="102682"/>
                  </a:lnTo>
                  <a:lnTo>
                    <a:pt x="150740" y="99980"/>
                  </a:lnTo>
                  <a:lnTo>
                    <a:pt x="150484" y="97278"/>
                  </a:lnTo>
                  <a:lnTo>
                    <a:pt x="150228" y="94576"/>
                  </a:lnTo>
                  <a:lnTo>
                    <a:pt x="149973" y="91874"/>
                  </a:lnTo>
                  <a:lnTo>
                    <a:pt x="149720" y="89172"/>
                  </a:lnTo>
                  <a:lnTo>
                    <a:pt x="149468" y="86469"/>
                  </a:lnTo>
                  <a:lnTo>
                    <a:pt x="149218" y="83767"/>
                  </a:lnTo>
                  <a:lnTo>
                    <a:pt x="148971" y="81065"/>
                  </a:lnTo>
                  <a:lnTo>
                    <a:pt x="148726" y="78363"/>
                  </a:lnTo>
                  <a:lnTo>
                    <a:pt x="148486" y="75661"/>
                  </a:lnTo>
                  <a:lnTo>
                    <a:pt x="148250" y="72958"/>
                  </a:lnTo>
                  <a:lnTo>
                    <a:pt x="148016" y="70256"/>
                  </a:lnTo>
                  <a:lnTo>
                    <a:pt x="147790" y="67554"/>
                  </a:lnTo>
                  <a:lnTo>
                    <a:pt x="147567" y="64852"/>
                  </a:lnTo>
                  <a:lnTo>
                    <a:pt x="147351" y="62150"/>
                  </a:lnTo>
                  <a:lnTo>
                    <a:pt x="147140" y="59448"/>
                  </a:lnTo>
                  <a:lnTo>
                    <a:pt x="146934" y="56745"/>
                  </a:lnTo>
                  <a:lnTo>
                    <a:pt x="146738" y="54043"/>
                  </a:lnTo>
                  <a:lnTo>
                    <a:pt x="146547" y="51341"/>
                  </a:lnTo>
                  <a:lnTo>
                    <a:pt x="146364" y="48639"/>
                  </a:lnTo>
                  <a:lnTo>
                    <a:pt x="146190" y="45937"/>
                  </a:lnTo>
                  <a:lnTo>
                    <a:pt x="146021" y="43234"/>
                  </a:lnTo>
                  <a:lnTo>
                    <a:pt x="145865" y="40532"/>
                  </a:lnTo>
                  <a:lnTo>
                    <a:pt x="145715" y="37830"/>
                  </a:lnTo>
                  <a:lnTo>
                    <a:pt x="145574" y="35128"/>
                  </a:lnTo>
                  <a:lnTo>
                    <a:pt x="145444" y="32426"/>
                  </a:lnTo>
                  <a:lnTo>
                    <a:pt x="145320" y="29724"/>
                  </a:lnTo>
                  <a:lnTo>
                    <a:pt x="145211" y="27021"/>
                  </a:lnTo>
                  <a:lnTo>
                    <a:pt x="145109" y="24319"/>
                  </a:lnTo>
                  <a:lnTo>
                    <a:pt x="145017" y="21617"/>
                  </a:lnTo>
                  <a:lnTo>
                    <a:pt x="144938" y="18915"/>
                  </a:lnTo>
                  <a:lnTo>
                    <a:pt x="144866" y="16213"/>
                  </a:lnTo>
                  <a:lnTo>
                    <a:pt x="144808" y="13510"/>
                  </a:lnTo>
                  <a:lnTo>
                    <a:pt x="144760" y="10808"/>
                  </a:lnTo>
                  <a:lnTo>
                    <a:pt x="144721" y="8106"/>
                  </a:lnTo>
                  <a:lnTo>
                    <a:pt x="144697" y="5404"/>
                  </a:lnTo>
                  <a:lnTo>
                    <a:pt x="144680" y="2702"/>
                  </a:lnTo>
                  <a:lnTo>
                    <a:pt x="144677" y="0"/>
                  </a:lnTo>
                  <a:lnTo>
                    <a:pt x="183592" y="0"/>
                  </a:lnTo>
                  <a:lnTo>
                    <a:pt x="183590" y="2702"/>
                  </a:lnTo>
                  <a:lnTo>
                    <a:pt x="183573" y="5404"/>
                  </a:lnTo>
                  <a:lnTo>
                    <a:pt x="183549" y="8106"/>
                  </a:lnTo>
                  <a:lnTo>
                    <a:pt x="183510" y="10808"/>
                  </a:lnTo>
                  <a:lnTo>
                    <a:pt x="183461" y="13510"/>
                  </a:lnTo>
                  <a:lnTo>
                    <a:pt x="183404" y="16213"/>
                  </a:lnTo>
                  <a:lnTo>
                    <a:pt x="183332" y="18915"/>
                  </a:lnTo>
                  <a:lnTo>
                    <a:pt x="183253" y="21617"/>
                  </a:lnTo>
                  <a:lnTo>
                    <a:pt x="183161" y="24319"/>
                  </a:lnTo>
                  <a:lnTo>
                    <a:pt x="183059" y="27021"/>
                  </a:lnTo>
                  <a:lnTo>
                    <a:pt x="182950" y="29724"/>
                  </a:lnTo>
                  <a:lnTo>
                    <a:pt x="182826" y="32426"/>
                  </a:lnTo>
                  <a:lnTo>
                    <a:pt x="182696" y="35128"/>
                  </a:lnTo>
                  <a:lnTo>
                    <a:pt x="182555" y="37830"/>
                  </a:lnTo>
                  <a:lnTo>
                    <a:pt x="182405" y="40532"/>
                  </a:lnTo>
                  <a:lnTo>
                    <a:pt x="182249" y="43234"/>
                  </a:lnTo>
                  <a:lnTo>
                    <a:pt x="182079" y="45937"/>
                  </a:lnTo>
                  <a:lnTo>
                    <a:pt x="181905" y="48639"/>
                  </a:lnTo>
                  <a:lnTo>
                    <a:pt x="181722" y="51341"/>
                  </a:lnTo>
                  <a:lnTo>
                    <a:pt x="181531" y="54043"/>
                  </a:lnTo>
                  <a:lnTo>
                    <a:pt x="181336" y="56745"/>
                  </a:lnTo>
                  <a:lnTo>
                    <a:pt x="181129" y="59448"/>
                  </a:lnTo>
                  <a:lnTo>
                    <a:pt x="180919" y="62150"/>
                  </a:lnTo>
                  <a:lnTo>
                    <a:pt x="180703" y="64852"/>
                  </a:lnTo>
                  <a:lnTo>
                    <a:pt x="180479" y="67554"/>
                  </a:lnTo>
                  <a:lnTo>
                    <a:pt x="180253" y="70256"/>
                  </a:lnTo>
                  <a:lnTo>
                    <a:pt x="180020" y="72958"/>
                  </a:lnTo>
                  <a:lnTo>
                    <a:pt x="179783" y="75661"/>
                  </a:lnTo>
                  <a:lnTo>
                    <a:pt x="179543" y="78363"/>
                  </a:lnTo>
                  <a:lnTo>
                    <a:pt x="179298" y="81065"/>
                  </a:lnTo>
                  <a:lnTo>
                    <a:pt x="179052" y="83767"/>
                  </a:lnTo>
                  <a:lnTo>
                    <a:pt x="178802" y="86469"/>
                  </a:lnTo>
                  <a:lnTo>
                    <a:pt x="178550" y="89172"/>
                  </a:lnTo>
                  <a:lnTo>
                    <a:pt x="178296" y="91874"/>
                  </a:lnTo>
                  <a:lnTo>
                    <a:pt x="178041" y="94576"/>
                  </a:lnTo>
                  <a:lnTo>
                    <a:pt x="177786" y="97278"/>
                  </a:lnTo>
                  <a:lnTo>
                    <a:pt x="177530" y="99980"/>
                  </a:lnTo>
                  <a:lnTo>
                    <a:pt x="177274" y="102682"/>
                  </a:lnTo>
                  <a:lnTo>
                    <a:pt x="177018" y="105385"/>
                  </a:lnTo>
                  <a:lnTo>
                    <a:pt x="176763" y="108087"/>
                  </a:lnTo>
                  <a:lnTo>
                    <a:pt x="176510" y="110789"/>
                  </a:lnTo>
                  <a:lnTo>
                    <a:pt x="176258" y="113491"/>
                  </a:lnTo>
                  <a:lnTo>
                    <a:pt x="176009" y="116193"/>
                  </a:lnTo>
                  <a:lnTo>
                    <a:pt x="175762" y="118896"/>
                  </a:lnTo>
                  <a:lnTo>
                    <a:pt x="175519" y="121598"/>
                  </a:lnTo>
                  <a:lnTo>
                    <a:pt x="175279" y="124300"/>
                  </a:lnTo>
                  <a:lnTo>
                    <a:pt x="175042" y="127002"/>
                  </a:lnTo>
                  <a:lnTo>
                    <a:pt x="174811" y="129704"/>
                  </a:lnTo>
                  <a:lnTo>
                    <a:pt x="174582" y="132406"/>
                  </a:lnTo>
                  <a:lnTo>
                    <a:pt x="174361" y="135109"/>
                  </a:lnTo>
                  <a:lnTo>
                    <a:pt x="174143" y="137811"/>
                  </a:lnTo>
                  <a:lnTo>
                    <a:pt x="173931" y="140513"/>
                  </a:lnTo>
                  <a:lnTo>
                    <a:pt x="173726" y="143215"/>
                  </a:lnTo>
                  <a:lnTo>
                    <a:pt x="173526" y="145917"/>
                  </a:lnTo>
                  <a:lnTo>
                    <a:pt x="173334" y="148620"/>
                  </a:lnTo>
                  <a:lnTo>
                    <a:pt x="173149" y="151322"/>
                  </a:lnTo>
                  <a:lnTo>
                    <a:pt x="172969" y="154024"/>
                  </a:lnTo>
                  <a:lnTo>
                    <a:pt x="172800" y="156726"/>
                  </a:lnTo>
                  <a:lnTo>
                    <a:pt x="172635" y="159428"/>
                  </a:lnTo>
                  <a:lnTo>
                    <a:pt x="172482" y="162130"/>
                  </a:lnTo>
                  <a:lnTo>
                    <a:pt x="172335" y="164833"/>
                  </a:lnTo>
                  <a:lnTo>
                    <a:pt x="172195" y="167535"/>
                  </a:lnTo>
                  <a:lnTo>
                    <a:pt x="172069" y="170237"/>
                  </a:lnTo>
                  <a:lnTo>
                    <a:pt x="171947" y="172939"/>
                  </a:lnTo>
                  <a:lnTo>
                    <a:pt x="171837" y="175641"/>
                  </a:lnTo>
                  <a:lnTo>
                    <a:pt x="171736" y="178344"/>
                  </a:lnTo>
                  <a:lnTo>
                    <a:pt x="171641" y="181046"/>
                  </a:lnTo>
                  <a:lnTo>
                    <a:pt x="171562" y="183748"/>
                  </a:lnTo>
                  <a:lnTo>
                    <a:pt x="171488" y="186450"/>
                  </a:lnTo>
                  <a:lnTo>
                    <a:pt x="171426" y="189152"/>
                  </a:lnTo>
                  <a:lnTo>
                    <a:pt x="171375" y="191854"/>
                  </a:lnTo>
                  <a:lnTo>
                    <a:pt x="171330" y="194557"/>
                  </a:lnTo>
                  <a:lnTo>
                    <a:pt x="171302" y="197259"/>
                  </a:lnTo>
                  <a:lnTo>
                    <a:pt x="171281" y="199961"/>
                  </a:lnTo>
                  <a:lnTo>
                    <a:pt x="171270" y="202663"/>
                  </a:lnTo>
                  <a:lnTo>
                    <a:pt x="171272" y="205365"/>
                  </a:lnTo>
                  <a:lnTo>
                    <a:pt x="171280" y="208068"/>
                  </a:lnTo>
                  <a:lnTo>
                    <a:pt x="171304" y="210770"/>
                  </a:lnTo>
                  <a:lnTo>
                    <a:pt x="171336" y="213472"/>
                  </a:lnTo>
                  <a:lnTo>
                    <a:pt x="171379" y="216174"/>
                  </a:lnTo>
                  <a:lnTo>
                    <a:pt x="171435" y="218876"/>
                  </a:lnTo>
                  <a:lnTo>
                    <a:pt x="171497" y="221578"/>
                  </a:lnTo>
                  <a:lnTo>
                    <a:pt x="171575" y="224281"/>
                  </a:lnTo>
                  <a:lnTo>
                    <a:pt x="171662" y="226983"/>
                  </a:lnTo>
                  <a:lnTo>
                    <a:pt x="171757" y="229685"/>
                  </a:lnTo>
                  <a:lnTo>
                    <a:pt x="171868" y="232387"/>
                  </a:lnTo>
                  <a:lnTo>
                    <a:pt x="171984" y="235089"/>
                  </a:lnTo>
                  <a:lnTo>
                    <a:pt x="172115" y="237792"/>
                  </a:lnTo>
                  <a:lnTo>
                    <a:pt x="172255" y="240494"/>
                  </a:lnTo>
                  <a:lnTo>
                    <a:pt x="172403" y="243196"/>
                  </a:lnTo>
                  <a:lnTo>
                    <a:pt x="172566" y="245898"/>
                  </a:lnTo>
                  <a:lnTo>
                    <a:pt x="172735" y="248600"/>
                  </a:lnTo>
                  <a:lnTo>
                    <a:pt x="172916" y="251302"/>
                  </a:lnTo>
                  <a:lnTo>
                    <a:pt x="173107" y="254005"/>
                  </a:lnTo>
                  <a:lnTo>
                    <a:pt x="173305" y="256707"/>
                  </a:lnTo>
                  <a:lnTo>
                    <a:pt x="173518" y="259409"/>
                  </a:lnTo>
                  <a:lnTo>
                    <a:pt x="173736" y="262111"/>
                  </a:lnTo>
                  <a:lnTo>
                    <a:pt x="173965" y="264813"/>
                  </a:lnTo>
                  <a:lnTo>
                    <a:pt x="174203" y="267516"/>
                  </a:lnTo>
                  <a:lnTo>
                    <a:pt x="174447" y="270218"/>
                  </a:lnTo>
                  <a:lnTo>
                    <a:pt x="174705" y="272920"/>
                  </a:lnTo>
                  <a:lnTo>
                    <a:pt x="174968" y="275622"/>
                  </a:lnTo>
                  <a:lnTo>
                    <a:pt x="175240" y="278324"/>
                  </a:lnTo>
                  <a:lnTo>
                    <a:pt x="175521" y="281026"/>
                  </a:lnTo>
                  <a:lnTo>
                    <a:pt x="175807" y="283729"/>
                  </a:lnTo>
                  <a:lnTo>
                    <a:pt x="176104" y="286431"/>
                  </a:lnTo>
                  <a:lnTo>
                    <a:pt x="176407" y="289133"/>
                  </a:lnTo>
                  <a:lnTo>
                    <a:pt x="176716" y="291835"/>
                  </a:lnTo>
                  <a:lnTo>
                    <a:pt x="177034" y="294537"/>
                  </a:lnTo>
                  <a:lnTo>
                    <a:pt x="177355" y="297240"/>
                  </a:lnTo>
                  <a:lnTo>
                    <a:pt x="177686" y="299942"/>
                  </a:lnTo>
                  <a:lnTo>
                    <a:pt x="178021" y="302644"/>
                  </a:lnTo>
                  <a:lnTo>
                    <a:pt x="178361" y="305346"/>
                  </a:lnTo>
                  <a:lnTo>
                    <a:pt x="178708" y="308048"/>
                  </a:lnTo>
                  <a:lnTo>
                    <a:pt x="179059" y="310750"/>
                  </a:lnTo>
                  <a:lnTo>
                    <a:pt x="179415" y="313453"/>
                  </a:lnTo>
                  <a:lnTo>
                    <a:pt x="179776" y="316155"/>
                  </a:lnTo>
                  <a:lnTo>
                    <a:pt x="180139" y="318857"/>
                  </a:lnTo>
                  <a:lnTo>
                    <a:pt x="180509" y="321559"/>
                  </a:lnTo>
                  <a:lnTo>
                    <a:pt x="180880" y="324261"/>
                  </a:lnTo>
                  <a:lnTo>
                    <a:pt x="181256" y="326964"/>
                  </a:lnTo>
                  <a:lnTo>
                    <a:pt x="181634" y="329666"/>
                  </a:lnTo>
                  <a:lnTo>
                    <a:pt x="182014" y="332368"/>
                  </a:lnTo>
                  <a:lnTo>
                    <a:pt x="182397" y="335070"/>
                  </a:lnTo>
                  <a:lnTo>
                    <a:pt x="182782" y="337772"/>
                  </a:lnTo>
                  <a:lnTo>
                    <a:pt x="183168" y="340474"/>
                  </a:lnTo>
                  <a:lnTo>
                    <a:pt x="183556" y="343177"/>
                  </a:lnTo>
                  <a:lnTo>
                    <a:pt x="183945" y="345879"/>
                  </a:lnTo>
                  <a:lnTo>
                    <a:pt x="184334" y="348581"/>
                  </a:lnTo>
                  <a:lnTo>
                    <a:pt x="184724" y="351283"/>
                  </a:lnTo>
                  <a:lnTo>
                    <a:pt x="185114" y="353985"/>
                  </a:lnTo>
                  <a:lnTo>
                    <a:pt x="185504" y="356688"/>
                  </a:lnTo>
                  <a:lnTo>
                    <a:pt x="185894" y="359390"/>
                  </a:lnTo>
                  <a:lnTo>
                    <a:pt x="186283" y="362092"/>
                  </a:lnTo>
                  <a:lnTo>
                    <a:pt x="186671" y="364794"/>
                  </a:lnTo>
                  <a:lnTo>
                    <a:pt x="187058" y="367496"/>
                  </a:lnTo>
                  <a:lnTo>
                    <a:pt x="187444" y="370198"/>
                  </a:lnTo>
                  <a:lnTo>
                    <a:pt x="187828" y="372901"/>
                  </a:lnTo>
                  <a:lnTo>
                    <a:pt x="188210" y="375603"/>
                  </a:lnTo>
                  <a:lnTo>
                    <a:pt x="188590" y="378305"/>
                  </a:lnTo>
                  <a:lnTo>
                    <a:pt x="188969" y="381007"/>
                  </a:lnTo>
                  <a:lnTo>
                    <a:pt x="189343" y="383709"/>
                  </a:lnTo>
                  <a:lnTo>
                    <a:pt x="189717" y="386412"/>
                  </a:lnTo>
                  <a:lnTo>
                    <a:pt x="190087" y="389114"/>
                  </a:lnTo>
                  <a:lnTo>
                    <a:pt x="190454" y="391816"/>
                  </a:lnTo>
                  <a:lnTo>
                    <a:pt x="190820" y="394518"/>
                  </a:lnTo>
                  <a:lnTo>
                    <a:pt x="191180" y="397220"/>
                  </a:lnTo>
                  <a:lnTo>
                    <a:pt x="191539" y="399922"/>
                  </a:lnTo>
                  <a:lnTo>
                    <a:pt x="191895" y="402625"/>
                  </a:lnTo>
                  <a:lnTo>
                    <a:pt x="192246" y="405327"/>
                  </a:lnTo>
                  <a:lnTo>
                    <a:pt x="192596" y="408029"/>
                  </a:lnTo>
                  <a:lnTo>
                    <a:pt x="192941" y="410731"/>
                  </a:lnTo>
                  <a:lnTo>
                    <a:pt x="193283" y="413433"/>
                  </a:lnTo>
                  <a:lnTo>
                    <a:pt x="193622" y="416136"/>
                  </a:lnTo>
                  <a:lnTo>
                    <a:pt x="193958" y="418838"/>
                  </a:lnTo>
                  <a:lnTo>
                    <a:pt x="194291" y="421540"/>
                  </a:lnTo>
                  <a:lnTo>
                    <a:pt x="194620" y="424242"/>
                  </a:lnTo>
                  <a:lnTo>
                    <a:pt x="194947" y="426944"/>
                  </a:lnTo>
                  <a:lnTo>
                    <a:pt x="195272" y="429647"/>
                  </a:lnTo>
                  <a:lnTo>
                    <a:pt x="195592" y="432349"/>
                  </a:lnTo>
                  <a:lnTo>
                    <a:pt x="195912" y="435051"/>
                  </a:lnTo>
                  <a:lnTo>
                    <a:pt x="196228" y="437753"/>
                  </a:lnTo>
                  <a:lnTo>
                    <a:pt x="196543" y="440455"/>
                  </a:lnTo>
                  <a:lnTo>
                    <a:pt x="196856" y="443157"/>
                  </a:lnTo>
                  <a:lnTo>
                    <a:pt x="197167" y="445860"/>
                  </a:lnTo>
                  <a:lnTo>
                    <a:pt x="197477" y="448562"/>
                  </a:lnTo>
                  <a:lnTo>
                    <a:pt x="197786" y="451264"/>
                  </a:lnTo>
                  <a:lnTo>
                    <a:pt x="198094" y="453966"/>
                  </a:lnTo>
                  <a:lnTo>
                    <a:pt x="198402" y="456668"/>
                  </a:lnTo>
                  <a:lnTo>
                    <a:pt x="198710" y="459371"/>
                  </a:lnTo>
                  <a:lnTo>
                    <a:pt x="199018" y="462073"/>
                  </a:lnTo>
                  <a:lnTo>
                    <a:pt x="199327" y="464775"/>
                  </a:lnTo>
                  <a:lnTo>
                    <a:pt x="199637" y="467477"/>
                  </a:lnTo>
                  <a:lnTo>
                    <a:pt x="199949" y="470179"/>
                  </a:lnTo>
                  <a:lnTo>
                    <a:pt x="200264" y="472881"/>
                  </a:lnTo>
                  <a:lnTo>
                    <a:pt x="200580" y="475584"/>
                  </a:lnTo>
                  <a:lnTo>
                    <a:pt x="200900" y="478286"/>
                  </a:lnTo>
                  <a:lnTo>
                    <a:pt x="201224" y="480988"/>
                  </a:lnTo>
                  <a:lnTo>
                    <a:pt x="201550" y="483690"/>
                  </a:lnTo>
                  <a:lnTo>
                    <a:pt x="201883" y="486392"/>
                  </a:lnTo>
                  <a:lnTo>
                    <a:pt x="202220" y="489095"/>
                  </a:lnTo>
                  <a:lnTo>
                    <a:pt x="202563" y="491797"/>
                  </a:lnTo>
                  <a:lnTo>
                    <a:pt x="202914" y="494499"/>
                  </a:lnTo>
                  <a:lnTo>
                    <a:pt x="203268" y="497201"/>
                  </a:lnTo>
                  <a:lnTo>
                    <a:pt x="203634" y="499903"/>
                  </a:lnTo>
                  <a:lnTo>
                    <a:pt x="204007" y="502605"/>
                  </a:lnTo>
                  <a:lnTo>
                    <a:pt x="204387" y="505308"/>
                  </a:lnTo>
                  <a:lnTo>
                    <a:pt x="204779" y="508010"/>
                  </a:lnTo>
                  <a:lnTo>
                    <a:pt x="205178" y="510712"/>
                  </a:lnTo>
                  <a:lnTo>
                    <a:pt x="205592" y="513414"/>
                  </a:lnTo>
                  <a:lnTo>
                    <a:pt x="206015" y="516116"/>
                  </a:lnTo>
                  <a:lnTo>
                    <a:pt x="206448" y="518819"/>
                  </a:lnTo>
                  <a:lnTo>
                    <a:pt x="206900" y="521521"/>
                  </a:lnTo>
                  <a:lnTo>
                    <a:pt x="207360" y="524223"/>
                  </a:lnTo>
                  <a:lnTo>
                    <a:pt x="207837" y="526925"/>
                  </a:lnTo>
                  <a:lnTo>
                    <a:pt x="208329" y="529627"/>
                  </a:lnTo>
                  <a:lnTo>
                    <a:pt x="208831" y="532329"/>
                  </a:lnTo>
                  <a:lnTo>
                    <a:pt x="209359" y="535032"/>
                  </a:lnTo>
                  <a:lnTo>
                    <a:pt x="209896" y="537734"/>
                  </a:lnTo>
                  <a:lnTo>
                    <a:pt x="210454" y="540436"/>
                  </a:lnTo>
                  <a:lnTo>
                    <a:pt x="211031" y="543138"/>
                  </a:lnTo>
                  <a:lnTo>
                    <a:pt x="211620" y="545840"/>
                  </a:lnTo>
                  <a:lnTo>
                    <a:pt x="212240" y="548543"/>
                  </a:lnTo>
                  <a:lnTo>
                    <a:pt x="212872" y="551245"/>
                  </a:lnTo>
                  <a:lnTo>
                    <a:pt x="213526" y="553947"/>
                  </a:lnTo>
                  <a:lnTo>
                    <a:pt x="214205" y="556649"/>
                  </a:lnTo>
                  <a:lnTo>
                    <a:pt x="214896" y="559351"/>
                  </a:lnTo>
                  <a:lnTo>
                    <a:pt x="215622" y="562053"/>
                  </a:lnTo>
                  <a:lnTo>
                    <a:pt x="216364" y="564756"/>
                  </a:lnTo>
                  <a:lnTo>
                    <a:pt x="217128" y="567458"/>
                  </a:lnTo>
                  <a:lnTo>
                    <a:pt x="217923" y="570160"/>
                  </a:lnTo>
                  <a:lnTo>
                    <a:pt x="218731" y="572862"/>
                  </a:lnTo>
                  <a:lnTo>
                    <a:pt x="219575" y="575564"/>
                  </a:lnTo>
                  <a:lnTo>
                    <a:pt x="220439" y="578267"/>
                  </a:lnTo>
                  <a:lnTo>
                    <a:pt x="221325" y="580969"/>
                  </a:lnTo>
                  <a:lnTo>
                    <a:pt x="222246" y="583671"/>
                  </a:lnTo>
                  <a:lnTo>
                    <a:pt x="223182" y="586373"/>
                  </a:lnTo>
                  <a:lnTo>
                    <a:pt x="224153" y="589075"/>
                  </a:lnTo>
                  <a:lnTo>
                    <a:pt x="225148" y="591777"/>
                  </a:lnTo>
                  <a:lnTo>
                    <a:pt x="226163" y="594480"/>
                  </a:lnTo>
                  <a:lnTo>
                    <a:pt x="227216" y="597182"/>
                  </a:lnTo>
                  <a:lnTo>
                    <a:pt x="228285" y="599884"/>
                  </a:lnTo>
                  <a:lnTo>
                    <a:pt x="229388" y="602586"/>
                  </a:lnTo>
                  <a:lnTo>
                    <a:pt x="230517" y="605288"/>
                  </a:lnTo>
                  <a:lnTo>
                    <a:pt x="231663" y="607991"/>
                  </a:lnTo>
                  <a:lnTo>
                    <a:pt x="232851" y="610693"/>
                  </a:lnTo>
                  <a:lnTo>
                    <a:pt x="234053" y="613395"/>
                  </a:lnTo>
                  <a:lnTo>
                    <a:pt x="235286" y="616097"/>
                  </a:lnTo>
                  <a:lnTo>
                    <a:pt x="236546" y="618799"/>
                  </a:lnTo>
                  <a:lnTo>
                    <a:pt x="237821" y="621501"/>
                  </a:lnTo>
                  <a:lnTo>
                    <a:pt x="239137" y="624204"/>
                  </a:lnTo>
                  <a:lnTo>
                    <a:pt x="240467" y="626906"/>
                  </a:lnTo>
                  <a:lnTo>
                    <a:pt x="241822" y="629608"/>
                  </a:lnTo>
                  <a:lnTo>
                    <a:pt x="243205" y="632310"/>
                  </a:lnTo>
                  <a:lnTo>
                    <a:pt x="244600" y="635012"/>
                  </a:lnTo>
                  <a:lnTo>
                    <a:pt x="246030" y="637715"/>
                  </a:lnTo>
                  <a:lnTo>
                    <a:pt x="247474" y="640417"/>
                  </a:lnTo>
                  <a:lnTo>
                    <a:pt x="248937" y="643119"/>
                  </a:lnTo>
                  <a:lnTo>
                    <a:pt x="250426" y="645821"/>
                  </a:lnTo>
                  <a:lnTo>
                    <a:pt x="251925" y="648523"/>
                  </a:lnTo>
                  <a:lnTo>
                    <a:pt x="253450" y="651225"/>
                  </a:lnTo>
                  <a:lnTo>
                    <a:pt x="254987" y="653928"/>
                  </a:lnTo>
                  <a:lnTo>
                    <a:pt x="256538" y="656630"/>
                  </a:lnTo>
                  <a:lnTo>
                    <a:pt x="258109" y="659332"/>
                  </a:lnTo>
                  <a:lnTo>
                    <a:pt x="259688" y="662034"/>
                  </a:lnTo>
                  <a:lnTo>
                    <a:pt x="261283" y="664736"/>
                  </a:lnTo>
                  <a:lnTo>
                    <a:pt x="262887" y="667439"/>
                  </a:lnTo>
                  <a:lnTo>
                    <a:pt x="264499" y="670141"/>
                  </a:lnTo>
                  <a:lnTo>
                    <a:pt x="266122" y="672843"/>
                  </a:lnTo>
                  <a:lnTo>
                    <a:pt x="267750" y="675545"/>
                  </a:lnTo>
                  <a:lnTo>
                    <a:pt x="269384" y="678247"/>
                  </a:lnTo>
                  <a:lnTo>
                    <a:pt x="271022" y="680949"/>
                  </a:lnTo>
                  <a:lnTo>
                    <a:pt x="272663" y="683652"/>
                  </a:lnTo>
                  <a:lnTo>
                    <a:pt x="274304" y="686354"/>
                  </a:lnTo>
                  <a:lnTo>
                    <a:pt x="275945" y="689056"/>
                  </a:lnTo>
                  <a:lnTo>
                    <a:pt x="277585" y="691758"/>
                  </a:lnTo>
                  <a:lnTo>
                    <a:pt x="279219" y="694460"/>
                  </a:lnTo>
                  <a:lnTo>
                    <a:pt x="280851" y="697163"/>
                  </a:lnTo>
                  <a:lnTo>
                    <a:pt x="282473" y="699865"/>
                  </a:lnTo>
                  <a:lnTo>
                    <a:pt x="284089" y="702567"/>
                  </a:lnTo>
                  <a:lnTo>
                    <a:pt x="285695" y="705269"/>
                  </a:lnTo>
                  <a:lnTo>
                    <a:pt x="287287" y="707971"/>
                  </a:lnTo>
                  <a:lnTo>
                    <a:pt x="288871" y="710673"/>
                  </a:lnTo>
                  <a:lnTo>
                    <a:pt x="290434" y="713376"/>
                  </a:lnTo>
                  <a:lnTo>
                    <a:pt x="291985" y="716078"/>
                  </a:lnTo>
                  <a:lnTo>
                    <a:pt x="293520" y="718780"/>
                  </a:lnTo>
                  <a:lnTo>
                    <a:pt x="295029" y="721482"/>
                  </a:lnTo>
                  <a:lnTo>
                    <a:pt x="296526" y="724184"/>
                  </a:lnTo>
                  <a:lnTo>
                    <a:pt x="297993" y="726887"/>
                  </a:lnTo>
                  <a:lnTo>
                    <a:pt x="299439" y="729589"/>
                  </a:lnTo>
                  <a:lnTo>
                    <a:pt x="300865" y="732291"/>
                  </a:lnTo>
                  <a:lnTo>
                    <a:pt x="302254" y="734993"/>
                  </a:lnTo>
                  <a:lnTo>
                    <a:pt x="303626" y="737695"/>
                  </a:lnTo>
                  <a:lnTo>
                    <a:pt x="304962" y="740397"/>
                  </a:lnTo>
                  <a:lnTo>
                    <a:pt x="306268" y="743100"/>
                  </a:lnTo>
                  <a:lnTo>
                    <a:pt x="307553" y="745802"/>
                  </a:lnTo>
                  <a:lnTo>
                    <a:pt x="308788" y="748504"/>
                  </a:lnTo>
                  <a:lnTo>
                    <a:pt x="310003" y="751206"/>
                  </a:lnTo>
                  <a:lnTo>
                    <a:pt x="311177" y="753908"/>
                  </a:lnTo>
                  <a:lnTo>
                    <a:pt x="312314" y="756611"/>
                  </a:lnTo>
                  <a:lnTo>
                    <a:pt x="313429" y="759313"/>
                  </a:lnTo>
                  <a:lnTo>
                    <a:pt x="314483" y="762015"/>
                  </a:lnTo>
                  <a:lnTo>
                    <a:pt x="315515" y="764717"/>
                  </a:lnTo>
                  <a:lnTo>
                    <a:pt x="316506" y="767419"/>
                  </a:lnTo>
                  <a:lnTo>
                    <a:pt x="317450" y="770121"/>
                  </a:lnTo>
                  <a:lnTo>
                    <a:pt x="318372" y="772824"/>
                  </a:lnTo>
                  <a:lnTo>
                    <a:pt x="319231" y="775526"/>
                  </a:lnTo>
                  <a:lnTo>
                    <a:pt x="320063" y="778228"/>
                  </a:lnTo>
                  <a:lnTo>
                    <a:pt x="320854" y="780930"/>
                  </a:lnTo>
                  <a:lnTo>
                    <a:pt x="321594" y="783632"/>
                  </a:lnTo>
                  <a:lnTo>
                    <a:pt x="322310" y="786335"/>
                  </a:lnTo>
                  <a:lnTo>
                    <a:pt x="322966" y="789037"/>
                  </a:lnTo>
                  <a:lnTo>
                    <a:pt x="323590" y="791739"/>
                  </a:lnTo>
                  <a:lnTo>
                    <a:pt x="324177" y="794441"/>
                  </a:lnTo>
                  <a:lnTo>
                    <a:pt x="324709" y="797143"/>
                  </a:lnTo>
                  <a:lnTo>
                    <a:pt x="325218" y="799845"/>
                  </a:lnTo>
                  <a:lnTo>
                    <a:pt x="325671" y="802548"/>
                  </a:lnTo>
                  <a:lnTo>
                    <a:pt x="326090" y="805250"/>
                  </a:lnTo>
                  <a:lnTo>
                    <a:pt x="326478" y="807952"/>
                  </a:lnTo>
                  <a:lnTo>
                    <a:pt x="326809" y="810654"/>
                  </a:lnTo>
                  <a:lnTo>
                    <a:pt x="327119" y="813356"/>
                  </a:lnTo>
                  <a:lnTo>
                    <a:pt x="327381" y="816059"/>
                  </a:lnTo>
                  <a:lnTo>
                    <a:pt x="327607" y="818761"/>
                  </a:lnTo>
                  <a:lnTo>
                    <a:pt x="327809" y="821463"/>
                  </a:lnTo>
                  <a:lnTo>
                    <a:pt x="327957" y="824165"/>
                  </a:lnTo>
                  <a:lnTo>
                    <a:pt x="328086" y="826867"/>
                  </a:lnTo>
                  <a:lnTo>
                    <a:pt x="328176" y="829570"/>
                  </a:lnTo>
                  <a:lnTo>
                    <a:pt x="328232" y="832272"/>
                  </a:lnTo>
                  <a:lnTo>
                    <a:pt x="328270" y="834974"/>
                  </a:lnTo>
                  <a:lnTo>
                    <a:pt x="328260" y="837676"/>
                  </a:lnTo>
                  <a:lnTo>
                    <a:pt x="328234" y="840378"/>
                  </a:lnTo>
                  <a:lnTo>
                    <a:pt x="328179" y="843080"/>
                  </a:lnTo>
                  <a:lnTo>
                    <a:pt x="328095" y="845783"/>
                  </a:lnTo>
                  <a:lnTo>
                    <a:pt x="327996" y="848485"/>
                  </a:lnTo>
                  <a:lnTo>
                    <a:pt x="327862" y="851187"/>
                  </a:lnTo>
                  <a:lnTo>
                    <a:pt x="327714" y="853889"/>
                  </a:lnTo>
                  <a:lnTo>
                    <a:pt x="327547" y="856591"/>
                  </a:lnTo>
                  <a:lnTo>
                    <a:pt x="327356" y="859294"/>
                  </a:lnTo>
                  <a:lnTo>
                    <a:pt x="327156" y="861996"/>
                  </a:lnTo>
                  <a:lnTo>
                    <a:pt x="326933" y="864698"/>
                  </a:lnTo>
                  <a:lnTo>
                    <a:pt x="326700" y="867400"/>
                  </a:lnTo>
                  <a:lnTo>
                    <a:pt x="326455" y="870102"/>
                  </a:lnTo>
                  <a:lnTo>
                    <a:pt x="326196" y="872804"/>
                  </a:lnTo>
                  <a:lnTo>
                    <a:pt x="325931" y="875507"/>
                  </a:lnTo>
                  <a:lnTo>
                    <a:pt x="325656" y="878209"/>
                  </a:lnTo>
                  <a:lnTo>
                    <a:pt x="325375" y="880911"/>
                  </a:lnTo>
                  <a:lnTo>
                    <a:pt x="325090" y="883613"/>
                  </a:lnTo>
                  <a:lnTo>
                    <a:pt x="324799" y="886315"/>
                  </a:lnTo>
                  <a:lnTo>
                    <a:pt x="324507" y="889018"/>
                  </a:lnTo>
                  <a:lnTo>
                    <a:pt x="324214" y="891720"/>
                  </a:lnTo>
                  <a:lnTo>
                    <a:pt x="323921" y="894422"/>
                  </a:lnTo>
                  <a:lnTo>
                    <a:pt x="323628" y="897124"/>
                  </a:lnTo>
                  <a:lnTo>
                    <a:pt x="323340" y="899826"/>
                  </a:lnTo>
                  <a:lnTo>
                    <a:pt x="323055" y="902528"/>
                  </a:lnTo>
                  <a:lnTo>
                    <a:pt x="322774" y="905231"/>
                  </a:lnTo>
                  <a:lnTo>
                    <a:pt x="322501" y="907933"/>
                  </a:lnTo>
                  <a:lnTo>
                    <a:pt x="322231" y="910635"/>
                  </a:lnTo>
                  <a:lnTo>
                    <a:pt x="321973" y="913337"/>
                  </a:lnTo>
                  <a:lnTo>
                    <a:pt x="321721" y="916039"/>
                  </a:lnTo>
                  <a:lnTo>
                    <a:pt x="321478" y="918742"/>
                  </a:lnTo>
                  <a:lnTo>
                    <a:pt x="321248" y="921444"/>
                  </a:lnTo>
                  <a:lnTo>
                    <a:pt x="321023" y="924146"/>
                  </a:lnTo>
                  <a:lnTo>
                    <a:pt x="320815" y="926848"/>
                  </a:lnTo>
                  <a:lnTo>
                    <a:pt x="320616" y="929550"/>
                  </a:lnTo>
                  <a:lnTo>
                    <a:pt x="320427" y="932252"/>
                  </a:lnTo>
                  <a:lnTo>
                    <a:pt x="320254" y="934955"/>
                  </a:lnTo>
                  <a:lnTo>
                    <a:pt x="320088" y="937657"/>
                  </a:lnTo>
                  <a:lnTo>
                    <a:pt x="319940" y="940359"/>
                  </a:lnTo>
                  <a:lnTo>
                    <a:pt x="319802" y="943061"/>
                  </a:lnTo>
                  <a:lnTo>
                    <a:pt x="319674" y="945763"/>
                  </a:lnTo>
                  <a:lnTo>
                    <a:pt x="319563" y="948466"/>
                  </a:lnTo>
                  <a:lnTo>
                    <a:pt x="319459" y="951168"/>
                  </a:lnTo>
                  <a:lnTo>
                    <a:pt x="319370" y="953870"/>
                  </a:lnTo>
                  <a:lnTo>
                    <a:pt x="319292" y="956572"/>
                  </a:lnTo>
                  <a:lnTo>
                    <a:pt x="319221" y="959274"/>
                  </a:lnTo>
                  <a:lnTo>
                    <a:pt x="319165" y="961976"/>
                  </a:lnTo>
                  <a:lnTo>
                    <a:pt x="319115" y="964679"/>
                  </a:lnTo>
                  <a:lnTo>
                    <a:pt x="319076" y="967381"/>
                  </a:lnTo>
                  <a:lnTo>
                    <a:pt x="319045" y="970083"/>
                  </a:lnTo>
                  <a:lnTo>
                    <a:pt x="319018" y="972785"/>
                  </a:lnTo>
                  <a:lnTo>
                    <a:pt x="319001" y="975487"/>
                  </a:lnTo>
                  <a:lnTo>
                    <a:pt x="318987" y="978190"/>
                  </a:lnTo>
                  <a:lnTo>
                    <a:pt x="318977" y="980892"/>
                  </a:lnTo>
                  <a:lnTo>
                    <a:pt x="318970" y="983594"/>
                  </a:lnTo>
                  <a:lnTo>
                    <a:pt x="318965" y="986296"/>
                  </a:lnTo>
                  <a:lnTo>
                    <a:pt x="318961" y="988998"/>
                  </a:lnTo>
                  <a:lnTo>
                    <a:pt x="318955" y="991700"/>
                  </a:lnTo>
                  <a:lnTo>
                    <a:pt x="318948" y="994403"/>
                  </a:lnTo>
                  <a:lnTo>
                    <a:pt x="318936" y="997105"/>
                  </a:lnTo>
                  <a:lnTo>
                    <a:pt x="318921" y="999807"/>
                  </a:lnTo>
                  <a:lnTo>
                    <a:pt x="318898" y="1002509"/>
                  </a:lnTo>
                  <a:lnTo>
                    <a:pt x="318867" y="1005211"/>
                  </a:lnTo>
                  <a:lnTo>
                    <a:pt x="318829" y="1007914"/>
                  </a:lnTo>
                  <a:lnTo>
                    <a:pt x="318776" y="1010616"/>
                  </a:lnTo>
                  <a:lnTo>
                    <a:pt x="318716" y="1013318"/>
                  </a:lnTo>
                  <a:lnTo>
                    <a:pt x="318638" y="1016020"/>
                  </a:lnTo>
                  <a:lnTo>
                    <a:pt x="318545" y="1018722"/>
                  </a:lnTo>
                  <a:lnTo>
                    <a:pt x="318440" y="1021424"/>
                  </a:lnTo>
                  <a:lnTo>
                    <a:pt x="318308" y="1024127"/>
                  </a:lnTo>
                  <a:lnTo>
                    <a:pt x="318164" y="1026829"/>
                  </a:lnTo>
                  <a:lnTo>
                    <a:pt x="317994" y="1029531"/>
                  </a:lnTo>
                  <a:lnTo>
                    <a:pt x="317801" y="1032233"/>
                  </a:lnTo>
                  <a:lnTo>
                    <a:pt x="317593" y="1034935"/>
                  </a:lnTo>
                  <a:lnTo>
                    <a:pt x="317344" y="1037638"/>
                  </a:lnTo>
                  <a:lnTo>
                    <a:pt x="317080" y="1040340"/>
                  </a:lnTo>
                  <a:lnTo>
                    <a:pt x="316783" y="1043042"/>
                  </a:lnTo>
                  <a:lnTo>
                    <a:pt x="316455" y="1045744"/>
                  </a:lnTo>
                  <a:lnTo>
                    <a:pt x="316109" y="1048446"/>
                  </a:lnTo>
                  <a:lnTo>
                    <a:pt x="315711" y="1051148"/>
                  </a:lnTo>
                  <a:lnTo>
                    <a:pt x="315293" y="1053851"/>
                  </a:lnTo>
                  <a:lnTo>
                    <a:pt x="314841" y="1056553"/>
                  </a:lnTo>
                  <a:lnTo>
                    <a:pt x="314346" y="1059255"/>
                  </a:lnTo>
                  <a:lnTo>
                    <a:pt x="313832" y="1061957"/>
                  </a:lnTo>
                  <a:lnTo>
                    <a:pt x="313262" y="1064659"/>
                  </a:lnTo>
                  <a:lnTo>
                    <a:pt x="312665" y="1067362"/>
                  </a:lnTo>
                  <a:lnTo>
                    <a:pt x="312033" y="1070064"/>
                  </a:lnTo>
                  <a:lnTo>
                    <a:pt x="311352" y="1072766"/>
                  </a:lnTo>
                  <a:lnTo>
                    <a:pt x="310648" y="1075468"/>
                  </a:lnTo>
                  <a:lnTo>
                    <a:pt x="309889" y="1078170"/>
                  </a:lnTo>
                  <a:lnTo>
                    <a:pt x="309097" y="1080872"/>
                  </a:lnTo>
                  <a:lnTo>
                    <a:pt x="308273" y="1083575"/>
                  </a:lnTo>
                  <a:lnTo>
                    <a:pt x="307393" y="1086277"/>
                  </a:lnTo>
                  <a:lnTo>
                    <a:pt x="306490" y="1088979"/>
                  </a:lnTo>
                  <a:lnTo>
                    <a:pt x="305535" y="1091681"/>
                  </a:lnTo>
                  <a:lnTo>
                    <a:pt x="304544" y="1094383"/>
                  </a:lnTo>
                  <a:lnTo>
                    <a:pt x="303523" y="1097086"/>
                  </a:lnTo>
                  <a:lnTo>
                    <a:pt x="302445" y="1099788"/>
                  </a:lnTo>
                  <a:lnTo>
                    <a:pt x="301344" y="1102490"/>
                  </a:lnTo>
                  <a:lnTo>
                    <a:pt x="300197" y="1105192"/>
                  </a:lnTo>
                  <a:lnTo>
                    <a:pt x="299012" y="1107894"/>
                  </a:lnTo>
                  <a:lnTo>
                    <a:pt x="297803" y="1110596"/>
                  </a:lnTo>
                  <a:lnTo>
                    <a:pt x="296538" y="1113299"/>
                  </a:lnTo>
                  <a:lnTo>
                    <a:pt x="295252" y="1116001"/>
                  </a:lnTo>
                  <a:lnTo>
                    <a:pt x="293927" y="1118703"/>
                  </a:lnTo>
                  <a:lnTo>
                    <a:pt x="292566" y="1121405"/>
                  </a:lnTo>
                  <a:lnTo>
                    <a:pt x="291186" y="1124107"/>
                  </a:lnTo>
                  <a:lnTo>
                    <a:pt x="289757" y="1126810"/>
                  </a:lnTo>
                  <a:lnTo>
                    <a:pt x="288309" y="1129512"/>
                  </a:lnTo>
                  <a:lnTo>
                    <a:pt x="286832" y="1132214"/>
                  </a:lnTo>
                  <a:lnTo>
                    <a:pt x="285322" y="1134916"/>
                  </a:lnTo>
                  <a:lnTo>
                    <a:pt x="283797" y="1137618"/>
                  </a:lnTo>
                  <a:lnTo>
                    <a:pt x="282236" y="1140320"/>
                  </a:lnTo>
                  <a:lnTo>
                    <a:pt x="280659" y="1143023"/>
                  </a:lnTo>
                  <a:lnTo>
                    <a:pt x="279061" y="1145725"/>
                  </a:lnTo>
                  <a:lnTo>
                    <a:pt x="277439" y="1148427"/>
                  </a:lnTo>
                  <a:lnTo>
                    <a:pt x="275805" y="1151129"/>
                  </a:lnTo>
                  <a:lnTo>
                    <a:pt x="274149" y="1153831"/>
                  </a:lnTo>
                  <a:lnTo>
                    <a:pt x="272481" y="1156534"/>
                  </a:lnTo>
                  <a:lnTo>
                    <a:pt x="270801" y="1159236"/>
                  </a:lnTo>
                  <a:lnTo>
                    <a:pt x="269107" y="1161938"/>
                  </a:lnTo>
                  <a:lnTo>
                    <a:pt x="267406" y="1164640"/>
                  </a:lnTo>
                  <a:lnTo>
                    <a:pt x="265695" y="1167342"/>
                  </a:lnTo>
                  <a:lnTo>
                    <a:pt x="263980" y="1170044"/>
                  </a:lnTo>
                  <a:lnTo>
                    <a:pt x="262260" y="1172747"/>
                  </a:lnTo>
                  <a:lnTo>
                    <a:pt x="260537" y="1175449"/>
                  </a:lnTo>
                  <a:lnTo>
                    <a:pt x="258814" y="1178151"/>
                  </a:lnTo>
                  <a:lnTo>
                    <a:pt x="257091" y="1180853"/>
                  </a:lnTo>
                  <a:lnTo>
                    <a:pt x="255372" y="1183555"/>
                  </a:lnTo>
                  <a:lnTo>
                    <a:pt x="253654" y="1186258"/>
                  </a:lnTo>
                  <a:lnTo>
                    <a:pt x="251947" y="1188960"/>
                  </a:lnTo>
                  <a:lnTo>
                    <a:pt x="250244" y="1191662"/>
                  </a:lnTo>
                  <a:lnTo>
                    <a:pt x="248550" y="1194364"/>
                  </a:lnTo>
                  <a:lnTo>
                    <a:pt x="246870" y="1197066"/>
                  </a:lnTo>
                  <a:lnTo>
                    <a:pt x="245196" y="1199768"/>
                  </a:lnTo>
                  <a:lnTo>
                    <a:pt x="243543" y="1202471"/>
                  </a:lnTo>
                  <a:lnTo>
                    <a:pt x="241901" y="1205173"/>
                  </a:lnTo>
                  <a:lnTo>
                    <a:pt x="240275" y="1207875"/>
                  </a:lnTo>
                  <a:lnTo>
                    <a:pt x="238672" y="1210577"/>
                  </a:lnTo>
                  <a:lnTo>
                    <a:pt x="237079" y="1213279"/>
                  </a:lnTo>
                  <a:lnTo>
                    <a:pt x="235516" y="1215982"/>
                  </a:lnTo>
                  <a:lnTo>
                    <a:pt x="233969" y="1218684"/>
                  </a:lnTo>
                  <a:lnTo>
                    <a:pt x="232442" y="1221386"/>
                  </a:lnTo>
                  <a:lnTo>
                    <a:pt x="230948" y="1224088"/>
                  </a:lnTo>
                  <a:lnTo>
                    <a:pt x="229467" y="1226790"/>
                  </a:lnTo>
                  <a:lnTo>
                    <a:pt x="228021" y="1229492"/>
                  </a:lnTo>
                  <a:lnTo>
                    <a:pt x="226598" y="1232195"/>
                  </a:lnTo>
                  <a:lnTo>
                    <a:pt x="225196" y="1234897"/>
                  </a:lnTo>
                  <a:lnTo>
                    <a:pt x="223834" y="1237599"/>
                  </a:lnTo>
                  <a:lnTo>
                    <a:pt x="222489" y="1240301"/>
                  </a:lnTo>
                  <a:lnTo>
                    <a:pt x="221179" y="1243003"/>
                  </a:lnTo>
                  <a:lnTo>
                    <a:pt x="219899" y="1245706"/>
                  </a:lnTo>
                  <a:lnTo>
                    <a:pt x="218639" y="1248408"/>
                  </a:lnTo>
                  <a:lnTo>
                    <a:pt x="217425" y="1251110"/>
                  </a:lnTo>
                  <a:lnTo>
                    <a:pt x="216230" y="1253812"/>
                  </a:lnTo>
                  <a:lnTo>
                    <a:pt x="215069" y="1256514"/>
                  </a:lnTo>
                  <a:lnTo>
                    <a:pt x="213942" y="1259217"/>
                  </a:lnTo>
                  <a:lnTo>
                    <a:pt x="212833" y="1261919"/>
                  </a:lnTo>
                  <a:lnTo>
                    <a:pt x="211775" y="1264621"/>
                  </a:lnTo>
                  <a:lnTo>
                    <a:pt x="210734" y="1267323"/>
                  </a:lnTo>
                  <a:lnTo>
                    <a:pt x="209726" y="1270025"/>
                  </a:lnTo>
                  <a:lnTo>
                    <a:pt x="208755" y="1272727"/>
                  </a:lnTo>
                  <a:lnTo>
                    <a:pt x="207800" y="1275430"/>
                  </a:lnTo>
                  <a:lnTo>
                    <a:pt x="206893" y="1278132"/>
                  </a:lnTo>
                  <a:lnTo>
                    <a:pt x="206005" y="1280834"/>
                  </a:lnTo>
                  <a:lnTo>
                    <a:pt x="205146" y="1283536"/>
                  </a:lnTo>
                  <a:lnTo>
                    <a:pt x="204324" y="1286238"/>
                  </a:lnTo>
                  <a:lnTo>
                    <a:pt x="203518" y="1288941"/>
                  </a:lnTo>
                  <a:lnTo>
                    <a:pt x="202752" y="1291643"/>
                  </a:lnTo>
                  <a:lnTo>
                    <a:pt x="202008" y="1294345"/>
                  </a:lnTo>
                  <a:lnTo>
                    <a:pt x="201287" y="1297047"/>
                  </a:lnTo>
                  <a:lnTo>
                    <a:pt x="200602" y="1299749"/>
                  </a:lnTo>
                  <a:lnTo>
                    <a:pt x="199932" y="1302451"/>
                  </a:lnTo>
                  <a:lnTo>
                    <a:pt x="199295" y="1305154"/>
                  </a:lnTo>
                  <a:lnTo>
                    <a:pt x="198680" y="1307856"/>
                  </a:lnTo>
                  <a:lnTo>
                    <a:pt x="198081" y="1310558"/>
                  </a:lnTo>
                  <a:lnTo>
                    <a:pt x="197517" y="1313260"/>
                  </a:lnTo>
                  <a:lnTo>
                    <a:pt x="196964" y="1315962"/>
                  </a:lnTo>
                  <a:lnTo>
                    <a:pt x="196438" y="1318665"/>
                  </a:lnTo>
                  <a:lnTo>
                    <a:pt x="195931" y="1321367"/>
                  </a:lnTo>
                  <a:lnTo>
                    <a:pt x="195438" y="1324069"/>
                  </a:lnTo>
                  <a:lnTo>
                    <a:pt x="194973" y="1326771"/>
                  </a:lnTo>
                  <a:lnTo>
                    <a:pt x="194518" y="1329473"/>
                  </a:lnTo>
                  <a:lnTo>
                    <a:pt x="194082" y="1332175"/>
                  </a:lnTo>
                  <a:lnTo>
                    <a:pt x="193663" y="1334878"/>
                  </a:lnTo>
                  <a:lnTo>
                    <a:pt x="193253" y="1337580"/>
                  </a:lnTo>
                  <a:lnTo>
                    <a:pt x="192866" y="1340282"/>
                  </a:lnTo>
                  <a:lnTo>
                    <a:pt x="192487" y="1342984"/>
                  </a:lnTo>
                  <a:lnTo>
                    <a:pt x="192121" y="1345686"/>
                  </a:lnTo>
                  <a:lnTo>
                    <a:pt x="191768" y="1348389"/>
                  </a:lnTo>
                  <a:lnTo>
                    <a:pt x="191422" y="1351091"/>
                  </a:lnTo>
                  <a:lnTo>
                    <a:pt x="191090" y="1353793"/>
                  </a:lnTo>
                  <a:lnTo>
                    <a:pt x="190765" y="1356495"/>
                  </a:lnTo>
                  <a:lnTo>
                    <a:pt x="190448" y="1359197"/>
                  </a:lnTo>
                  <a:lnTo>
                    <a:pt x="190141" y="1361899"/>
                  </a:lnTo>
                  <a:lnTo>
                    <a:pt x="189838" y="1364602"/>
                  </a:lnTo>
                  <a:lnTo>
                    <a:pt x="189544" y="1367304"/>
                  </a:lnTo>
                  <a:lnTo>
                    <a:pt x="189253" y="1370006"/>
                  </a:lnTo>
                  <a:lnTo>
                    <a:pt x="188967" y="1372708"/>
                  </a:lnTo>
                  <a:lnTo>
                    <a:pt x="188687" y="1375410"/>
                  </a:lnTo>
                  <a:lnTo>
                    <a:pt x="188409" y="1378113"/>
                  </a:lnTo>
                  <a:lnTo>
                    <a:pt x="188135" y="1380815"/>
                  </a:lnTo>
                  <a:close/>
                </a:path>
              </a:pathLst>
            </a:custGeom>
            <a:solidFill>
              <a:srgbClr val="F2975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7733525" y="5407086"/>
              <a:ext cx="381962" cy="986029"/>
            </a:xfrm>
            <a:custGeom>
              <a:avLst/>
              <a:pathLst>
                <a:path w="381962" h="986029">
                  <a:moveTo>
                    <a:pt x="151911" y="986029"/>
                  </a:moveTo>
                  <a:lnTo>
                    <a:pt x="151386" y="984099"/>
                  </a:lnTo>
                  <a:lnTo>
                    <a:pt x="150859" y="982170"/>
                  </a:lnTo>
                  <a:lnTo>
                    <a:pt x="150330" y="980240"/>
                  </a:lnTo>
                  <a:lnTo>
                    <a:pt x="149800" y="978310"/>
                  </a:lnTo>
                  <a:lnTo>
                    <a:pt x="149268" y="976381"/>
                  </a:lnTo>
                  <a:lnTo>
                    <a:pt x="148734" y="974451"/>
                  </a:lnTo>
                  <a:lnTo>
                    <a:pt x="148198" y="972522"/>
                  </a:lnTo>
                  <a:lnTo>
                    <a:pt x="147661" y="970592"/>
                  </a:lnTo>
                  <a:lnTo>
                    <a:pt x="147121" y="968662"/>
                  </a:lnTo>
                  <a:lnTo>
                    <a:pt x="146580" y="966733"/>
                  </a:lnTo>
                  <a:lnTo>
                    <a:pt x="146038" y="964803"/>
                  </a:lnTo>
                  <a:lnTo>
                    <a:pt x="145493" y="962874"/>
                  </a:lnTo>
                  <a:lnTo>
                    <a:pt x="144947" y="960944"/>
                  </a:lnTo>
                  <a:lnTo>
                    <a:pt x="144399" y="959014"/>
                  </a:lnTo>
                  <a:lnTo>
                    <a:pt x="143851" y="957085"/>
                  </a:lnTo>
                  <a:lnTo>
                    <a:pt x="143299" y="955155"/>
                  </a:lnTo>
                  <a:lnTo>
                    <a:pt x="142747" y="953225"/>
                  </a:lnTo>
                  <a:lnTo>
                    <a:pt x="142193" y="951296"/>
                  </a:lnTo>
                  <a:lnTo>
                    <a:pt x="141638" y="949366"/>
                  </a:lnTo>
                  <a:lnTo>
                    <a:pt x="141081" y="947437"/>
                  </a:lnTo>
                  <a:lnTo>
                    <a:pt x="140522" y="945507"/>
                  </a:lnTo>
                  <a:lnTo>
                    <a:pt x="139963" y="943577"/>
                  </a:lnTo>
                  <a:lnTo>
                    <a:pt x="139402" y="941648"/>
                  </a:lnTo>
                  <a:lnTo>
                    <a:pt x="138840" y="939718"/>
                  </a:lnTo>
                  <a:lnTo>
                    <a:pt x="138276" y="937789"/>
                  </a:lnTo>
                  <a:lnTo>
                    <a:pt x="137712" y="935859"/>
                  </a:lnTo>
                  <a:lnTo>
                    <a:pt x="137146" y="933929"/>
                  </a:lnTo>
                  <a:lnTo>
                    <a:pt x="136580" y="932000"/>
                  </a:lnTo>
                  <a:lnTo>
                    <a:pt x="136012" y="930070"/>
                  </a:lnTo>
                  <a:lnTo>
                    <a:pt x="135444" y="928141"/>
                  </a:lnTo>
                  <a:lnTo>
                    <a:pt x="134875" y="926211"/>
                  </a:lnTo>
                  <a:lnTo>
                    <a:pt x="134305" y="924281"/>
                  </a:lnTo>
                  <a:lnTo>
                    <a:pt x="133735" y="922352"/>
                  </a:lnTo>
                  <a:lnTo>
                    <a:pt x="133164" y="920422"/>
                  </a:lnTo>
                  <a:lnTo>
                    <a:pt x="132593" y="918493"/>
                  </a:lnTo>
                  <a:lnTo>
                    <a:pt x="132022" y="916563"/>
                  </a:lnTo>
                  <a:lnTo>
                    <a:pt x="131450" y="914633"/>
                  </a:lnTo>
                  <a:lnTo>
                    <a:pt x="130879" y="912704"/>
                  </a:lnTo>
                  <a:lnTo>
                    <a:pt x="130308" y="910774"/>
                  </a:lnTo>
                  <a:lnTo>
                    <a:pt x="129736" y="908845"/>
                  </a:lnTo>
                  <a:lnTo>
                    <a:pt x="129166" y="906915"/>
                  </a:lnTo>
                  <a:lnTo>
                    <a:pt x="128595" y="904985"/>
                  </a:lnTo>
                  <a:lnTo>
                    <a:pt x="128026" y="903056"/>
                  </a:lnTo>
                  <a:lnTo>
                    <a:pt x="127457" y="901126"/>
                  </a:lnTo>
                  <a:lnTo>
                    <a:pt x="126889" y="899196"/>
                  </a:lnTo>
                  <a:lnTo>
                    <a:pt x="126322" y="897267"/>
                  </a:lnTo>
                  <a:lnTo>
                    <a:pt x="125756" y="895337"/>
                  </a:lnTo>
                  <a:lnTo>
                    <a:pt x="125193" y="893408"/>
                  </a:lnTo>
                  <a:lnTo>
                    <a:pt x="124629" y="891478"/>
                  </a:lnTo>
                  <a:lnTo>
                    <a:pt x="124069" y="889548"/>
                  </a:lnTo>
                  <a:lnTo>
                    <a:pt x="123509" y="887619"/>
                  </a:lnTo>
                  <a:lnTo>
                    <a:pt x="122953" y="885689"/>
                  </a:lnTo>
                  <a:lnTo>
                    <a:pt x="122398" y="883760"/>
                  </a:lnTo>
                  <a:lnTo>
                    <a:pt x="121845" y="881830"/>
                  </a:lnTo>
                  <a:lnTo>
                    <a:pt x="121295" y="879900"/>
                  </a:lnTo>
                  <a:lnTo>
                    <a:pt x="120747" y="877971"/>
                  </a:lnTo>
                  <a:lnTo>
                    <a:pt x="120203" y="876041"/>
                  </a:lnTo>
                  <a:lnTo>
                    <a:pt x="119661" y="874112"/>
                  </a:lnTo>
                  <a:lnTo>
                    <a:pt x="119123" y="872182"/>
                  </a:lnTo>
                  <a:lnTo>
                    <a:pt x="118588" y="870252"/>
                  </a:lnTo>
                  <a:lnTo>
                    <a:pt x="118056" y="868323"/>
                  </a:lnTo>
                  <a:lnTo>
                    <a:pt x="117528" y="866393"/>
                  </a:lnTo>
                  <a:lnTo>
                    <a:pt x="117004" y="864464"/>
                  </a:lnTo>
                  <a:lnTo>
                    <a:pt x="116484" y="862534"/>
                  </a:lnTo>
                  <a:lnTo>
                    <a:pt x="115966" y="860604"/>
                  </a:lnTo>
                  <a:lnTo>
                    <a:pt x="115456" y="858675"/>
                  </a:lnTo>
                  <a:lnTo>
                    <a:pt x="114947" y="856745"/>
                  </a:lnTo>
                  <a:lnTo>
                    <a:pt x="114445" y="854816"/>
                  </a:lnTo>
                  <a:lnTo>
                    <a:pt x="113946" y="852886"/>
                  </a:lnTo>
                  <a:lnTo>
                    <a:pt x="113452" y="850956"/>
                  </a:lnTo>
                  <a:lnTo>
                    <a:pt x="112963" y="849027"/>
                  </a:lnTo>
                  <a:lnTo>
                    <a:pt x="112478" y="847097"/>
                  </a:lnTo>
                  <a:lnTo>
                    <a:pt x="112000" y="845167"/>
                  </a:lnTo>
                  <a:lnTo>
                    <a:pt x="111524" y="843238"/>
                  </a:lnTo>
                  <a:lnTo>
                    <a:pt x="111058" y="841308"/>
                  </a:lnTo>
                  <a:lnTo>
                    <a:pt x="110593" y="839379"/>
                  </a:lnTo>
                  <a:lnTo>
                    <a:pt x="110136" y="837449"/>
                  </a:lnTo>
                  <a:lnTo>
                    <a:pt x="109682" y="835519"/>
                  </a:lnTo>
                  <a:lnTo>
                    <a:pt x="109235" y="833590"/>
                  </a:lnTo>
                  <a:lnTo>
                    <a:pt x="108794" y="831660"/>
                  </a:lnTo>
                  <a:lnTo>
                    <a:pt x="108356" y="829731"/>
                  </a:lnTo>
                  <a:lnTo>
                    <a:pt x="107926" y="827801"/>
                  </a:lnTo>
                  <a:lnTo>
                    <a:pt x="107499" y="825871"/>
                  </a:lnTo>
                  <a:lnTo>
                    <a:pt x="107081" y="823942"/>
                  </a:lnTo>
                  <a:lnTo>
                    <a:pt x="106665" y="822012"/>
                  </a:lnTo>
                  <a:lnTo>
                    <a:pt x="106257" y="820083"/>
                  </a:lnTo>
                  <a:lnTo>
                    <a:pt x="105853" y="818153"/>
                  </a:lnTo>
                  <a:lnTo>
                    <a:pt x="105454" y="816223"/>
                  </a:lnTo>
                  <a:lnTo>
                    <a:pt x="105062" y="814294"/>
                  </a:lnTo>
                  <a:lnTo>
                    <a:pt x="104672" y="812364"/>
                  </a:lnTo>
                  <a:lnTo>
                    <a:pt x="104291" y="810435"/>
                  </a:lnTo>
                  <a:lnTo>
                    <a:pt x="103911" y="808505"/>
                  </a:lnTo>
                  <a:lnTo>
                    <a:pt x="103540" y="806575"/>
                  </a:lnTo>
                  <a:lnTo>
                    <a:pt x="103171" y="804646"/>
                  </a:lnTo>
                  <a:lnTo>
                    <a:pt x="102807" y="802716"/>
                  </a:lnTo>
                  <a:lnTo>
                    <a:pt x="102448" y="800786"/>
                  </a:lnTo>
                  <a:lnTo>
                    <a:pt x="102092" y="798857"/>
                  </a:lnTo>
                  <a:lnTo>
                    <a:pt x="101741" y="796927"/>
                  </a:lnTo>
                  <a:lnTo>
                    <a:pt x="101392" y="794998"/>
                  </a:lnTo>
                  <a:lnTo>
                    <a:pt x="101050" y="793068"/>
                  </a:lnTo>
                  <a:lnTo>
                    <a:pt x="100709" y="791138"/>
                  </a:lnTo>
                  <a:lnTo>
                    <a:pt x="100372" y="789209"/>
                  </a:lnTo>
                  <a:lnTo>
                    <a:pt x="100037" y="787279"/>
                  </a:lnTo>
                  <a:lnTo>
                    <a:pt x="99705" y="785350"/>
                  </a:lnTo>
                  <a:lnTo>
                    <a:pt x="99376" y="783420"/>
                  </a:lnTo>
                  <a:lnTo>
                    <a:pt x="99048" y="781490"/>
                  </a:lnTo>
                  <a:lnTo>
                    <a:pt x="98723" y="779561"/>
                  </a:lnTo>
                  <a:lnTo>
                    <a:pt x="98398" y="777631"/>
                  </a:lnTo>
                  <a:lnTo>
                    <a:pt x="98076" y="775702"/>
                  </a:lnTo>
                  <a:lnTo>
                    <a:pt x="97753" y="773772"/>
                  </a:lnTo>
                  <a:lnTo>
                    <a:pt x="97432" y="771842"/>
                  </a:lnTo>
                  <a:lnTo>
                    <a:pt x="97110" y="769913"/>
                  </a:lnTo>
                  <a:lnTo>
                    <a:pt x="96788" y="767983"/>
                  </a:lnTo>
                  <a:lnTo>
                    <a:pt x="96465" y="766054"/>
                  </a:lnTo>
                  <a:lnTo>
                    <a:pt x="96142" y="764124"/>
                  </a:lnTo>
                  <a:lnTo>
                    <a:pt x="95817" y="762194"/>
                  </a:lnTo>
                  <a:lnTo>
                    <a:pt x="95490" y="760265"/>
                  </a:lnTo>
                  <a:lnTo>
                    <a:pt x="95161" y="758335"/>
                  </a:lnTo>
                  <a:lnTo>
                    <a:pt x="94830" y="756406"/>
                  </a:lnTo>
                  <a:lnTo>
                    <a:pt x="94495" y="754476"/>
                  </a:lnTo>
                  <a:lnTo>
                    <a:pt x="94157" y="752546"/>
                  </a:lnTo>
                  <a:lnTo>
                    <a:pt x="93816" y="750617"/>
                  </a:lnTo>
                  <a:lnTo>
                    <a:pt x="93469" y="748687"/>
                  </a:lnTo>
                  <a:lnTo>
                    <a:pt x="93120" y="746757"/>
                  </a:lnTo>
                  <a:lnTo>
                    <a:pt x="92762" y="744828"/>
                  </a:lnTo>
                  <a:lnTo>
                    <a:pt x="92403" y="742898"/>
                  </a:lnTo>
                  <a:lnTo>
                    <a:pt x="92034" y="740969"/>
                  </a:lnTo>
                  <a:lnTo>
                    <a:pt x="91661" y="739039"/>
                  </a:lnTo>
                  <a:lnTo>
                    <a:pt x="91281" y="737109"/>
                  </a:lnTo>
                  <a:lnTo>
                    <a:pt x="90892" y="735180"/>
                  </a:lnTo>
                  <a:lnTo>
                    <a:pt x="90499" y="733250"/>
                  </a:lnTo>
                  <a:lnTo>
                    <a:pt x="90094" y="731321"/>
                  </a:lnTo>
                  <a:lnTo>
                    <a:pt x="89685" y="729391"/>
                  </a:lnTo>
                  <a:lnTo>
                    <a:pt x="89261" y="727461"/>
                  </a:lnTo>
                  <a:lnTo>
                    <a:pt x="88833" y="725532"/>
                  </a:lnTo>
                  <a:lnTo>
                    <a:pt x="88392" y="723602"/>
                  </a:lnTo>
                  <a:lnTo>
                    <a:pt x="87943" y="721673"/>
                  </a:lnTo>
                  <a:lnTo>
                    <a:pt x="87483" y="719743"/>
                  </a:lnTo>
                  <a:lnTo>
                    <a:pt x="87011" y="717813"/>
                  </a:lnTo>
                  <a:lnTo>
                    <a:pt x="86532" y="715884"/>
                  </a:lnTo>
                  <a:lnTo>
                    <a:pt x="86035" y="713954"/>
                  </a:lnTo>
                  <a:lnTo>
                    <a:pt x="85534" y="712025"/>
                  </a:lnTo>
                  <a:lnTo>
                    <a:pt x="85012" y="710095"/>
                  </a:lnTo>
                  <a:lnTo>
                    <a:pt x="84485" y="708165"/>
                  </a:lnTo>
                  <a:lnTo>
                    <a:pt x="83940" y="706236"/>
                  </a:lnTo>
                  <a:lnTo>
                    <a:pt x="83385" y="704306"/>
                  </a:lnTo>
                  <a:lnTo>
                    <a:pt x="82817" y="702377"/>
                  </a:lnTo>
                  <a:lnTo>
                    <a:pt x="82232" y="700447"/>
                  </a:lnTo>
                  <a:lnTo>
                    <a:pt x="81639" y="698517"/>
                  </a:lnTo>
                  <a:lnTo>
                    <a:pt x="81024" y="696588"/>
                  </a:lnTo>
                  <a:lnTo>
                    <a:pt x="80404" y="694658"/>
                  </a:lnTo>
                  <a:lnTo>
                    <a:pt x="79761" y="692728"/>
                  </a:lnTo>
                  <a:lnTo>
                    <a:pt x="79109" y="690799"/>
                  </a:lnTo>
                  <a:lnTo>
                    <a:pt x="78440" y="688869"/>
                  </a:lnTo>
                  <a:lnTo>
                    <a:pt x="77756" y="686940"/>
                  </a:lnTo>
                  <a:lnTo>
                    <a:pt x="77060" y="685010"/>
                  </a:lnTo>
                  <a:lnTo>
                    <a:pt x="76344" y="683080"/>
                  </a:lnTo>
                  <a:lnTo>
                    <a:pt x="75621" y="681151"/>
                  </a:lnTo>
                  <a:lnTo>
                    <a:pt x="74873" y="679221"/>
                  </a:lnTo>
                  <a:lnTo>
                    <a:pt x="74119" y="677292"/>
                  </a:lnTo>
                  <a:lnTo>
                    <a:pt x="73342" y="675362"/>
                  </a:lnTo>
                  <a:lnTo>
                    <a:pt x="72555" y="673432"/>
                  </a:lnTo>
                  <a:lnTo>
                    <a:pt x="71752" y="671503"/>
                  </a:lnTo>
                  <a:lnTo>
                    <a:pt x="70933" y="669573"/>
                  </a:lnTo>
                  <a:lnTo>
                    <a:pt x="70103" y="667644"/>
                  </a:lnTo>
                  <a:lnTo>
                    <a:pt x="69252" y="665714"/>
                  </a:lnTo>
                  <a:lnTo>
                    <a:pt x="68396" y="663784"/>
                  </a:lnTo>
                  <a:lnTo>
                    <a:pt x="67515" y="661855"/>
                  </a:lnTo>
                  <a:lnTo>
                    <a:pt x="66628" y="659925"/>
                  </a:lnTo>
                  <a:lnTo>
                    <a:pt x="65722" y="657996"/>
                  </a:lnTo>
                  <a:lnTo>
                    <a:pt x="64806" y="656066"/>
                  </a:lnTo>
                  <a:lnTo>
                    <a:pt x="63876" y="654136"/>
                  </a:lnTo>
                  <a:lnTo>
                    <a:pt x="62931" y="652207"/>
                  </a:lnTo>
                  <a:lnTo>
                    <a:pt x="61979" y="650277"/>
                  </a:lnTo>
                  <a:lnTo>
                    <a:pt x="61007" y="648348"/>
                  </a:lnTo>
                  <a:lnTo>
                    <a:pt x="60031" y="646418"/>
                  </a:lnTo>
                  <a:lnTo>
                    <a:pt x="59037" y="644488"/>
                  </a:lnTo>
                  <a:lnTo>
                    <a:pt x="58036" y="642559"/>
                  </a:lnTo>
                  <a:lnTo>
                    <a:pt x="57022" y="640629"/>
                  </a:lnTo>
                  <a:lnTo>
                    <a:pt x="56000" y="638699"/>
                  </a:lnTo>
                  <a:lnTo>
                    <a:pt x="54969" y="636770"/>
                  </a:lnTo>
                  <a:lnTo>
                    <a:pt x="53926" y="634840"/>
                  </a:lnTo>
                  <a:lnTo>
                    <a:pt x="52879" y="632911"/>
                  </a:lnTo>
                  <a:lnTo>
                    <a:pt x="51819" y="630981"/>
                  </a:lnTo>
                  <a:lnTo>
                    <a:pt x="50756" y="629051"/>
                  </a:lnTo>
                  <a:lnTo>
                    <a:pt x="49683" y="627122"/>
                  </a:lnTo>
                  <a:lnTo>
                    <a:pt x="48606" y="625192"/>
                  </a:lnTo>
                  <a:lnTo>
                    <a:pt x="47523" y="623263"/>
                  </a:lnTo>
                  <a:lnTo>
                    <a:pt x="46435" y="621333"/>
                  </a:lnTo>
                  <a:lnTo>
                    <a:pt x="45344" y="619403"/>
                  </a:lnTo>
                  <a:lnTo>
                    <a:pt x="44248" y="617474"/>
                  </a:lnTo>
                  <a:lnTo>
                    <a:pt x="43150" y="615544"/>
                  </a:lnTo>
                  <a:lnTo>
                    <a:pt x="42050" y="613615"/>
                  </a:lnTo>
                  <a:lnTo>
                    <a:pt x="40949" y="611685"/>
                  </a:lnTo>
                  <a:lnTo>
                    <a:pt x="39847" y="609755"/>
                  </a:lnTo>
                  <a:lnTo>
                    <a:pt x="38745" y="607826"/>
                  </a:lnTo>
                  <a:lnTo>
                    <a:pt x="37645" y="605896"/>
                  </a:lnTo>
                  <a:lnTo>
                    <a:pt x="36546" y="603967"/>
                  </a:lnTo>
                  <a:lnTo>
                    <a:pt x="35449" y="602037"/>
                  </a:lnTo>
                  <a:lnTo>
                    <a:pt x="34357" y="600107"/>
                  </a:lnTo>
                  <a:lnTo>
                    <a:pt x="33267" y="598178"/>
                  </a:lnTo>
                  <a:lnTo>
                    <a:pt x="32185" y="596248"/>
                  </a:lnTo>
                  <a:lnTo>
                    <a:pt x="31105" y="594319"/>
                  </a:lnTo>
                  <a:lnTo>
                    <a:pt x="30034" y="592389"/>
                  </a:lnTo>
                  <a:lnTo>
                    <a:pt x="28970" y="590459"/>
                  </a:lnTo>
                  <a:lnTo>
                    <a:pt x="27913" y="588530"/>
                  </a:lnTo>
                  <a:lnTo>
                    <a:pt x="26867" y="586600"/>
                  </a:lnTo>
                  <a:lnTo>
                    <a:pt x="25826" y="584670"/>
                  </a:lnTo>
                  <a:lnTo>
                    <a:pt x="24802" y="582741"/>
                  </a:lnTo>
                  <a:lnTo>
                    <a:pt x="23783" y="580811"/>
                  </a:lnTo>
                  <a:lnTo>
                    <a:pt x="22782" y="578882"/>
                  </a:lnTo>
                  <a:lnTo>
                    <a:pt x="21789" y="576952"/>
                  </a:lnTo>
                  <a:lnTo>
                    <a:pt x="20813" y="575022"/>
                  </a:lnTo>
                  <a:lnTo>
                    <a:pt x="19851" y="573093"/>
                  </a:lnTo>
                  <a:lnTo>
                    <a:pt x="18901" y="571163"/>
                  </a:lnTo>
                  <a:lnTo>
                    <a:pt x="17972" y="569234"/>
                  </a:lnTo>
                  <a:lnTo>
                    <a:pt x="17051" y="567304"/>
                  </a:lnTo>
                  <a:lnTo>
                    <a:pt x="16159" y="565374"/>
                  </a:lnTo>
                  <a:lnTo>
                    <a:pt x="15274" y="563445"/>
                  </a:lnTo>
                  <a:lnTo>
                    <a:pt x="14418" y="561515"/>
                  </a:lnTo>
                  <a:lnTo>
                    <a:pt x="13574" y="559586"/>
                  </a:lnTo>
                  <a:lnTo>
                    <a:pt x="12753" y="557656"/>
                  </a:lnTo>
                  <a:lnTo>
                    <a:pt x="11954" y="555726"/>
                  </a:lnTo>
                  <a:lnTo>
                    <a:pt x="11171" y="553797"/>
                  </a:lnTo>
                  <a:lnTo>
                    <a:pt x="10419" y="551867"/>
                  </a:lnTo>
                  <a:lnTo>
                    <a:pt x="9675" y="549938"/>
                  </a:lnTo>
                  <a:lnTo>
                    <a:pt x="8973" y="548008"/>
                  </a:lnTo>
                  <a:lnTo>
                    <a:pt x="8280" y="546078"/>
                  </a:lnTo>
                  <a:lnTo>
                    <a:pt x="7621" y="544149"/>
                  </a:lnTo>
                  <a:lnTo>
                    <a:pt x="6982" y="542219"/>
                  </a:lnTo>
                  <a:lnTo>
                    <a:pt x="6368" y="540290"/>
                  </a:lnTo>
                  <a:lnTo>
                    <a:pt x="5784" y="538360"/>
                  </a:lnTo>
                  <a:lnTo>
                    <a:pt x="5217" y="536430"/>
                  </a:lnTo>
                  <a:lnTo>
                    <a:pt x="4690" y="534501"/>
                  </a:lnTo>
                  <a:lnTo>
                    <a:pt x="4174" y="532571"/>
                  </a:lnTo>
                  <a:lnTo>
                    <a:pt x="3704" y="530641"/>
                  </a:lnTo>
                  <a:lnTo>
                    <a:pt x="3247" y="528712"/>
                  </a:lnTo>
                  <a:lnTo>
                    <a:pt x="2827" y="526782"/>
                  </a:lnTo>
                  <a:lnTo>
                    <a:pt x="2433" y="524853"/>
                  </a:lnTo>
                  <a:lnTo>
                    <a:pt x="2064" y="522923"/>
                  </a:lnTo>
                  <a:lnTo>
                    <a:pt x="1732" y="520993"/>
                  </a:lnTo>
                  <a:lnTo>
                    <a:pt x="1416" y="519064"/>
                  </a:lnTo>
                  <a:lnTo>
                    <a:pt x="1148" y="517134"/>
                  </a:lnTo>
                  <a:lnTo>
                    <a:pt x="891" y="515205"/>
                  </a:lnTo>
                  <a:lnTo>
                    <a:pt x="681" y="513275"/>
                  </a:lnTo>
                  <a:lnTo>
                    <a:pt x="490" y="511345"/>
                  </a:lnTo>
                  <a:lnTo>
                    <a:pt x="334" y="509416"/>
                  </a:lnTo>
                  <a:lnTo>
                    <a:pt x="208" y="507486"/>
                  </a:lnTo>
                  <a:lnTo>
                    <a:pt x="107" y="505557"/>
                  </a:lnTo>
                  <a:lnTo>
                    <a:pt x="46" y="503627"/>
                  </a:lnTo>
                  <a:lnTo>
                    <a:pt x="0" y="501697"/>
                  </a:lnTo>
                  <a:lnTo>
                    <a:pt x="5" y="499768"/>
                  </a:lnTo>
                  <a:lnTo>
                    <a:pt x="23" y="497838"/>
                  </a:lnTo>
                  <a:lnTo>
                    <a:pt x="85" y="495909"/>
                  </a:lnTo>
                  <a:lnTo>
                    <a:pt x="168" y="493979"/>
                  </a:lnTo>
                  <a:lnTo>
                    <a:pt x="284" y="492049"/>
                  </a:lnTo>
                  <a:lnTo>
                    <a:pt x="433" y="490120"/>
                  </a:lnTo>
                  <a:lnTo>
                    <a:pt x="603" y="488190"/>
                  </a:lnTo>
                  <a:lnTo>
                    <a:pt x="817" y="486261"/>
                  </a:lnTo>
                  <a:lnTo>
                    <a:pt x="1041" y="484331"/>
                  </a:lnTo>
                  <a:lnTo>
                    <a:pt x="1317" y="482401"/>
                  </a:lnTo>
                  <a:lnTo>
                    <a:pt x="1606" y="480472"/>
                  </a:lnTo>
                  <a:lnTo>
                    <a:pt x="1933" y="478542"/>
                  </a:lnTo>
                  <a:lnTo>
                    <a:pt x="2284" y="476612"/>
                  </a:lnTo>
                  <a:lnTo>
                    <a:pt x="2663" y="474683"/>
                  </a:lnTo>
                  <a:lnTo>
                    <a:pt x="3075" y="472753"/>
                  </a:lnTo>
                  <a:lnTo>
                    <a:pt x="3504" y="470824"/>
                  </a:lnTo>
                  <a:lnTo>
                    <a:pt x="3976" y="468894"/>
                  </a:lnTo>
                  <a:lnTo>
                    <a:pt x="4458" y="466964"/>
                  </a:lnTo>
                  <a:lnTo>
                    <a:pt x="4984" y="465035"/>
                  </a:lnTo>
                  <a:lnTo>
                    <a:pt x="5523" y="463105"/>
                  </a:lnTo>
                  <a:lnTo>
                    <a:pt x="6096" y="461176"/>
                  </a:lnTo>
                  <a:lnTo>
                    <a:pt x="6691" y="459246"/>
                  </a:lnTo>
                  <a:lnTo>
                    <a:pt x="7308" y="457316"/>
                  </a:lnTo>
                  <a:lnTo>
                    <a:pt x="7957" y="455387"/>
                  </a:lnTo>
                  <a:lnTo>
                    <a:pt x="8618" y="453457"/>
                  </a:lnTo>
                  <a:lnTo>
                    <a:pt x="9318" y="451528"/>
                  </a:lnTo>
                  <a:lnTo>
                    <a:pt x="10027" y="449598"/>
                  </a:lnTo>
                  <a:lnTo>
                    <a:pt x="10770" y="447668"/>
                  </a:lnTo>
                  <a:lnTo>
                    <a:pt x="11527" y="445739"/>
                  </a:lnTo>
                  <a:lnTo>
                    <a:pt x="12309" y="443809"/>
                  </a:lnTo>
                  <a:lnTo>
                    <a:pt x="13112" y="441880"/>
                  </a:lnTo>
                  <a:lnTo>
                    <a:pt x="13931" y="439950"/>
                  </a:lnTo>
                  <a:lnTo>
                    <a:pt x="14777" y="438020"/>
                  </a:lnTo>
                  <a:lnTo>
                    <a:pt x="15631" y="436091"/>
                  </a:lnTo>
                  <a:lnTo>
                    <a:pt x="16518" y="434161"/>
                  </a:lnTo>
                  <a:lnTo>
                    <a:pt x="17412" y="432232"/>
                  </a:lnTo>
                  <a:lnTo>
                    <a:pt x="18330" y="430302"/>
                  </a:lnTo>
                  <a:lnTo>
                    <a:pt x="19261" y="428372"/>
                  </a:lnTo>
                  <a:lnTo>
                    <a:pt x="20208" y="426443"/>
                  </a:lnTo>
                  <a:lnTo>
                    <a:pt x="21173" y="424513"/>
                  </a:lnTo>
                  <a:lnTo>
                    <a:pt x="22148" y="422583"/>
                  </a:lnTo>
                  <a:lnTo>
                    <a:pt x="23143" y="420654"/>
                  </a:lnTo>
                  <a:lnTo>
                    <a:pt x="24144" y="418724"/>
                  </a:lnTo>
                  <a:lnTo>
                    <a:pt x="25167" y="416795"/>
                  </a:lnTo>
                  <a:lnTo>
                    <a:pt x="26196" y="414865"/>
                  </a:lnTo>
                  <a:lnTo>
                    <a:pt x="27239" y="412935"/>
                  </a:lnTo>
                  <a:lnTo>
                    <a:pt x="28292" y="411006"/>
                  </a:lnTo>
                  <a:lnTo>
                    <a:pt x="29354" y="409076"/>
                  </a:lnTo>
                  <a:lnTo>
                    <a:pt x="30428" y="407147"/>
                  </a:lnTo>
                  <a:lnTo>
                    <a:pt x="31507" y="405217"/>
                  </a:lnTo>
                  <a:lnTo>
                    <a:pt x="32599" y="403287"/>
                  </a:lnTo>
                  <a:lnTo>
                    <a:pt x="33694" y="401358"/>
                  </a:lnTo>
                  <a:lnTo>
                    <a:pt x="34800" y="399428"/>
                  </a:lnTo>
                  <a:lnTo>
                    <a:pt x="35909" y="397499"/>
                  </a:lnTo>
                  <a:lnTo>
                    <a:pt x="37025" y="395569"/>
                  </a:lnTo>
                  <a:lnTo>
                    <a:pt x="38145" y="393639"/>
                  </a:lnTo>
                  <a:lnTo>
                    <a:pt x="39270" y="391710"/>
                  </a:lnTo>
                  <a:lnTo>
                    <a:pt x="40398" y="389780"/>
                  </a:lnTo>
                  <a:lnTo>
                    <a:pt x="41528" y="387851"/>
                  </a:lnTo>
                  <a:lnTo>
                    <a:pt x="42662" y="385921"/>
                  </a:lnTo>
                  <a:lnTo>
                    <a:pt x="43796" y="383991"/>
                  </a:lnTo>
                  <a:lnTo>
                    <a:pt x="44932" y="382062"/>
                  </a:lnTo>
                  <a:lnTo>
                    <a:pt x="46067" y="380132"/>
                  </a:lnTo>
                  <a:lnTo>
                    <a:pt x="47203" y="378203"/>
                  </a:lnTo>
                  <a:lnTo>
                    <a:pt x="48337" y="376273"/>
                  </a:lnTo>
                  <a:lnTo>
                    <a:pt x="49471" y="374343"/>
                  </a:lnTo>
                  <a:lnTo>
                    <a:pt x="50601" y="372414"/>
                  </a:lnTo>
                  <a:lnTo>
                    <a:pt x="51730" y="370484"/>
                  </a:lnTo>
                  <a:lnTo>
                    <a:pt x="52854" y="368554"/>
                  </a:lnTo>
                  <a:lnTo>
                    <a:pt x="53976" y="366625"/>
                  </a:lnTo>
                  <a:lnTo>
                    <a:pt x="55092" y="364695"/>
                  </a:lnTo>
                  <a:lnTo>
                    <a:pt x="56204" y="362766"/>
                  </a:lnTo>
                  <a:lnTo>
                    <a:pt x="57311" y="360836"/>
                  </a:lnTo>
                  <a:lnTo>
                    <a:pt x="58411" y="358906"/>
                  </a:lnTo>
                  <a:lnTo>
                    <a:pt x="59507" y="356977"/>
                  </a:lnTo>
                  <a:lnTo>
                    <a:pt x="60592" y="355047"/>
                  </a:lnTo>
                  <a:lnTo>
                    <a:pt x="61675" y="353118"/>
                  </a:lnTo>
                  <a:lnTo>
                    <a:pt x="62745" y="351188"/>
                  </a:lnTo>
                  <a:lnTo>
                    <a:pt x="63810" y="349258"/>
                  </a:lnTo>
                  <a:lnTo>
                    <a:pt x="64865" y="347329"/>
                  </a:lnTo>
                  <a:lnTo>
                    <a:pt x="65912" y="345399"/>
                  </a:lnTo>
                  <a:lnTo>
                    <a:pt x="66950" y="343470"/>
                  </a:lnTo>
                  <a:lnTo>
                    <a:pt x="67976" y="341540"/>
                  </a:lnTo>
                  <a:lnTo>
                    <a:pt x="68996" y="339610"/>
                  </a:lnTo>
                  <a:lnTo>
                    <a:pt x="70000" y="337681"/>
                  </a:lnTo>
                  <a:lnTo>
                    <a:pt x="71000" y="335751"/>
                  </a:lnTo>
                  <a:lnTo>
                    <a:pt x="71982" y="333822"/>
                  </a:lnTo>
                  <a:lnTo>
                    <a:pt x="72958" y="331892"/>
                  </a:lnTo>
                  <a:lnTo>
                    <a:pt x="73921" y="329962"/>
                  </a:lnTo>
                  <a:lnTo>
                    <a:pt x="74871" y="328033"/>
                  </a:lnTo>
                  <a:lnTo>
                    <a:pt x="75813" y="326103"/>
                  </a:lnTo>
                  <a:lnTo>
                    <a:pt x="76738" y="324174"/>
                  </a:lnTo>
                  <a:lnTo>
                    <a:pt x="77658" y="322244"/>
                  </a:lnTo>
                  <a:lnTo>
                    <a:pt x="78556" y="320314"/>
                  </a:lnTo>
                  <a:lnTo>
                    <a:pt x="79450" y="318385"/>
                  </a:lnTo>
                  <a:lnTo>
                    <a:pt x="80325" y="316455"/>
                  </a:lnTo>
                  <a:lnTo>
                    <a:pt x="81192" y="314525"/>
                  </a:lnTo>
                  <a:lnTo>
                    <a:pt x="82045" y="312596"/>
                  </a:lnTo>
                  <a:lnTo>
                    <a:pt x="82884" y="310666"/>
                  </a:lnTo>
                  <a:lnTo>
                    <a:pt x="83714" y="308737"/>
                  </a:lnTo>
                  <a:lnTo>
                    <a:pt x="84526" y="306807"/>
                  </a:lnTo>
                  <a:lnTo>
                    <a:pt x="85333" y="304877"/>
                  </a:lnTo>
                  <a:lnTo>
                    <a:pt x="86118" y="302948"/>
                  </a:lnTo>
                  <a:lnTo>
                    <a:pt x="86898" y="301018"/>
                  </a:lnTo>
                  <a:lnTo>
                    <a:pt x="87661" y="299089"/>
                  </a:lnTo>
                  <a:lnTo>
                    <a:pt x="88414" y="297159"/>
                  </a:lnTo>
                  <a:lnTo>
                    <a:pt x="89155" y="295229"/>
                  </a:lnTo>
                  <a:lnTo>
                    <a:pt x="89882" y="293300"/>
                  </a:lnTo>
                  <a:lnTo>
                    <a:pt x="90601" y="291370"/>
                  </a:lnTo>
                  <a:lnTo>
                    <a:pt x="91303" y="289441"/>
                  </a:lnTo>
                  <a:lnTo>
                    <a:pt x="91999" y="287511"/>
                  </a:lnTo>
                  <a:lnTo>
                    <a:pt x="92678" y="285581"/>
                  </a:lnTo>
                  <a:lnTo>
                    <a:pt x="93351" y="283652"/>
                  </a:lnTo>
                  <a:lnTo>
                    <a:pt x="94010" y="281722"/>
                  </a:lnTo>
                  <a:lnTo>
                    <a:pt x="94659" y="279793"/>
                  </a:lnTo>
                  <a:lnTo>
                    <a:pt x="95300" y="277863"/>
                  </a:lnTo>
                  <a:lnTo>
                    <a:pt x="95927" y="275933"/>
                  </a:lnTo>
                  <a:lnTo>
                    <a:pt x="96550" y="274004"/>
                  </a:lnTo>
                  <a:lnTo>
                    <a:pt x="97157" y="272074"/>
                  </a:lnTo>
                  <a:lnTo>
                    <a:pt x="97760" y="270145"/>
                  </a:lnTo>
                  <a:lnTo>
                    <a:pt x="98350" y="268215"/>
                  </a:lnTo>
                  <a:lnTo>
                    <a:pt x="98935" y="266285"/>
                  </a:lnTo>
                  <a:lnTo>
                    <a:pt x="99510" y="264356"/>
                  </a:lnTo>
                  <a:lnTo>
                    <a:pt x="100078" y="262426"/>
                  </a:lnTo>
                  <a:lnTo>
                    <a:pt x="100639" y="260496"/>
                  </a:lnTo>
                  <a:lnTo>
                    <a:pt x="101191" y="258567"/>
                  </a:lnTo>
                  <a:lnTo>
                    <a:pt x="101740" y="256637"/>
                  </a:lnTo>
                  <a:lnTo>
                    <a:pt x="102278" y="254708"/>
                  </a:lnTo>
                  <a:lnTo>
                    <a:pt x="102814" y="252778"/>
                  </a:lnTo>
                  <a:lnTo>
                    <a:pt x="103341" y="250848"/>
                  </a:lnTo>
                  <a:lnTo>
                    <a:pt x="103865" y="248919"/>
                  </a:lnTo>
                  <a:lnTo>
                    <a:pt x="104384" y="246989"/>
                  </a:lnTo>
                  <a:lnTo>
                    <a:pt x="104898" y="245060"/>
                  </a:lnTo>
                  <a:lnTo>
                    <a:pt x="105409" y="243130"/>
                  </a:lnTo>
                  <a:lnTo>
                    <a:pt x="105914" y="241200"/>
                  </a:lnTo>
                  <a:lnTo>
                    <a:pt x="106417" y="239271"/>
                  </a:lnTo>
                  <a:lnTo>
                    <a:pt x="106916" y="237341"/>
                  </a:lnTo>
                  <a:lnTo>
                    <a:pt x="107413" y="235412"/>
                  </a:lnTo>
                  <a:lnTo>
                    <a:pt x="107908" y="233482"/>
                  </a:lnTo>
                  <a:lnTo>
                    <a:pt x="108400" y="231552"/>
                  </a:lnTo>
                  <a:lnTo>
                    <a:pt x="108891" y="229623"/>
                  </a:lnTo>
                  <a:lnTo>
                    <a:pt x="109380" y="227693"/>
                  </a:lnTo>
                  <a:lnTo>
                    <a:pt x="109869" y="225764"/>
                  </a:lnTo>
                  <a:lnTo>
                    <a:pt x="110356" y="223834"/>
                  </a:lnTo>
                  <a:lnTo>
                    <a:pt x="110843" y="221904"/>
                  </a:lnTo>
                  <a:lnTo>
                    <a:pt x="111329" y="219975"/>
                  </a:lnTo>
                  <a:lnTo>
                    <a:pt x="111816" y="218045"/>
                  </a:lnTo>
                  <a:lnTo>
                    <a:pt x="112302" y="216116"/>
                  </a:lnTo>
                  <a:lnTo>
                    <a:pt x="112790" y="214186"/>
                  </a:lnTo>
                  <a:lnTo>
                    <a:pt x="113278" y="212256"/>
                  </a:lnTo>
                  <a:lnTo>
                    <a:pt x="113767" y="210327"/>
                  </a:lnTo>
                  <a:lnTo>
                    <a:pt x="114257" y="208397"/>
                  </a:lnTo>
                  <a:lnTo>
                    <a:pt x="114749" y="206467"/>
                  </a:lnTo>
                  <a:lnTo>
                    <a:pt x="115241" y="204538"/>
                  </a:lnTo>
                  <a:lnTo>
                    <a:pt x="115736" y="202608"/>
                  </a:lnTo>
                  <a:lnTo>
                    <a:pt x="116232" y="200679"/>
                  </a:lnTo>
                  <a:lnTo>
                    <a:pt x="116730" y="198749"/>
                  </a:lnTo>
                  <a:lnTo>
                    <a:pt x="117231" y="196819"/>
                  </a:lnTo>
                  <a:lnTo>
                    <a:pt x="117732" y="194890"/>
                  </a:lnTo>
                  <a:lnTo>
                    <a:pt x="118237" y="192960"/>
                  </a:lnTo>
                  <a:lnTo>
                    <a:pt x="118743" y="191031"/>
                  </a:lnTo>
                  <a:lnTo>
                    <a:pt x="119253" y="189101"/>
                  </a:lnTo>
                  <a:lnTo>
                    <a:pt x="119763" y="187171"/>
                  </a:lnTo>
                  <a:lnTo>
                    <a:pt x="120277" y="185242"/>
                  </a:lnTo>
                  <a:lnTo>
                    <a:pt x="120793" y="183312"/>
                  </a:lnTo>
                  <a:lnTo>
                    <a:pt x="121311" y="181383"/>
                  </a:lnTo>
                  <a:lnTo>
                    <a:pt x="121831" y="179453"/>
                  </a:lnTo>
                  <a:lnTo>
                    <a:pt x="122353" y="177523"/>
                  </a:lnTo>
                  <a:lnTo>
                    <a:pt x="122878" y="175594"/>
                  </a:lnTo>
                  <a:lnTo>
                    <a:pt x="123404" y="173664"/>
                  </a:lnTo>
                  <a:lnTo>
                    <a:pt x="123933" y="171735"/>
                  </a:lnTo>
                  <a:lnTo>
                    <a:pt x="124464" y="169805"/>
                  </a:lnTo>
                  <a:lnTo>
                    <a:pt x="124996" y="167875"/>
                  </a:lnTo>
                  <a:lnTo>
                    <a:pt x="125530" y="165946"/>
                  </a:lnTo>
                  <a:lnTo>
                    <a:pt x="126065" y="164016"/>
                  </a:lnTo>
                  <a:lnTo>
                    <a:pt x="126602" y="162087"/>
                  </a:lnTo>
                  <a:lnTo>
                    <a:pt x="127139" y="160157"/>
                  </a:lnTo>
                  <a:lnTo>
                    <a:pt x="127679" y="158227"/>
                  </a:lnTo>
                  <a:lnTo>
                    <a:pt x="128218" y="156298"/>
                  </a:lnTo>
                  <a:lnTo>
                    <a:pt x="128759" y="154368"/>
                  </a:lnTo>
                  <a:lnTo>
                    <a:pt x="129300" y="152438"/>
                  </a:lnTo>
                  <a:lnTo>
                    <a:pt x="129841" y="150509"/>
                  </a:lnTo>
                  <a:lnTo>
                    <a:pt x="130382" y="148579"/>
                  </a:lnTo>
                  <a:lnTo>
                    <a:pt x="130923" y="146650"/>
                  </a:lnTo>
                  <a:lnTo>
                    <a:pt x="131464" y="144720"/>
                  </a:lnTo>
                  <a:lnTo>
                    <a:pt x="132004" y="142790"/>
                  </a:lnTo>
                  <a:lnTo>
                    <a:pt x="132543" y="140861"/>
                  </a:lnTo>
                  <a:lnTo>
                    <a:pt x="133081" y="138931"/>
                  </a:lnTo>
                  <a:lnTo>
                    <a:pt x="133618" y="137002"/>
                  </a:lnTo>
                  <a:lnTo>
                    <a:pt x="134154" y="135072"/>
                  </a:lnTo>
                  <a:lnTo>
                    <a:pt x="134688" y="133142"/>
                  </a:lnTo>
                  <a:lnTo>
                    <a:pt x="135220" y="131213"/>
                  </a:lnTo>
                  <a:lnTo>
                    <a:pt x="135750" y="129283"/>
                  </a:lnTo>
                  <a:lnTo>
                    <a:pt x="136277" y="127354"/>
                  </a:lnTo>
                  <a:lnTo>
                    <a:pt x="136802" y="125424"/>
                  </a:lnTo>
                  <a:lnTo>
                    <a:pt x="137323" y="123494"/>
                  </a:lnTo>
                  <a:lnTo>
                    <a:pt x="137843" y="121565"/>
                  </a:lnTo>
                  <a:lnTo>
                    <a:pt x="138358" y="119635"/>
                  </a:lnTo>
                  <a:lnTo>
                    <a:pt x="138871" y="117706"/>
                  </a:lnTo>
                  <a:lnTo>
                    <a:pt x="139380" y="115776"/>
                  </a:lnTo>
                  <a:lnTo>
                    <a:pt x="139884" y="113846"/>
                  </a:lnTo>
                  <a:lnTo>
                    <a:pt x="140386" y="111917"/>
                  </a:lnTo>
                  <a:lnTo>
                    <a:pt x="140882" y="109987"/>
                  </a:lnTo>
                  <a:lnTo>
                    <a:pt x="141376" y="108058"/>
                  </a:lnTo>
                  <a:lnTo>
                    <a:pt x="141862" y="106128"/>
                  </a:lnTo>
                  <a:lnTo>
                    <a:pt x="142346" y="104198"/>
                  </a:lnTo>
                  <a:lnTo>
                    <a:pt x="142825" y="102269"/>
                  </a:lnTo>
                  <a:lnTo>
                    <a:pt x="143298" y="100339"/>
                  </a:lnTo>
                  <a:lnTo>
                    <a:pt x="143768" y="98409"/>
                  </a:lnTo>
                  <a:lnTo>
                    <a:pt x="144230" y="96480"/>
                  </a:lnTo>
                  <a:lnTo>
                    <a:pt x="144690" y="94550"/>
                  </a:lnTo>
                  <a:lnTo>
                    <a:pt x="145142" y="92621"/>
                  </a:lnTo>
                  <a:lnTo>
                    <a:pt x="145591" y="90691"/>
                  </a:lnTo>
                  <a:lnTo>
                    <a:pt x="146032" y="88761"/>
                  </a:lnTo>
                  <a:lnTo>
                    <a:pt x="146469" y="86832"/>
                  </a:lnTo>
                  <a:lnTo>
                    <a:pt x="146900" y="84902"/>
                  </a:lnTo>
                  <a:lnTo>
                    <a:pt x="147325" y="82973"/>
                  </a:lnTo>
                  <a:lnTo>
                    <a:pt x="147746" y="81043"/>
                  </a:lnTo>
                  <a:lnTo>
                    <a:pt x="148160" y="79113"/>
                  </a:lnTo>
                  <a:lnTo>
                    <a:pt x="148571" y="77184"/>
                  </a:lnTo>
                  <a:lnTo>
                    <a:pt x="148972" y="75254"/>
                  </a:lnTo>
                  <a:lnTo>
                    <a:pt x="149371" y="73325"/>
                  </a:lnTo>
                  <a:lnTo>
                    <a:pt x="149762" y="71395"/>
                  </a:lnTo>
                  <a:lnTo>
                    <a:pt x="150150" y="69465"/>
                  </a:lnTo>
                  <a:lnTo>
                    <a:pt x="150531" y="67536"/>
                  </a:lnTo>
                  <a:lnTo>
                    <a:pt x="150907" y="65606"/>
                  </a:lnTo>
                  <a:lnTo>
                    <a:pt x="151279" y="63677"/>
                  </a:lnTo>
                  <a:lnTo>
                    <a:pt x="151644" y="61747"/>
                  </a:lnTo>
                  <a:lnTo>
                    <a:pt x="152006" y="59817"/>
                  </a:lnTo>
                  <a:lnTo>
                    <a:pt x="152360" y="57888"/>
                  </a:lnTo>
                  <a:lnTo>
                    <a:pt x="152712" y="55958"/>
                  </a:lnTo>
                  <a:lnTo>
                    <a:pt x="153058" y="54029"/>
                  </a:lnTo>
                  <a:lnTo>
                    <a:pt x="153400" y="52099"/>
                  </a:lnTo>
                  <a:lnTo>
                    <a:pt x="153738" y="50169"/>
                  </a:lnTo>
                  <a:lnTo>
                    <a:pt x="154070" y="48240"/>
                  </a:lnTo>
                  <a:lnTo>
                    <a:pt x="154401" y="46310"/>
                  </a:lnTo>
                  <a:lnTo>
                    <a:pt x="154724" y="44380"/>
                  </a:lnTo>
                  <a:lnTo>
                    <a:pt x="155047" y="42451"/>
                  </a:lnTo>
                  <a:lnTo>
                    <a:pt x="155364" y="40521"/>
                  </a:lnTo>
                  <a:lnTo>
                    <a:pt x="155678" y="38592"/>
                  </a:lnTo>
                  <a:lnTo>
                    <a:pt x="155989" y="36662"/>
                  </a:lnTo>
                  <a:lnTo>
                    <a:pt x="156297" y="34732"/>
                  </a:lnTo>
                  <a:lnTo>
                    <a:pt x="156602" y="32803"/>
                  </a:lnTo>
                  <a:lnTo>
                    <a:pt x="156904" y="30873"/>
                  </a:lnTo>
                  <a:lnTo>
                    <a:pt x="157205" y="28944"/>
                  </a:lnTo>
                  <a:lnTo>
                    <a:pt x="157502" y="27014"/>
                  </a:lnTo>
                  <a:lnTo>
                    <a:pt x="157797" y="25084"/>
                  </a:lnTo>
                  <a:lnTo>
                    <a:pt x="158090" y="23155"/>
                  </a:lnTo>
                  <a:lnTo>
                    <a:pt x="158382" y="21225"/>
                  </a:lnTo>
                  <a:lnTo>
                    <a:pt x="158672" y="19296"/>
                  </a:lnTo>
                  <a:lnTo>
                    <a:pt x="158960" y="17366"/>
                  </a:lnTo>
                  <a:lnTo>
                    <a:pt x="159248" y="15436"/>
                  </a:lnTo>
                  <a:lnTo>
                    <a:pt x="159534" y="13507"/>
                  </a:lnTo>
                  <a:lnTo>
                    <a:pt x="159819" y="11577"/>
                  </a:lnTo>
                  <a:lnTo>
                    <a:pt x="160104" y="9648"/>
                  </a:lnTo>
                  <a:lnTo>
                    <a:pt x="160388" y="7718"/>
                  </a:lnTo>
                  <a:lnTo>
                    <a:pt x="160671" y="5788"/>
                  </a:lnTo>
                  <a:lnTo>
                    <a:pt x="160955" y="3859"/>
                  </a:lnTo>
                  <a:lnTo>
                    <a:pt x="161238" y="1929"/>
                  </a:lnTo>
                  <a:lnTo>
                    <a:pt x="161522" y="0"/>
                  </a:lnTo>
                  <a:lnTo>
                    <a:pt x="220440" y="0"/>
                  </a:lnTo>
                  <a:lnTo>
                    <a:pt x="220723" y="1929"/>
                  </a:lnTo>
                  <a:lnTo>
                    <a:pt x="221007" y="3859"/>
                  </a:lnTo>
                  <a:lnTo>
                    <a:pt x="221290" y="5788"/>
                  </a:lnTo>
                  <a:lnTo>
                    <a:pt x="221574" y="7718"/>
                  </a:lnTo>
                  <a:lnTo>
                    <a:pt x="221858" y="9648"/>
                  </a:lnTo>
                  <a:lnTo>
                    <a:pt x="222142" y="11577"/>
                  </a:lnTo>
                  <a:lnTo>
                    <a:pt x="222428" y="13507"/>
                  </a:lnTo>
                  <a:lnTo>
                    <a:pt x="222714" y="15436"/>
                  </a:lnTo>
                  <a:lnTo>
                    <a:pt x="223001" y="17366"/>
                  </a:lnTo>
                  <a:lnTo>
                    <a:pt x="223290" y="19296"/>
                  </a:lnTo>
                  <a:lnTo>
                    <a:pt x="223580" y="21225"/>
                  </a:lnTo>
                  <a:lnTo>
                    <a:pt x="223871" y="23155"/>
                  </a:lnTo>
                  <a:lnTo>
                    <a:pt x="224164" y="25084"/>
                  </a:lnTo>
                  <a:lnTo>
                    <a:pt x="224460" y="27014"/>
                  </a:lnTo>
                  <a:lnTo>
                    <a:pt x="224757" y="28944"/>
                  </a:lnTo>
                  <a:lnTo>
                    <a:pt x="225057" y="30873"/>
                  </a:lnTo>
                  <a:lnTo>
                    <a:pt x="225359" y="32803"/>
                  </a:lnTo>
                  <a:lnTo>
                    <a:pt x="225665" y="34732"/>
                  </a:lnTo>
                  <a:lnTo>
                    <a:pt x="225972" y="36662"/>
                  </a:lnTo>
                  <a:lnTo>
                    <a:pt x="226283" y="38592"/>
                  </a:lnTo>
                  <a:lnTo>
                    <a:pt x="226598" y="40521"/>
                  </a:lnTo>
                  <a:lnTo>
                    <a:pt x="226915" y="42451"/>
                  </a:lnTo>
                  <a:lnTo>
                    <a:pt x="227237" y="44380"/>
                  </a:lnTo>
                  <a:lnTo>
                    <a:pt x="227561" y="46310"/>
                  </a:lnTo>
                  <a:lnTo>
                    <a:pt x="227891" y="48240"/>
                  </a:lnTo>
                  <a:lnTo>
                    <a:pt x="228224" y="50169"/>
                  </a:lnTo>
                  <a:lnTo>
                    <a:pt x="228562" y="52099"/>
                  </a:lnTo>
                  <a:lnTo>
                    <a:pt x="228904" y="54029"/>
                  </a:lnTo>
                  <a:lnTo>
                    <a:pt x="229249" y="55958"/>
                  </a:lnTo>
                  <a:lnTo>
                    <a:pt x="229601" y="57888"/>
                  </a:lnTo>
                  <a:lnTo>
                    <a:pt x="229956" y="59817"/>
                  </a:lnTo>
                  <a:lnTo>
                    <a:pt x="230318" y="61747"/>
                  </a:lnTo>
                  <a:lnTo>
                    <a:pt x="230682" y="63677"/>
                  </a:lnTo>
                  <a:lnTo>
                    <a:pt x="231055" y="65606"/>
                  </a:lnTo>
                  <a:lnTo>
                    <a:pt x="231430" y="67536"/>
                  </a:lnTo>
                  <a:lnTo>
                    <a:pt x="231812" y="69465"/>
                  </a:lnTo>
                  <a:lnTo>
                    <a:pt x="232199" y="71395"/>
                  </a:lnTo>
                  <a:lnTo>
                    <a:pt x="232591" y="73325"/>
                  </a:lnTo>
                  <a:lnTo>
                    <a:pt x="232990" y="75254"/>
                  </a:lnTo>
                  <a:lnTo>
                    <a:pt x="233391" y="77184"/>
                  </a:lnTo>
                  <a:lnTo>
                    <a:pt x="233802" y="79113"/>
                  </a:lnTo>
                  <a:lnTo>
                    <a:pt x="234215" y="81043"/>
                  </a:lnTo>
                  <a:lnTo>
                    <a:pt x="234636" y="82973"/>
                  </a:lnTo>
                  <a:lnTo>
                    <a:pt x="235061" y="84902"/>
                  </a:lnTo>
                  <a:lnTo>
                    <a:pt x="235493" y="86832"/>
                  </a:lnTo>
                  <a:lnTo>
                    <a:pt x="235930" y="88761"/>
                  </a:lnTo>
                  <a:lnTo>
                    <a:pt x="236371" y="90691"/>
                  </a:lnTo>
                  <a:lnTo>
                    <a:pt x="236820" y="92621"/>
                  </a:lnTo>
                  <a:lnTo>
                    <a:pt x="237271" y="94550"/>
                  </a:lnTo>
                  <a:lnTo>
                    <a:pt x="237731" y="96480"/>
                  </a:lnTo>
                  <a:lnTo>
                    <a:pt x="238194" y="98409"/>
                  </a:lnTo>
                  <a:lnTo>
                    <a:pt x="238663" y="100339"/>
                  </a:lnTo>
                  <a:lnTo>
                    <a:pt x="239137" y="102269"/>
                  </a:lnTo>
                  <a:lnTo>
                    <a:pt x="239615" y="104198"/>
                  </a:lnTo>
                  <a:lnTo>
                    <a:pt x="240099" y="106128"/>
                  </a:lnTo>
                  <a:lnTo>
                    <a:pt x="240586" y="108058"/>
                  </a:lnTo>
                  <a:lnTo>
                    <a:pt x="241080" y="109987"/>
                  </a:lnTo>
                  <a:lnTo>
                    <a:pt x="241575" y="111917"/>
                  </a:lnTo>
                  <a:lnTo>
                    <a:pt x="242077" y="113846"/>
                  </a:lnTo>
                  <a:lnTo>
                    <a:pt x="242582" y="115776"/>
                  </a:lnTo>
                  <a:lnTo>
                    <a:pt x="243091" y="117706"/>
                  </a:lnTo>
                  <a:lnTo>
                    <a:pt x="243603" y="119635"/>
                  </a:lnTo>
                  <a:lnTo>
                    <a:pt x="244119" y="121565"/>
                  </a:lnTo>
                  <a:lnTo>
                    <a:pt x="244638" y="123494"/>
                  </a:lnTo>
                  <a:lnTo>
                    <a:pt x="245159" y="125424"/>
                  </a:lnTo>
                  <a:lnTo>
                    <a:pt x="245685" y="127354"/>
                  </a:lnTo>
                  <a:lnTo>
                    <a:pt x="246212" y="129283"/>
                  </a:lnTo>
                  <a:lnTo>
                    <a:pt x="246742" y="131213"/>
                  </a:lnTo>
                  <a:lnTo>
                    <a:pt x="247274" y="133142"/>
                  </a:lnTo>
                  <a:lnTo>
                    <a:pt x="247808" y="135072"/>
                  </a:lnTo>
                  <a:lnTo>
                    <a:pt x="248343" y="137002"/>
                  </a:lnTo>
                  <a:lnTo>
                    <a:pt x="248880" y="138931"/>
                  </a:lnTo>
                  <a:lnTo>
                    <a:pt x="249419" y="140861"/>
                  </a:lnTo>
                  <a:lnTo>
                    <a:pt x="249958" y="142790"/>
                  </a:lnTo>
                  <a:lnTo>
                    <a:pt x="250498" y="144720"/>
                  </a:lnTo>
                  <a:lnTo>
                    <a:pt x="251039" y="146650"/>
                  </a:lnTo>
                  <a:lnTo>
                    <a:pt x="251580" y="148579"/>
                  </a:lnTo>
                  <a:lnTo>
                    <a:pt x="252121" y="150509"/>
                  </a:lnTo>
                  <a:lnTo>
                    <a:pt x="252662" y="152438"/>
                  </a:lnTo>
                  <a:lnTo>
                    <a:pt x="253203" y="154368"/>
                  </a:lnTo>
                  <a:lnTo>
                    <a:pt x="253743" y="156298"/>
                  </a:lnTo>
                  <a:lnTo>
                    <a:pt x="254283" y="158227"/>
                  </a:lnTo>
                  <a:lnTo>
                    <a:pt x="254822" y="160157"/>
                  </a:lnTo>
                  <a:lnTo>
                    <a:pt x="255360" y="162087"/>
                  </a:lnTo>
                  <a:lnTo>
                    <a:pt x="255896" y="164016"/>
                  </a:lnTo>
                  <a:lnTo>
                    <a:pt x="256432" y="165946"/>
                  </a:lnTo>
                  <a:lnTo>
                    <a:pt x="256966" y="167875"/>
                  </a:lnTo>
                  <a:lnTo>
                    <a:pt x="257498" y="169805"/>
                  </a:lnTo>
                  <a:lnTo>
                    <a:pt x="258028" y="171735"/>
                  </a:lnTo>
                  <a:lnTo>
                    <a:pt x="258557" y="173664"/>
                  </a:lnTo>
                  <a:lnTo>
                    <a:pt x="259083" y="175594"/>
                  </a:lnTo>
                  <a:lnTo>
                    <a:pt x="259608" y="177523"/>
                  </a:lnTo>
                  <a:lnTo>
                    <a:pt x="260130" y="179453"/>
                  </a:lnTo>
                  <a:lnTo>
                    <a:pt x="260651" y="181383"/>
                  </a:lnTo>
                  <a:lnTo>
                    <a:pt x="261169" y="183312"/>
                  </a:lnTo>
                  <a:lnTo>
                    <a:pt x="261684" y="185242"/>
                  </a:lnTo>
                  <a:lnTo>
                    <a:pt x="262198" y="187171"/>
                  </a:lnTo>
                  <a:lnTo>
                    <a:pt x="262709" y="189101"/>
                  </a:lnTo>
                  <a:lnTo>
                    <a:pt x="263219" y="191031"/>
                  </a:lnTo>
                  <a:lnTo>
                    <a:pt x="263724" y="192960"/>
                  </a:lnTo>
                  <a:lnTo>
                    <a:pt x="264229" y="194890"/>
                  </a:lnTo>
                  <a:lnTo>
                    <a:pt x="264731" y="196819"/>
                  </a:lnTo>
                  <a:lnTo>
                    <a:pt x="265231" y="198749"/>
                  </a:lnTo>
                  <a:lnTo>
                    <a:pt x="265730" y="200679"/>
                  </a:lnTo>
                  <a:lnTo>
                    <a:pt x="266226" y="202608"/>
                  </a:lnTo>
                  <a:lnTo>
                    <a:pt x="266721" y="204538"/>
                  </a:lnTo>
                  <a:lnTo>
                    <a:pt x="267213" y="206467"/>
                  </a:lnTo>
                  <a:lnTo>
                    <a:pt x="267705" y="208397"/>
                  </a:lnTo>
                  <a:lnTo>
                    <a:pt x="268195" y="210327"/>
                  </a:lnTo>
                  <a:lnTo>
                    <a:pt x="268684" y="212256"/>
                  </a:lnTo>
                  <a:lnTo>
                    <a:pt x="269172" y="214186"/>
                  </a:lnTo>
                  <a:lnTo>
                    <a:pt x="269659" y="216116"/>
                  </a:lnTo>
                  <a:lnTo>
                    <a:pt x="270146" y="218045"/>
                  </a:lnTo>
                  <a:lnTo>
                    <a:pt x="270632" y="219975"/>
                  </a:lnTo>
                  <a:lnTo>
                    <a:pt x="271119" y="221904"/>
                  </a:lnTo>
                  <a:lnTo>
                    <a:pt x="271606" y="223834"/>
                  </a:lnTo>
                  <a:lnTo>
                    <a:pt x="272093" y="225764"/>
                  </a:lnTo>
                  <a:lnTo>
                    <a:pt x="272581" y="227693"/>
                  </a:lnTo>
                  <a:lnTo>
                    <a:pt x="273071" y="229623"/>
                  </a:lnTo>
                  <a:lnTo>
                    <a:pt x="273561" y="231552"/>
                  </a:lnTo>
                  <a:lnTo>
                    <a:pt x="274054" y="233482"/>
                  </a:lnTo>
                  <a:lnTo>
                    <a:pt x="274548" y="235412"/>
                  </a:lnTo>
                  <a:lnTo>
                    <a:pt x="275045" y="237341"/>
                  </a:lnTo>
                  <a:lnTo>
                    <a:pt x="275544" y="239271"/>
                  </a:lnTo>
                  <a:lnTo>
                    <a:pt x="276048" y="241200"/>
                  </a:lnTo>
                  <a:lnTo>
                    <a:pt x="276553" y="243130"/>
                  </a:lnTo>
                  <a:lnTo>
                    <a:pt x="277064" y="245060"/>
                  </a:lnTo>
                  <a:lnTo>
                    <a:pt x="277578" y="246989"/>
                  </a:lnTo>
                  <a:lnTo>
                    <a:pt x="278096" y="248919"/>
                  </a:lnTo>
                  <a:lnTo>
                    <a:pt x="278620" y="250848"/>
                  </a:lnTo>
                  <a:lnTo>
                    <a:pt x="279148" y="252778"/>
                  </a:lnTo>
                  <a:lnTo>
                    <a:pt x="279683" y="254708"/>
                  </a:lnTo>
                  <a:lnTo>
                    <a:pt x="280221" y="256637"/>
                  </a:lnTo>
                  <a:lnTo>
                    <a:pt x="280770" y="258567"/>
                  </a:lnTo>
                  <a:lnTo>
                    <a:pt x="281322" y="260496"/>
                  </a:lnTo>
                  <a:lnTo>
                    <a:pt x="281884" y="262426"/>
                  </a:lnTo>
                  <a:lnTo>
                    <a:pt x="282451" y="264356"/>
                  </a:lnTo>
                  <a:lnTo>
                    <a:pt x="283027" y="266285"/>
                  </a:lnTo>
                  <a:lnTo>
                    <a:pt x="283611" y="268215"/>
                  </a:lnTo>
                  <a:lnTo>
                    <a:pt x="284201" y="270145"/>
                  </a:lnTo>
                  <a:lnTo>
                    <a:pt x="284805" y="272074"/>
                  </a:lnTo>
                  <a:lnTo>
                    <a:pt x="285412" y="274004"/>
                  </a:lnTo>
                  <a:lnTo>
                    <a:pt x="286034" y="275933"/>
                  </a:lnTo>
                  <a:lnTo>
                    <a:pt x="286662" y="277863"/>
                  </a:lnTo>
                  <a:lnTo>
                    <a:pt x="287302" y="279793"/>
                  </a:lnTo>
                  <a:lnTo>
                    <a:pt x="287952" y="281722"/>
                  </a:lnTo>
                  <a:lnTo>
                    <a:pt x="288611" y="283652"/>
                  </a:lnTo>
                  <a:lnTo>
                    <a:pt x="289284" y="285581"/>
                  </a:lnTo>
                  <a:lnTo>
                    <a:pt x="289962" y="287511"/>
                  </a:lnTo>
                  <a:lnTo>
                    <a:pt x="290659" y="289441"/>
                  </a:lnTo>
                  <a:lnTo>
                    <a:pt x="291360" y="291370"/>
                  </a:lnTo>
                  <a:lnTo>
                    <a:pt x="292080" y="293300"/>
                  </a:lnTo>
                  <a:lnTo>
                    <a:pt x="292807" y="295229"/>
                  </a:lnTo>
                  <a:lnTo>
                    <a:pt x="293548" y="297159"/>
                  </a:lnTo>
                  <a:lnTo>
                    <a:pt x="294301" y="299089"/>
                  </a:lnTo>
                  <a:lnTo>
                    <a:pt x="295064" y="301018"/>
                  </a:lnTo>
                  <a:lnTo>
                    <a:pt x="295844" y="302948"/>
                  </a:lnTo>
                  <a:lnTo>
                    <a:pt x="296629" y="304877"/>
                  </a:lnTo>
                  <a:lnTo>
                    <a:pt x="297436" y="306807"/>
                  </a:lnTo>
                  <a:lnTo>
                    <a:pt x="298247" y="308737"/>
                  </a:lnTo>
                  <a:lnTo>
                    <a:pt x="299078" y="310666"/>
                  </a:lnTo>
                  <a:lnTo>
                    <a:pt x="299917" y="312596"/>
                  </a:lnTo>
                  <a:lnTo>
                    <a:pt x="300770" y="314525"/>
                  </a:lnTo>
                  <a:lnTo>
                    <a:pt x="301636" y="316455"/>
                  </a:lnTo>
                  <a:lnTo>
                    <a:pt x="302512" y="318385"/>
                  </a:lnTo>
                  <a:lnTo>
                    <a:pt x="303406" y="320314"/>
                  </a:lnTo>
                  <a:lnTo>
                    <a:pt x="304304" y="322244"/>
                  </a:lnTo>
                  <a:lnTo>
                    <a:pt x="305224" y="324174"/>
                  </a:lnTo>
                  <a:lnTo>
                    <a:pt x="306149" y="326103"/>
                  </a:lnTo>
                  <a:lnTo>
                    <a:pt x="307090" y="328033"/>
                  </a:lnTo>
                  <a:lnTo>
                    <a:pt x="308041" y="329962"/>
                  </a:lnTo>
                  <a:lnTo>
                    <a:pt x="309003" y="331892"/>
                  </a:lnTo>
                  <a:lnTo>
                    <a:pt x="309979" y="333822"/>
                  </a:lnTo>
                  <a:lnTo>
                    <a:pt x="310962" y="335751"/>
                  </a:lnTo>
                  <a:lnTo>
                    <a:pt x="311961" y="337681"/>
                  </a:lnTo>
                  <a:lnTo>
                    <a:pt x="312965" y="339610"/>
                  </a:lnTo>
                  <a:lnTo>
                    <a:pt x="313986" y="341540"/>
                  </a:lnTo>
                  <a:lnTo>
                    <a:pt x="315012" y="343470"/>
                  </a:lnTo>
                  <a:lnTo>
                    <a:pt x="316050" y="345399"/>
                  </a:lnTo>
                  <a:lnTo>
                    <a:pt x="317097" y="347329"/>
                  </a:lnTo>
                  <a:lnTo>
                    <a:pt x="318151" y="349258"/>
                  </a:lnTo>
                  <a:lnTo>
                    <a:pt x="319217" y="351188"/>
                  </a:lnTo>
                  <a:lnTo>
                    <a:pt x="320287" y="353118"/>
                  </a:lnTo>
                  <a:lnTo>
                    <a:pt x="321369" y="355047"/>
                  </a:lnTo>
                  <a:lnTo>
                    <a:pt x="322455" y="356977"/>
                  </a:lnTo>
                  <a:lnTo>
                    <a:pt x="323551" y="358906"/>
                  </a:lnTo>
                  <a:lnTo>
                    <a:pt x="324650" y="360836"/>
                  </a:lnTo>
                  <a:lnTo>
                    <a:pt x="325757" y="362766"/>
                  </a:lnTo>
                  <a:lnTo>
                    <a:pt x="326869" y="364695"/>
                  </a:lnTo>
                  <a:lnTo>
                    <a:pt x="327986" y="366625"/>
                  </a:lnTo>
                  <a:lnTo>
                    <a:pt x="329108" y="368554"/>
                  </a:lnTo>
                  <a:lnTo>
                    <a:pt x="330231" y="370484"/>
                  </a:lnTo>
                  <a:lnTo>
                    <a:pt x="331361" y="372414"/>
                  </a:lnTo>
                  <a:lnTo>
                    <a:pt x="332491" y="374343"/>
                  </a:lnTo>
                  <a:lnTo>
                    <a:pt x="333624" y="376273"/>
                  </a:lnTo>
                  <a:lnTo>
                    <a:pt x="334759" y="378203"/>
                  </a:lnTo>
                  <a:lnTo>
                    <a:pt x="335894" y="380132"/>
                  </a:lnTo>
                  <a:lnTo>
                    <a:pt x="337030" y="382062"/>
                  </a:lnTo>
                  <a:lnTo>
                    <a:pt x="338166" y="383991"/>
                  </a:lnTo>
                  <a:lnTo>
                    <a:pt x="339300" y="385921"/>
                  </a:lnTo>
                  <a:lnTo>
                    <a:pt x="340434" y="387851"/>
                  </a:lnTo>
                  <a:lnTo>
                    <a:pt x="341564" y="389780"/>
                  </a:lnTo>
                  <a:lnTo>
                    <a:pt x="342692" y="391710"/>
                  </a:lnTo>
                  <a:lnTo>
                    <a:pt x="343816" y="393639"/>
                  </a:lnTo>
                  <a:lnTo>
                    <a:pt x="344936" y="395569"/>
                  </a:lnTo>
                  <a:lnTo>
                    <a:pt x="346052" y="397499"/>
                  </a:lnTo>
                  <a:lnTo>
                    <a:pt x="347161" y="399428"/>
                  </a:lnTo>
                  <a:lnTo>
                    <a:pt x="348267" y="401358"/>
                  </a:lnTo>
                  <a:lnTo>
                    <a:pt x="349362" y="403287"/>
                  </a:lnTo>
                  <a:lnTo>
                    <a:pt x="350454" y="405217"/>
                  </a:lnTo>
                  <a:lnTo>
                    <a:pt x="351533" y="407147"/>
                  </a:lnTo>
                  <a:lnTo>
                    <a:pt x="352607" y="409076"/>
                  </a:lnTo>
                  <a:lnTo>
                    <a:pt x="353670" y="411006"/>
                  </a:lnTo>
                  <a:lnTo>
                    <a:pt x="354722" y="412935"/>
                  </a:lnTo>
                  <a:lnTo>
                    <a:pt x="355766" y="414865"/>
                  </a:lnTo>
                  <a:lnTo>
                    <a:pt x="356794" y="416795"/>
                  </a:lnTo>
                  <a:lnTo>
                    <a:pt x="357817" y="418724"/>
                  </a:lnTo>
                  <a:lnTo>
                    <a:pt x="358818" y="420654"/>
                  </a:lnTo>
                  <a:lnTo>
                    <a:pt x="359814" y="422583"/>
                  </a:lnTo>
                  <a:lnTo>
                    <a:pt x="360789" y="424513"/>
                  </a:lnTo>
                  <a:lnTo>
                    <a:pt x="361753" y="426443"/>
                  </a:lnTo>
                  <a:lnTo>
                    <a:pt x="362701" y="428372"/>
                  </a:lnTo>
                  <a:lnTo>
                    <a:pt x="363632" y="430302"/>
                  </a:lnTo>
                  <a:lnTo>
                    <a:pt x="364550" y="432232"/>
                  </a:lnTo>
                  <a:lnTo>
                    <a:pt x="365443" y="434161"/>
                  </a:lnTo>
                  <a:lnTo>
                    <a:pt x="366330" y="436091"/>
                  </a:lnTo>
                  <a:lnTo>
                    <a:pt x="367184" y="438020"/>
                  </a:lnTo>
                  <a:lnTo>
                    <a:pt x="368031" y="439950"/>
                  </a:lnTo>
                  <a:lnTo>
                    <a:pt x="368850" y="441880"/>
                  </a:lnTo>
                  <a:lnTo>
                    <a:pt x="369653" y="443809"/>
                  </a:lnTo>
                  <a:lnTo>
                    <a:pt x="370435" y="445739"/>
                  </a:lnTo>
                  <a:lnTo>
                    <a:pt x="371192" y="447668"/>
                  </a:lnTo>
                  <a:lnTo>
                    <a:pt x="371935" y="449598"/>
                  </a:lnTo>
                  <a:lnTo>
                    <a:pt x="372644" y="451528"/>
                  </a:lnTo>
                  <a:lnTo>
                    <a:pt x="373344" y="453457"/>
                  </a:lnTo>
                  <a:lnTo>
                    <a:pt x="374005" y="455387"/>
                  </a:lnTo>
                  <a:lnTo>
                    <a:pt x="374654" y="457316"/>
                  </a:lnTo>
                  <a:lnTo>
                    <a:pt x="375271" y="459246"/>
                  </a:lnTo>
                  <a:lnTo>
                    <a:pt x="375866" y="461176"/>
                  </a:lnTo>
                  <a:lnTo>
                    <a:pt x="376438" y="463105"/>
                  </a:lnTo>
                  <a:lnTo>
                    <a:pt x="376978" y="465035"/>
                  </a:lnTo>
                  <a:lnTo>
                    <a:pt x="377503" y="466964"/>
                  </a:lnTo>
                  <a:lnTo>
                    <a:pt x="377985" y="468894"/>
                  </a:lnTo>
                  <a:lnTo>
                    <a:pt x="378457" y="470824"/>
                  </a:lnTo>
                  <a:lnTo>
                    <a:pt x="378886" y="472753"/>
                  </a:lnTo>
                  <a:lnTo>
                    <a:pt x="379298" y="474683"/>
                  </a:lnTo>
                  <a:lnTo>
                    <a:pt x="379677" y="476612"/>
                  </a:lnTo>
                  <a:lnTo>
                    <a:pt x="380028" y="478542"/>
                  </a:lnTo>
                  <a:lnTo>
                    <a:pt x="380356" y="480472"/>
                  </a:lnTo>
                  <a:lnTo>
                    <a:pt x="380644" y="482401"/>
                  </a:lnTo>
                  <a:lnTo>
                    <a:pt x="380920" y="484331"/>
                  </a:lnTo>
                  <a:lnTo>
                    <a:pt x="381145" y="486261"/>
                  </a:lnTo>
                  <a:lnTo>
                    <a:pt x="381358" y="488190"/>
                  </a:lnTo>
                  <a:lnTo>
                    <a:pt x="381528" y="490120"/>
                  </a:lnTo>
                  <a:lnTo>
                    <a:pt x="381677" y="492049"/>
                  </a:lnTo>
                  <a:lnTo>
                    <a:pt x="381793" y="493979"/>
                  </a:lnTo>
                  <a:lnTo>
                    <a:pt x="381877" y="495909"/>
                  </a:lnTo>
                  <a:lnTo>
                    <a:pt x="381939" y="497838"/>
                  </a:lnTo>
                  <a:lnTo>
                    <a:pt x="381956" y="499768"/>
                  </a:lnTo>
                  <a:lnTo>
                    <a:pt x="381962" y="501697"/>
                  </a:lnTo>
                  <a:lnTo>
                    <a:pt x="381915" y="503627"/>
                  </a:lnTo>
                  <a:lnTo>
                    <a:pt x="381855" y="505557"/>
                  </a:lnTo>
                  <a:lnTo>
                    <a:pt x="381754" y="507486"/>
                  </a:lnTo>
                  <a:lnTo>
                    <a:pt x="381628" y="509416"/>
                  </a:lnTo>
                  <a:lnTo>
                    <a:pt x="381472" y="511345"/>
                  </a:lnTo>
                  <a:lnTo>
                    <a:pt x="381280" y="513275"/>
                  </a:lnTo>
                  <a:lnTo>
                    <a:pt x="381070" y="515205"/>
                  </a:lnTo>
                  <a:lnTo>
                    <a:pt x="380814" y="517134"/>
                  </a:lnTo>
                  <a:lnTo>
                    <a:pt x="380546" y="519064"/>
                  </a:lnTo>
                  <a:lnTo>
                    <a:pt x="380230" y="520993"/>
                  </a:lnTo>
                  <a:lnTo>
                    <a:pt x="379898" y="522923"/>
                  </a:lnTo>
                  <a:lnTo>
                    <a:pt x="379529" y="524853"/>
                  </a:lnTo>
                  <a:lnTo>
                    <a:pt x="379134" y="526782"/>
                  </a:lnTo>
                  <a:lnTo>
                    <a:pt x="378714" y="528712"/>
                  </a:lnTo>
                  <a:lnTo>
                    <a:pt x="378258" y="530641"/>
                  </a:lnTo>
                  <a:lnTo>
                    <a:pt x="377788" y="532571"/>
                  </a:lnTo>
                  <a:lnTo>
                    <a:pt x="377272" y="534501"/>
                  </a:lnTo>
                  <a:lnTo>
                    <a:pt x="376745" y="536430"/>
                  </a:lnTo>
                  <a:lnTo>
                    <a:pt x="376178" y="538360"/>
                  </a:lnTo>
                  <a:lnTo>
                    <a:pt x="375594" y="540290"/>
                  </a:lnTo>
                  <a:lnTo>
                    <a:pt x="374980" y="542219"/>
                  </a:lnTo>
                  <a:lnTo>
                    <a:pt x="374340" y="544149"/>
                  </a:lnTo>
                  <a:lnTo>
                    <a:pt x="373681" y="546078"/>
                  </a:lnTo>
                  <a:lnTo>
                    <a:pt x="372988" y="548008"/>
                  </a:lnTo>
                  <a:lnTo>
                    <a:pt x="372286" y="549938"/>
                  </a:lnTo>
                  <a:lnTo>
                    <a:pt x="371543" y="551867"/>
                  </a:lnTo>
                  <a:lnTo>
                    <a:pt x="370791" y="553797"/>
                  </a:lnTo>
                  <a:lnTo>
                    <a:pt x="370007" y="555726"/>
                  </a:lnTo>
                  <a:lnTo>
                    <a:pt x="369208" y="557656"/>
                  </a:lnTo>
                  <a:lnTo>
                    <a:pt x="368387" y="559586"/>
                  </a:lnTo>
                  <a:lnTo>
                    <a:pt x="367544" y="561515"/>
                  </a:lnTo>
                  <a:lnTo>
                    <a:pt x="366687" y="563445"/>
                  </a:lnTo>
                  <a:lnTo>
                    <a:pt x="365803" y="565374"/>
                  </a:lnTo>
                  <a:lnTo>
                    <a:pt x="364911" y="567304"/>
                  </a:lnTo>
                  <a:lnTo>
                    <a:pt x="363990" y="569234"/>
                  </a:lnTo>
                  <a:lnTo>
                    <a:pt x="363061" y="571163"/>
                  </a:lnTo>
                  <a:lnTo>
                    <a:pt x="362111" y="573093"/>
                  </a:lnTo>
                  <a:lnTo>
                    <a:pt x="361148" y="575022"/>
                  </a:lnTo>
                  <a:lnTo>
                    <a:pt x="360172" y="576952"/>
                  </a:lnTo>
                  <a:lnTo>
                    <a:pt x="359179" y="578882"/>
                  </a:lnTo>
                  <a:lnTo>
                    <a:pt x="358179" y="580811"/>
                  </a:lnTo>
                  <a:lnTo>
                    <a:pt x="357159" y="582741"/>
                  </a:lnTo>
                  <a:lnTo>
                    <a:pt x="356135" y="584670"/>
                  </a:lnTo>
                  <a:lnTo>
                    <a:pt x="355095" y="586600"/>
                  </a:lnTo>
                  <a:lnTo>
                    <a:pt x="354049" y="588530"/>
                  </a:lnTo>
                  <a:lnTo>
                    <a:pt x="352992" y="590459"/>
                  </a:lnTo>
                  <a:lnTo>
                    <a:pt x="351927" y="592389"/>
                  </a:lnTo>
                  <a:lnTo>
                    <a:pt x="350856" y="594319"/>
                  </a:lnTo>
                  <a:lnTo>
                    <a:pt x="349777" y="596248"/>
                  </a:lnTo>
                  <a:lnTo>
                    <a:pt x="348695" y="598178"/>
                  </a:lnTo>
                  <a:lnTo>
                    <a:pt x="347604" y="600107"/>
                  </a:lnTo>
                  <a:lnTo>
                    <a:pt x="346512" y="602037"/>
                  </a:lnTo>
                  <a:lnTo>
                    <a:pt x="345415" y="603967"/>
                  </a:lnTo>
                  <a:lnTo>
                    <a:pt x="344317" y="605896"/>
                  </a:lnTo>
                  <a:lnTo>
                    <a:pt x="343216" y="607826"/>
                  </a:lnTo>
                  <a:lnTo>
                    <a:pt x="342115" y="609755"/>
                  </a:lnTo>
                  <a:lnTo>
                    <a:pt x="341013" y="611685"/>
                  </a:lnTo>
                  <a:lnTo>
                    <a:pt x="339912" y="613615"/>
                  </a:lnTo>
                  <a:lnTo>
                    <a:pt x="338811" y="615544"/>
                  </a:lnTo>
                  <a:lnTo>
                    <a:pt x="337714" y="617474"/>
                  </a:lnTo>
                  <a:lnTo>
                    <a:pt x="336618" y="619403"/>
                  </a:lnTo>
                  <a:lnTo>
                    <a:pt x="335527" y="621333"/>
                  </a:lnTo>
                  <a:lnTo>
                    <a:pt x="334439" y="623263"/>
                  </a:lnTo>
                  <a:lnTo>
                    <a:pt x="333355" y="625192"/>
                  </a:lnTo>
                  <a:lnTo>
                    <a:pt x="332279" y="627122"/>
                  </a:lnTo>
                  <a:lnTo>
                    <a:pt x="331205" y="629051"/>
                  </a:lnTo>
                  <a:lnTo>
                    <a:pt x="330143" y="630981"/>
                  </a:lnTo>
                  <a:lnTo>
                    <a:pt x="329083" y="632911"/>
                  </a:lnTo>
                  <a:lnTo>
                    <a:pt x="328035" y="634840"/>
                  </a:lnTo>
                  <a:lnTo>
                    <a:pt x="326993" y="636770"/>
                  </a:lnTo>
                  <a:lnTo>
                    <a:pt x="325962" y="638699"/>
                  </a:lnTo>
                  <a:lnTo>
                    <a:pt x="324939" y="640629"/>
                  </a:lnTo>
                  <a:lnTo>
                    <a:pt x="323925" y="642559"/>
                  </a:lnTo>
                  <a:lnTo>
                    <a:pt x="322925" y="644488"/>
                  </a:lnTo>
                  <a:lnTo>
                    <a:pt x="321930" y="646418"/>
                  </a:lnTo>
                  <a:lnTo>
                    <a:pt x="320954" y="648348"/>
                  </a:lnTo>
                  <a:lnTo>
                    <a:pt x="319983" y="650277"/>
                  </a:lnTo>
                  <a:lnTo>
                    <a:pt x="319030" y="652207"/>
                  </a:lnTo>
                  <a:lnTo>
                    <a:pt x="318086" y="654136"/>
                  </a:lnTo>
                  <a:lnTo>
                    <a:pt x="317156" y="656066"/>
                  </a:lnTo>
                  <a:lnTo>
                    <a:pt x="316239" y="657996"/>
                  </a:lnTo>
                  <a:lnTo>
                    <a:pt x="315333" y="659925"/>
                  </a:lnTo>
                  <a:lnTo>
                    <a:pt x="314446" y="661855"/>
                  </a:lnTo>
                  <a:lnTo>
                    <a:pt x="313565" y="663784"/>
                  </a:lnTo>
                  <a:lnTo>
                    <a:pt x="312709" y="665714"/>
                  </a:lnTo>
                  <a:lnTo>
                    <a:pt x="311858" y="667644"/>
                  </a:lnTo>
                  <a:lnTo>
                    <a:pt x="311029" y="669573"/>
                  </a:lnTo>
                  <a:lnTo>
                    <a:pt x="310210" y="671503"/>
                  </a:lnTo>
                  <a:lnTo>
                    <a:pt x="309406" y="673432"/>
                  </a:lnTo>
                  <a:lnTo>
                    <a:pt x="308620" y="675362"/>
                  </a:lnTo>
                  <a:lnTo>
                    <a:pt x="307843" y="677292"/>
                  </a:lnTo>
                  <a:lnTo>
                    <a:pt x="307089" y="679221"/>
                  </a:lnTo>
                  <a:lnTo>
                    <a:pt x="306340" y="681151"/>
                  </a:lnTo>
                  <a:lnTo>
                    <a:pt x="305617" y="683080"/>
                  </a:lnTo>
                  <a:lnTo>
                    <a:pt x="304901" y="685010"/>
                  </a:lnTo>
                  <a:lnTo>
                    <a:pt x="304206" y="686940"/>
                  </a:lnTo>
                  <a:lnTo>
                    <a:pt x="303522" y="688869"/>
                  </a:lnTo>
                  <a:lnTo>
                    <a:pt x="302853" y="690799"/>
                  </a:lnTo>
                  <a:lnTo>
                    <a:pt x="302201" y="692728"/>
                  </a:lnTo>
                  <a:lnTo>
                    <a:pt x="301558" y="694658"/>
                  </a:lnTo>
                  <a:lnTo>
                    <a:pt x="300937" y="696588"/>
                  </a:lnTo>
                  <a:lnTo>
                    <a:pt x="300322" y="698517"/>
                  </a:lnTo>
                  <a:lnTo>
                    <a:pt x="299730" y="700447"/>
                  </a:lnTo>
                  <a:lnTo>
                    <a:pt x="299145" y="702377"/>
                  </a:lnTo>
                  <a:lnTo>
                    <a:pt x="298577" y="704306"/>
                  </a:lnTo>
                  <a:lnTo>
                    <a:pt x="298021" y="706236"/>
                  </a:lnTo>
                  <a:lnTo>
                    <a:pt x="297477" y="708165"/>
                  </a:lnTo>
                  <a:lnTo>
                    <a:pt x="296949" y="710095"/>
                  </a:lnTo>
                  <a:lnTo>
                    <a:pt x="296427" y="712025"/>
                  </a:lnTo>
                  <a:lnTo>
                    <a:pt x="295926" y="713954"/>
                  </a:lnTo>
                  <a:lnTo>
                    <a:pt x="295430" y="715884"/>
                  </a:lnTo>
                  <a:lnTo>
                    <a:pt x="294950" y="717813"/>
                  </a:lnTo>
                  <a:lnTo>
                    <a:pt x="294478" y="719743"/>
                  </a:lnTo>
                  <a:lnTo>
                    <a:pt x="294019" y="721673"/>
                  </a:lnTo>
                  <a:lnTo>
                    <a:pt x="293570" y="723602"/>
                  </a:lnTo>
                  <a:lnTo>
                    <a:pt x="293128" y="725532"/>
                  </a:lnTo>
                  <a:lnTo>
                    <a:pt x="292700" y="727461"/>
                  </a:lnTo>
                  <a:lnTo>
                    <a:pt x="292276" y="729391"/>
                  </a:lnTo>
                  <a:lnTo>
                    <a:pt x="291868" y="731321"/>
                  </a:lnTo>
                  <a:lnTo>
                    <a:pt x="291463" y="733250"/>
                  </a:lnTo>
                  <a:lnTo>
                    <a:pt x="291069" y="735180"/>
                  </a:lnTo>
                  <a:lnTo>
                    <a:pt x="290681" y="737109"/>
                  </a:lnTo>
                  <a:lnTo>
                    <a:pt x="290300" y="739039"/>
                  </a:lnTo>
                  <a:lnTo>
                    <a:pt x="289928" y="740969"/>
                  </a:lnTo>
                  <a:lnTo>
                    <a:pt x="289559" y="742898"/>
                  </a:lnTo>
                  <a:lnTo>
                    <a:pt x="289199" y="744828"/>
                  </a:lnTo>
                  <a:lnTo>
                    <a:pt x="288842" y="746757"/>
                  </a:lnTo>
                  <a:lnTo>
                    <a:pt x="288493" y="748687"/>
                  </a:lnTo>
                  <a:lnTo>
                    <a:pt x="288146" y="750617"/>
                  </a:lnTo>
                  <a:lnTo>
                    <a:pt x="287805" y="752546"/>
                  </a:lnTo>
                  <a:lnTo>
                    <a:pt x="287467" y="754476"/>
                  </a:lnTo>
                  <a:lnTo>
                    <a:pt x="287132" y="756406"/>
                  </a:lnTo>
                  <a:lnTo>
                    <a:pt x="286801" y="758335"/>
                  </a:lnTo>
                  <a:lnTo>
                    <a:pt x="286471" y="760265"/>
                  </a:lnTo>
                  <a:lnTo>
                    <a:pt x="286145" y="762194"/>
                  </a:lnTo>
                  <a:lnTo>
                    <a:pt x="285820" y="764124"/>
                  </a:lnTo>
                  <a:lnTo>
                    <a:pt x="285496" y="766054"/>
                  </a:lnTo>
                  <a:lnTo>
                    <a:pt x="285174" y="767983"/>
                  </a:lnTo>
                  <a:lnTo>
                    <a:pt x="284852" y="769913"/>
                  </a:lnTo>
                  <a:lnTo>
                    <a:pt x="284530" y="771842"/>
                  </a:lnTo>
                  <a:lnTo>
                    <a:pt x="284208" y="773772"/>
                  </a:lnTo>
                  <a:lnTo>
                    <a:pt x="283886" y="775702"/>
                  </a:lnTo>
                  <a:lnTo>
                    <a:pt x="283563" y="777631"/>
                  </a:lnTo>
                  <a:lnTo>
                    <a:pt x="283238" y="779561"/>
                  </a:lnTo>
                  <a:lnTo>
                    <a:pt x="282913" y="781490"/>
                  </a:lnTo>
                  <a:lnTo>
                    <a:pt x="282585" y="783420"/>
                  </a:lnTo>
                  <a:lnTo>
                    <a:pt x="282256" y="785350"/>
                  </a:lnTo>
                  <a:lnTo>
                    <a:pt x="281924" y="787279"/>
                  </a:lnTo>
                  <a:lnTo>
                    <a:pt x="281590" y="789209"/>
                  </a:lnTo>
                  <a:lnTo>
                    <a:pt x="281253" y="791138"/>
                  </a:lnTo>
                  <a:lnTo>
                    <a:pt x="280912" y="793068"/>
                  </a:lnTo>
                  <a:lnTo>
                    <a:pt x="280569" y="794998"/>
                  </a:lnTo>
                  <a:lnTo>
                    <a:pt x="280220" y="796927"/>
                  </a:lnTo>
                  <a:lnTo>
                    <a:pt x="279870" y="798857"/>
                  </a:lnTo>
                  <a:lnTo>
                    <a:pt x="279514" y="800786"/>
                  </a:lnTo>
                  <a:lnTo>
                    <a:pt x="279155" y="802716"/>
                  </a:lnTo>
                  <a:lnTo>
                    <a:pt x="278791" y="804646"/>
                  </a:lnTo>
                  <a:lnTo>
                    <a:pt x="278422" y="806575"/>
                  </a:lnTo>
                  <a:lnTo>
                    <a:pt x="278050" y="808505"/>
                  </a:lnTo>
                  <a:lnTo>
                    <a:pt x="277671" y="810435"/>
                  </a:lnTo>
                  <a:lnTo>
                    <a:pt x="277289" y="812364"/>
                  </a:lnTo>
                  <a:lnTo>
                    <a:pt x="276900" y="814294"/>
                  </a:lnTo>
                  <a:lnTo>
                    <a:pt x="276508" y="816223"/>
                  </a:lnTo>
                  <a:lnTo>
                    <a:pt x="276109" y="818153"/>
                  </a:lnTo>
                  <a:lnTo>
                    <a:pt x="275705" y="820083"/>
                  </a:lnTo>
                  <a:lnTo>
                    <a:pt x="275296" y="822012"/>
                  </a:lnTo>
                  <a:lnTo>
                    <a:pt x="274881" y="823942"/>
                  </a:lnTo>
                  <a:lnTo>
                    <a:pt x="274463" y="825871"/>
                  </a:lnTo>
                  <a:lnTo>
                    <a:pt x="274035" y="827801"/>
                  </a:lnTo>
                  <a:lnTo>
                    <a:pt x="273606" y="829731"/>
                  </a:lnTo>
                  <a:lnTo>
                    <a:pt x="273168" y="831660"/>
                  </a:lnTo>
                  <a:lnTo>
                    <a:pt x="272727" y="833590"/>
                  </a:lnTo>
                  <a:lnTo>
                    <a:pt x="272279" y="835519"/>
                  </a:lnTo>
                  <a:lnTo>
                    <a:pt x="271826" y="837449"/>
                  </a:lnTo>
                  <a:lnTo>
                    <a:pt x="271369" y="839379"/>
                  </a:lnTo>
                  <a:lnTo>
                    <a:pt x="270904" y="841308"/>
                  </a:lnTo>
                  <a:lnTo>
                    <a:pt x="270437" y="843238"/>
                  </a:lnTo>
                  <a:lnTo>
                    <a:pt x="269961" y="845167"/>
                  </a:lnTo>
                  <a:lnTo>
                    <a:pt x="269483" y="847097"/>
                  </a:lnTo>
                  <a:lnTo>
                    <a:pt x="268998" y="849027"/>
                  </a:lnTo>
                  <a:lnTo>
                    <a:pt x="268510" y="850956"/>
                  </a:lnTo>
                  <a:lnTo>
                    <a:pt x="268016" y="852886"/>
                  </a:lnTo>
                  <a:lnTo>
                    <a:pt x="267517" y="854816"/>
                  </a:lnTo>
                  <a:lnTo>
                    <a:pt x="267015" y="856745"/>
                  </a:lnTo>
                  <a:lnTo>
                    <a:pt x="266506" y="858675"/>
                  </a:lnTo>
                  <a:lnTo>
                    <a:pt x="265995" y="860604"/>
                  </a:lnTo>
                  <a:lnTo>
                    <a:pt x="265477" y="862534"/>
                  </a:lnTo>
                  <a:lnTo>
                    <a:pt x="264958" y="864464"/>
                  </a:lnTo>
                  <a:lnTo>
                    <a:pt x="264433" y="866393"/>
                  </a:lnTo>
                  <a:lnTo>
                    <a:pt x="263905" y="868323"/>
                  </a:lnTo>
                  <a:lnTo>
                    <a:pt x="263374" y="870252"/>
                  </a:lnTo>
                  <a:lnTo>
                    <a:pt x="262838" y="872182"/>
                  </a:lnTo>
                  <a:lnTo>
                    <a:pt x="262301" y="874112"/>
                  </a:lnTo>
                  <a:lnTo>
                    <a:pt x="261758" y="876041"/>
                  </a:lnTo>
                  <a:lnTo>
                    <a:pt x="261215" y="877971"/>
                  </a:lnTo>
                  <a:lnTo>
                    <a:pt x="260666" y="879900"/>
                  </a:lnTo>
                  <a:lnTo>
                    <a:pt x="260117" y="881830"/>
                  </a:lnTo>
                  <a:lnTo>
                    <a:pt x="259564" y="883760"/>
                  </a:lnTo>
                  <a:lnTo>
                    <a:pt x="259009" y="885689"/>
                  </a:lnTo>
                  <a:lnTo>
                    <a:pt x="258452" y="887619"/>
                  </a:lnTo>
                  <a:lnTo>
                    <a:pt x="257893" y="889548"/>
                  </a:lnTo>
                  <a:lnTo>
                    <a:pt x="257332" y="891478"/>
                  </a:lnTo>
                  <a:lnTo>
                    <a:pt x="256769" y="893408"/>
                  </a:lnTo>
                  <a:lnTo>
                    <a:pt x="256205" y="895337"/>
                  </a:lnTo>
                  <a:lnTo>
                    <a:pt x="255639" y="897267"/>
                  </a:lnTo>
                  <a:lnTo>
                    <a:pt x="255072" y="899196"/>
                  </a:lnTo>
                  <a:lnTo>
                    <a:pt x="254505" y="901126"/>
                  </a:lnTo>
                  <a:lnTo>
                    <a:pt x="253936" y="903056"/>
                  </a:lnTo>
                  <a:lnTo>
                    <a:pt x="253366" y="904985"/>
                  </a:lnTo>
                  <a:lnTo>
                    <a:pt x="252796" y="906915"/>
                  </a:lnTo>
                  <a:lnTo>
                    <a:pt x="252225" y="908845"/>
                  </a:lnTo>
                  <a:lnTo>
                    <a:pt x="251654" y="910774"/>
                  </a:lnTo>
                  <a:lnTo>
                    <a:pt x="251083" y="912704"/>
                  </a:lnTo>
                  <a:lnTo>
                    <a:pt x="250511" y="914633"/>
                  </a:lnTo>
                  <a:lnTo>
                    <a:pt x="249940" y="916563"/>
                  </a:lnTo>
                  <a:lnTo>
                    <a:pt x="249368" y="918493"/>
                  </a:lnTo>
                  <a:lnTo>
                    <a:pt x="248797" y="920422"/>
                  </a:lnTo>
                  <a:lnTo>
                    <a:pt x="248226" y="922352"/>
                  </a:lnTo>
                  <a:lnTo>
                    <a:pt x="247656" y="924281"/>
                  </a:lnTo>
                  <a:lnTo>
                    <a:pt x="247086" y="926211"/>
                  </a:lnTo>
                  <a:lnTo>
                    <a:pt x="246518" y="928141"/>
                  </a:lnTo>
                  <a:lnTo>
                    <a:pt x="245949" y="930070"/>
                  </a:lnTo>
                  <a:lnTo>
                    <a:pt x="245382" y="932000"/>
                  </a:lnTo>
                  <a:lnTo>
                    <a:pt x="244815" y="933929"/>
                  </a:lnTo>
                  <a:lnTo>
                    <a:pt x="244250" y="935859"/>
                  </a:lnTo>
                  <a:lnTo>
                    <a:pt x="243685" y="937789"/>
                  </a:lnTo>
                  <a:lnTo>
                    <a:pt x="243122" y="939718"/>
                  </a:lnTo>
                  <a:lnTo>
                    <a:pt x="242560" y="941648"/>
                  </a:lnTo>
                  <a:lnTo>
                    <a:pt x="241998" y="943577"/>
                  </a:lnTo>
                  <a:lnTo>
                    <a:pt x="241439" y="945507"/>
                  </a:lnTo>
                  <a:lnTo>
                    <a:pt x="240881" y="947437"/>
                  </a:lnTo>
                  <a:lnTo>
                    <a:pt x="240324" y="949366"/>
                  </a:lnTo>
                  <a:lnTo>
                    <a:pt x="239769" y="951296"/>
                  </a:lnTo>
                  <a:lnTo>
                    <a:pt x="239214" y="953225"/>
                  </a:lnTo>
                  <a:lnTo>
                    <a:pt x="238662" y="955155"/>
                  </a:lnTo>
                  <a:lnTo>
                    <a:pt x="238111" y="957085"/>
                  </a:lnTo>
                  <a:lnTo>
                    <a:pt x="237562" y="959014"/>
                  </a:lnTo>
                  <a:lnTo>
                    <a:pt x="237014" y="960944"/>
                  </a:lnTo>
                  <a:lnTo>
                    <a:pt x="236468" y="962874"/>
                  </a:lnTo>
                  <a:lnTo>
                    <a:pt x="235924" y="964803"/>
                  </a:lnTo>
                  <a:lnTo>
                    <a:pt x="235381" y="966733"/>
                  </a:lnTo>
                  <a:lnTo>
                    <a:pt x="234840" y="968662"/>
                  </a:lnTo>
                  <a:lnTo>
                    <a:pt x="234301" y="970592"/>
                  </a:lnTo>
                  <a:lnTo>
                    <a:pt x="233764" y="972522"/>
                  </a:lnTo>
                  <a:lnTo>
                    <a:pt x="233227" y="974451"/>
                  </a:lnTo>
                  <a:lnTo>
                    <a:pt x="232694" y="976381"/>
                  </a:lnTo>
                  <a:lnTo>
                    <a:pt x="232161" y="978310"/>
                  </a:lnTo>
                  <a:lnTo>
                    <a:pt x="231631" y="980240"/>
                  </a:lnTo>
                  <a:lnTo>
                    <a:pt x="231103" y="982170"/>
                  </a:lnTo>
                  <a:lnTo>
                    <a:pt x="230576" y="984099"/>
                  </a:lnTo>
                  <a:lnTo>
                    <a:pt x="230051" y="986029"/>
                  </a:lnTo>
                  <a:close/>
                </a:path>
              </a:pathLst>
            </a:custGeom>
            <a:solidFill>
              <a:srgbClr val="94D82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8831901" y="7120943"/>
              <a:ext cx="1484827" cy="235748"/>
            </a:xfrm>
            <a:custGeom>
              <a:avLst/>
              <a:pathLst>
                <a:path w="1484827" h="235748">
                  <a:moveTo>
                    <a:pt x="516092" y="235748"/>
                  </a:moveTo>
                  <a:lnTo>
                    <a:pt x="514208" y="235287"/>
                  </a:lnTo>
                  <a:lnTo>
                    <a:pt x="512388" y="234826"/>
                  </a:lnTo>
                  <a:lnTo>
                    <a:pt x="510577" y="234364"/>
                  </a:lnTo>
                  <a:lnTo>
                    <a:pt x="508824" y="233903"/>
                  </a:lnTo>
                  <a:lnTo>
                    <a:pt x="507090" y="233442"/>
                  </a:lnTo>
                  <a:lnTo>
                    <a:pt x="505406" y="232980"/>
                  </a:lnTo>
                  <a:lnTo>
                    <a:pt x="503749" y="232519"/>
                  </a:lnTo>
                  <a:lnTo>
                    <a:pt x="502136" y="232058"/>
                  </a:lnTo>
                  <a:lnTo>
                    <a:pt x="500559" y="231596"/>
                  </a:lnTo>
                  <a:lnTo>
                    <a:pt x="499016" y="231135"/>
                  </a:lnTo>
                  <a:lnTo>
                    <a:pt x="497519" y="230674"/>
                  </a:lnTo>
                  <a:lnTo>
                    <a:pt x="496049" y="230212"/>
                  </a:lnTo>
                  <a:lnTo>
                    <a:pt x="494632" y="229751"/>
                  </a:lnTo>
                  <a:lnTo>
                    <a:pt x="493234" y="229290"/>
                  </a:lnTo>
                  <a:lnTo>
                    <a:pt x="491898" y="228828"/>
                  </a:lnTo>
                  <a:lnTo>
                    <a:pt x="490571" y="228367"/>
                  </a:lnTo>
                  <a:lnTo>
                    <a:pt x="489316" y="227906"/>
                  </a:lnTo>
                  <a:lnTo>
                    <a:pt x="488068" y="227444"/>
                  </a:lnTo>
                  <a:lnTo>
                    <a:pt x="486884" y="226983"/>
                  </a:lnTo>
                  <a:lnTo>
                    <a:pt x="485715" y="226521"/>
                  </a:lnTo>
                  <a:lnTo>
                    <a:pt x="484600" y="226060"/>
                  </a:lnTo>
                  <a:lnTo>
                    <a:pt x="483508" y="225599"/>
                  </a:lnTo>
                  <a:lnTo>
                    <a:pt x="482460" y="225137"/>
                  </a:lnTo>
                  <a:lnTo>
                    <a:pt x="481444" y="224676"/>
                  </a:lnTo>
                  <a:lnTo>
                    <a:pt x="480461" y="224215"/>
                  </a:lnTo>
                  <a:lnTo>
                    <a:pt x="479517" y="223753"/>
                  </a:lnTo>
                  <a:lnTo>
                    <a:pt x="478597" y="223292"/>
                  </a:lnTo>
                  <a:lnTo>
                    <a:pt x="477722" y="222831"/>
                  </a:lnTo>
                  <a:lnTo>
                    <a:pt x="476863" y="222369"/>
                  </a:lnTo>
                  <a:lnTo>
                    <a:pt x="476052" y="221908"/>
                  </a:lnTo>
                  <a:lnTo>
                    <a:pt x="475251" y="221447"/>
                  </a:lnTo>
                  <a:lnTo>
                    <a:pt x="474501" y="220985"/>
                  </a:lnTo>
                  <a:lnTo>
                    <a:pt x="473758" y="220524"/>
                  </a:lnTo>
                  <a:lnTo>
                    <a:pt x="473060" y="220063"/>
                  </a:lnTo>
                  <a:lnTo>
                    <a:pt x="472373" y="219601"/>
                  </a:lnTo>
                  <a:lnTo>
                    <a:pt x="471721" y="219140"/>
                  </a:lnTo>
                  <a:lnTo>
                    <a:pt x="471084" y="218679"/>
                  </a:lnTo>
                  <a:lnTo>
                    <a:pt x="470474" y="218217"/>
                  </a:lnTo>
                  <a:lnTo>
                    <a:pt x="469882" y="217756"/>
                  </a:lnTo>
                  <a:lnTo>
                    <a:pt x="469310" y="217295"/>
                  </a:lnTo>
                  <a:lnTo>
                    <a:pt x="468756" y="216833"/>
                  </a:lnTo>
                  <a:lnTo>
                    <a:pt x="468216" y="216372"/>
                  </a:lnTo>
                  <a:lnTo>
                    <a:pt x="467696" y="215910"/>
                  </a:lnTo>
                  <a:lnTo>
                    <a:pt x="467183" y="215449"/>
                  </a:lnTo>
                  <a:lnTo>
                    <a:pt x="466689" y="214988"/>
                  </a:lnTo>
                  <a:lnTo>
                    <a:pt x="466199" y="214526"/>
                  </a:lnTo>
                  <a:lnTo>
                    <a:pt x="465724" y="214065"/>
                  </a:lnTo>
                  <a:lnTo>
                    <a:pt x="465252" y="213604"/>
                  </a:lnTo>
                  <a:lnTo>
                    <a:pt x="464790" y="213142"/>
                  </a:lnTo>
                  <a:lnTo>
                    <a:pt x="464329" y="212681"/>
                  </a:lnTo>
                  <a:lnTo>
                    <a:pt x="463872" y="212220"/>
                  </a:lnTo>
                  <a:lnTo>
                    <a:pt x="463416" y="211758"/>
                  </a:lnTo>
                  <a:lnTo>
                    <a:pt x="462959" y="211297"/>
                  </a:lnTo>
                  <a:lnTo>
                    <a:pt x="462500" y="210836"/>
                  </a:lnTo>
                  <a:lnTo>
                    <a:pt x="462038" y="210374"/>
                  </a:lnTo>
                  <a:lnTo>
                    <a:pt x="461569" y="209913"/>
                  </a:lnTo>
                  <a:lnTo>
                    <a:pt x="461095" y="209452"/>
                  </a:lnTo>
                  <a:lnTo>
                    <a:pt x="460610" y="208990"/>
                  </a:lnTo>
                  <a:lnTo>
                    <a:pt x="460119" y="208529"/>
                  </a:lnTo>
                  <a:lnTo>
                    <a:pt x="459609" y="208068"/>
                  </a:lnTo>
                  <a:lnTo>
                    <a:pt x="459095" y="207606"/>
                  </a:lnTo>
                  <a:lnTo>
                    <a:pt x="458555" y="207145"/>
                  </a:lnTo>
                  <a:lnTo>
                    <a:pt x="458011" y="206684"/>
                  </a:lnTo>
                  <a:lnTo>
                    <a:pt x="457433" y="206222"/>
                  </a:lnTo>
                  <a:lnTo>
                    <a:pt x="456850" y="205761"/>
                  </a:lnTo>
                  <a:lnTo>
                    <a:pt x="456233" y="205299"/>
                  </a:lnTo>
                  <a:lnTo>
                    <a:pt x="455604" y="204838"/>
                  </a:lnTo>
                  <a:lnTo>
                    <a:pt x="454943" y="204377"/>
                  </a:lnTo>
                  <a:lnTo>
                    <a:pt x="454261" y="203915"/>
                  </a:lnTo>
                  <a:lnTo>
                    <a:pt x="453550" y="203454"/>
                  </a:lnTo>
                  <a:lnTo>
                    <a:pt x="452810" y="202993"/>
                  </a:lnTo>
                  <a:lnTo>
                    <a:pt x="452044" y="202531"/>
                  </a:lnTo>
                  <a:lnTo>
                    <a:pt x="451239" y="202070"/>
                  </a:lnTo>
                  <a:lnTo>
                    <a:pt x="450414" y="201609"/>
                  </a:lnTo>
                  <a:lnTo>
                    <a:pt x="449539" y="201147"/>
                  </a:lnTo>
                  <a:lnTo>
                    <a:pt x="448650" y="200686"/>
                  </a:lnTo>
                  <a:lnTo>
                    <a:pt x="447701" y="200225"/>
                  </a:lnTo>
                  <a:lnTo>
                    <a:pt x="446743" y="199763"/>
                  </a:lnTo>
                  <a:lnTo>
                    <a:pt x="445715" y="199302"/>
                  </a:lnTo>
                  <a:lnTo>
                    <a:pt x="444677" y="198841"/>
                  </a:lnTo>
                  <a:lnTo>
                    <a:pt x="443573" y="198379"/>
                  </a:lnTo>
                  <a:lnTo>
                    <a:pt x="442450" y="197918"/>
                  </a:lnTo>
                  <a:lnTo>
                    <a:pt x="441268" y="197457"/>
                  </a:lnTo>
                  <a:lnTo>
                    <a:pt x="440057" y="196995"/>
                  </a:lnTo>
                  <a:lnTo>
                    <a:pt x="438794" y="196534"/>
                  </a:lnTo>
                  <a:lnTo>
                    <a:pt x="437490" y="196072"/>
                  </a:lnTo>
                  <a:lnTo>
                    <a:pt x="436144" y="195611"/>
                  </a:lnTo>
                  <a:lnTo>
                    <a:pt x="434746" y="195150"/>
                  </a:lnTo>
                  <a:lnTo>
                    <a:pt x="433315" y="194688"/>
                  </a:lnTo>
                  <a:lnTo>
                    <a:pt x="431819" y="194227"/>
                  </a:lnTo>
                  <a:lnTo>
                    <a:pt x="430301" y="193766"/>
                  </a:lnTo>
                  <a:lnTo>
                    <a:pt x="428706" y="193304"/>
                  </a:lnTo>
                  <a:lnTo>
                    <a:pt x="427099" y="192843"/>
                  </a:lnTo>
                  <a:lnTo>
                    <a:pt x="425405" y="192382"/>
                  </a:lnTo>
                  <a:lnTo>
                    <a:pt x="423699" y="191920"/>
                  </a:lnTo>
                  <a:lnTo>
                    <a:pt x="421913" y="191459"/>
                  </a:lnTo>
                  <a:lnTo>
                    <a:pt x="420107" y="190998"/>
                  </a:lnTo>
                  <a:lnTo>
                    <a:pt x="418230" y="190536"/>
                  </a:lnTo>
                  <a:lnTo>
                    <a:pt x="416322" y="190075"/>
                  </a:lnTo>
                  <a:lnTo>
                    <a:pt x="414355" y="189614"/>
                  </a:lnTo>
                  <a:lnTo>
                    <a:pt x="412347" y="189152"/>
                  </a:lnTo>
                  <a:lnTo>
                    <a:pt x="410290" y="188691"/>
                  </a:lnTo>
                  <a:lnTo>
                    <a:pt x="408181" y="188230"/>
                  </a:lnTo>
                  <a:lnTo>
                    <a:pt x="406036" y="187768"/>
                  </a:lnTo>
                  <a:lnTo>
                    <a:pt x="403828" y="187307"/>
                  </a:lnTo>
                  <a:lnTo>
                    <a:pt x="401594" y="186846"/>
                  </a:lnTo>
                  <a:lnTo>
                    <a:pt x="399289" y="186384"/>
                  </a:lnTo>
                  <a:lnTo>
                    <a:pt x="396969" y="185923"/>
                  </a:lnTo>
                  <a:lnTo>
                    <a:pt x="394569" y="185461"/>
                  </a:lnTo>
                  <a:lnTo>
                    <a:pt x="392158" y="185000"/>
                  </a:lnTo>
                  <a:lnTo>
                    <a:pt x="389671" y="184539"/>
                  </a:lnTo>
                  <a:lnTo>
                    <a:pt x="387168" y="184077"/>
                  </a:lnTo>
                  <a:lnTo>
                    <a:pt x="384601" y="183616"/>
                  </a:lnTo>
                  <a:lnTo>
                    <a:pt x="382008" y="183155"/>
                  </a:lnTo>
                  <a:lnTo>
                    <a:pt x="379363" y="182693"/>
                  </a:lnTo>
                  <a:lnTo>
                    <a:pt x="376684" y="182232"/>
                  </a:lnTo>
                  <a:lnTo>
                    <a:pt x="373963" y="181771"/>
                  </a:lnTo>
                  <a:lnTo>
                    <a:pt x="371202" y="181309"/>
                  </a:lnTo>
                  <a:lnTo>
                    <a:pt x="368409" y="180848"/>
                  </a:lnTo>
                  <a:lnTo>
                    <a:pt x="365568" y="180387"/>
                  </a:lnTo>
                  <a:lnTo>
                    <a:pt x="362706" y="179925"/>
                  </a:lnTo>
                  <a:lnTo>
                    <a:pt x="359790" y="179464"/>
                  </a:lnTo>
                  <a:lnTo>
                    <a:pt x="356862" y="179003"/>
                  </a:lnTo>
                  <a:lnTo>
                    <a:pt x="353876" y="178541"/>
                  </a:lnTo>
                  <a:lnTo>
                    <a:pt x="350882" y="178080"/>
                  </a:lnTo>
                  <a:lnTo>
                    <a:pt x="347831" y="177619"/>
                  </a:lnTo>
                  <a:lnTo>
                    <a:pt x="344772" y="177157"/>
                  </a:lnTo>
                  <a:lnTo>
                    <a:pt x="341666" y="176696"/>
                  </a:lnTo>
                  <a:lnTo>
                    <a:pt x="338545" y="176235"/>
                  </a:lnTo>
                  <a:lnTo>
                    <a:pt x="335387" y="175773"/>
                  </a:lnTo>
                  <a:lnTo>
                    <a:pt x="332209" y="175312"/>
                  </a:lnTo>
                  <a:lnTo>
                    <a:pt x="329003" y="174850"/>
                  </a:lnTo>
                  <a:lnTo>
                    <a:pt x="325773" y="174389"/>
                  </a:lnTo>
                  <a:lnTo>
                    <a:pt x="322522" y="173928"/>
                  </a:lnTo>
                  <a:lnTo>
                    <a:pt x="319244" y="173466"/>
                  </a:lnTo>
                  <a:lnTo>
                    <a:pt x="315952" y="173005"/>
                  </a:lnTo>
                  <a:lnTo>
                    <a:pt x="312632" y="172544"/>
                  </a:lnTo>
                  <a:lnTo>
                    <a:pt x="309302" y="172082"/>
                  </a:lnTo>
                  <a:lnTo>
                    <a:pt x="305943" y="171621"/>
                  </a:lnTo>
                  <a:lnTo>
                    <a:pt x="302580" y="171160"/>
                  </a:lnTo>
                  <a:lnTo>
                    <a:pt x="299187" y="170698"/>
                  </a:lnTo>
                  <a:lnTo>
                    <a:pt x="295791" y="170237"/>
                  </a:lnTo>
                  <a:lnTo>
                    <a:pt x="292372" y="169776"/>
                  </a:lnTo>
                  <a:lnTo>
                    <a:pt x="288947" y="169314"/>
                  </a:lnTo>
                  <a:lnTo>
                    <a:pt x="285505" y="168853"/>
                  </a:lnTo>
                  <a:lnTo>
                    <a:pt x="282055" y="168392"/>
                  </a:lnTo>
                  <a:lnTo>
                    <a:pt x="278594" y="167930"/>
                  </a:lnTo>
                  <a:lnTo>
                    <a:pt x="275124" y="167469"/>
                  </a:lnTo>
                  <a:lnTo>
                    <a:pt x="271646" y="167008"/>
                  </a:lnTo>
                  <a:lnTo>
                    <a:pt x="268160" y="166546"/>
                  </a:lnTo>
                  <a:lnTo>
                    <a:pt x="264669" y="166085"/>
                  </a:lnTo>
                  <a:lnTo>
                    <a:pt x="261171" y="165624"/>
                  </a:lnTo>
                  <a:lnTo>
                    <a:pt x="257671" y="165162"/>
                  </a:lnTo>
                  <a:lnTo>
                    <a:pt x="254164" y="164701"/>
                  </a:lnTo>
                  <a:lnTo>
                    <a:pt x="250657" y="164239"/>
                  </a:lnTo>
                  <a:lnTo>
                    <a:pt x="247145" y="163778"/>
                  </a:lnTo>
                  <a:lnTo>
                    <a:pt x="243634" y="163317"/>
                  </a:lnTo>
                  <a:lnTo>
                    <a:pt x="240121" y="162855"/>
                  </a:lnTo>
                  <a:lnTo>
                    <a:pt x="236609" y="162394"/>
                  </a:lnTo>
                  <a:lnTo>
                    <a:pt x="233098" y="161933"/>
                  </a:lnTo>
                  <a:lnTo>
                    <a:pt x="229588" y="161471"/>
                  </a:lnTo>
                  <a:lnTo>
                    <a:pt x="226081" y="161010"/>
                  </a:lnTo>
                  <a:lnTo>
                    <a:pt x="222577" y="160549"/>
                  </a:lnTo>
                  <a:lnTo>
                    <a:pt x="219076" y="160087"/>
                  </a:lnTo>
                  <a:lnTo>
                    <a:pt x="215581" y="159626"/>
                  </a:lnTo>
                  <a:lnTo>
                    <a:pt x="212090" y="159165"/>
                  </a:lnTo>
                  <a:lnTo>
                    <a:pt x="208606" y="158703"/>
                  </a:lnTo>
                  <a:lnTo>
                    <a:pt x="205126" y="158242"/>
                  </a:lnTo>
                  <a:lnTo>
                    <a:pt x="201657" y="157781"/>
                  </a:lnTo>
                  <a:lnTo>
                    <a:pt x="198190" y="157319"/>
                  </a:lnTo>
                  <a:lnTo>
                    <a:pt x="194739" y="156858"/>
                  </a:lnTo>
                  <a:lnTo>
                    <a:pt x="191289" y="156397"/>
                  </a:lnTo>
                  <a:lnTo>
                    <a:pt x="187855" y="155935"/>
                  </a:lnTo>
                  <a:lnTo>
                    <a:pt x="184426" y="155474"/>
                  </a:lnTo>
                  <a:lnTo>
                    <a:pt x="181012" y="155013"/>
                  </a:lnTo>
                  <a:lnTo>
                    <a:pt x="177605" y="154551"/>
                  </a:lnTo>
                  <a:lnTo>
                    <a:pt x="174213" y="154090"/>
                  </a:lnTo>
                  <a:lnTo>
                    <a:pt x="170831" y="153628"/>
                  </a:lnTo>
                  <a:lnTo>
                    <a:pt x="167462" y="153167"/>
                  </a:lnTo>
                  <a:lnTo>
                    <a:pt x="164108" y="152706"/>
                  </a:lnTo>
                  <a:lnTo>
                    <a:pt x="160765" y="152244"/>
                  </a:lnTo>
                  <a:lnTo>
                    <a:pt x="157441" y="151783"/>
                  </a:lnTo>
                  <a:lnTo>
                    <a:pt x="154125" y="151322"/>
                  </a:lnTo>
                  <a:lnTo>
                    <a:pt x="150833" y="150860"/>
                  </a:lnTo>
                  <a:lnTo>
                    <a:pt x="147546" y="150399"/>
                  </a:lnTo>
                  <a:lnTo>
                    <a:pt x="144289" y="149938"/>
                  </a:lnTo>
                  <a:lnTo>
                    <a:pt x="141036" y="149476"/>
                  </a:lnTo>
                  <a:lnTo>
                    <a:pt x="137814" y="149015"/>
                  </a:lnTo>
                  <a:lnTo>
                    <a:pt x="134599" y="148554"/>
                  </a:lnTo>
                  <a:lnTo>
                    <a:pt x="131412" y="148092"/>
                  </a:lnTo>
                  <a:lnTo>
                    <a:pt x="128236" y="147631"/>
                  </a:lnTo>
                  <a:lnTo>
                    <a:pt x="125087" y="147170"/>
                  </a:lnTo>
                  <a:lnTo>
                    <a:pt x="121954" y="146708"/>
                  </a:lnTo>
                  <a:lnTo>
                    <a:pt x="118844" y="146247"/>
                  </a:lnTo>
                  <a:lnTo>
                    <a:pt x="115756" y="145786"/>
                  </a:lnTo>
                  <a:lnTo>
                    <a:pt x="112688" y="145324"/>
                  </a:lnTo>
                  <a:lnTo>
                    <a:pt x="109648" y="144863"/>
                  </a:lnTo>
                  <a:lnTo>
                    <a:pt x="106623" y="144401"/>
                  </a:lnTo>
                  <a:lnTo>
                    <a:pt x="103635" y="143940"/>
                  </a:lnTo>
                  <a:lnTo>
                    <a:pt x="100656" y="143479"/>
                  </a:lnTo>
                  <a:lnTo>
                    <a:pt x="97722" y="143017"/>
                  </a:lnTo>
                  <a:lnTo>
                    <a:pt x="94793" y="142556"/>
                  </a:lnTo>
                  <a:lnTo>
                    <a:pt x="91913" y="142095"/>
                  </a:lnTo>
                  <a:lnTo>
                    <a:pt x="89042" y="141633"/>
                  </a:lnTo>
                  <a:lnTo>
                    <a:pt x="86216" y="141172"/>
                  </a:lnTo>
                  <a:lnTo>
                    <a:pt x="83406" y="140711"/>
                  </a:lnTo>
                  <a:lnTo>
                    <a:pt x="80636" y="140249"/>
                  </a:lnTo>
                  <a:lnTo>
                    <a:pt x="77890" y="139788"/>
                  </a:lnTo>
                  <a:lnTo>
                    <a:pt x="75179" y="139327"/>
                  </a:lnTo>
                  <a:lnTo>
                    <a:pt x="72500" y="138865"/>
                  </a:lnTo>
                  <a:lnTo>
                    <a:pt x="69851" y="138404"/>
                  </a:lnTo>
                  <a:lnTo>
                    <a:pt x="67244" y="137943"/>
                  </a:lnTo>
                  <a:lnTo>
                    <a:pt x="64660" y="137481"/>
                  </a:lnTo>
                  <a:lnTo>
                    <a:pt x="62127" y="137020"/>
                  </a:lnTo>
                  <a:lnTo>
                    <a:pt x="59610" y="136559"/>
                  </a:lnTo>
                  <a:lnTo>
                    <a:pt x="57157" y="136097"/>
                  </a:lnTo>
                  <a:lnTo>
                    <a:pt x="54711" y="135636"/>
                  </a:lnTo>
                  <a:lnTo>
                    <a:pt x="52340" y="135175"/>
                  </a:lnTo>
                  <a:lnTo>
                    <a:pt x="49978" y="134713"/>
                  </a:lnTo>
                  <a:lnTo>
                    <a:pt x="47684" y="134252"/>
                  </a:lnTo>
                  <a:lnTo>
                    <a:pt x="45410" y="133790"/>
                  </a:lnTo>
                  <a:lnTo>
                    <a:pt x="43196" y="133329"/>
                  </a:lnTo>
                  <a:lnTo>
                    <a:pt x="41014" y="132868"/>
                  </a:lnTo>
                  <a:lnTo>
                    <a:pt x="38884" y="132406"/>
                  </a:lnTo>
                  <a:lnTo>
                    <a:pt x="36797" y="131945"/>
                  </a:lnTo>
                  <a:lnTo>
                    <a:pt x="34755" y="131484"/>
                  </a:lnTo>
                  <a:lnTo>
                    <a:pt x="32769" y="131022"/>
                  </a:lnTo>
                  <a:lnTo>
                    <a:pt x="30818" y="130561"/>
                  </a:lnTo>
                  <a:lnTo>
                    <a:pt x="28936" y="130100"/>
                  </a:lnTo>
                  <a:lnTo>
                    <a:pt x="27079" y="129638"/>
                  </a:lnTo>
                  <a:lnTo>
                    <a:pt x="25306" y="129177"/>
                  </a:lnTo>
                  <a:lnTo>
                    <a:pt x="23546" y="128716"/>
                  </a:lnTo>
                  <a:lnTo>
                    <a:pt x="21886" y="128254"/>
                  </a:lnTo>
                  <a:lnTo>
                    <a:pt x="20239" y="127793"/>
                  </a:lnTo>
                  <a:lnTo>
                    <a:pt x="18686" y="127332"/>
                  </a:lnTo>
                  <a:lnTo>
                    <a:pt x="17157" y="126870"/>
                  </a:lnTo>
                  <a:lnTo>
                    <a:pt x="15712" y="126409"/>
                  </a:lnTo>
                  <a:lnTo>
                    <a:pt x="14305" y="125948"/>
                  </a:lnTo>
                  <a:lnTo>
                    <a:pt x="12971" y="125486"/>
                  </a:lnTo>
                  <a:lnTo>
                    <a:pt x="11691" y="125025"/>
                  </a:lnTo>
                  <a:lnTo>
                    <a:pt x="10472" y="124564"/>
                  </a:lnTo>
                  <a:lnTo>
                    <a:pt x="9323" y="124102"/>
                  </a:lnTo>
                  <a:lnTo>
                    <a:pt x="8222" y="123641"/>
                  </a:lnTo>
                  <a:lnTo>
                    <a:pt x="7207" y="123179"/>
                  </a:lnTo>
                  <a:lnTo>
                    <a:pt x="6227" y="122718"/>
                  </a:lnTo>
                  <a:lnTo>
                    <a:pt x="5350" y="122257"/>
                  </a:lnTo>
                  <a:lnTo>
                    <a:pt x="4494" y="121795"/>
                  </a:lnTo>
                  <a:lnTo>
                    <a:pt x="3759" y="121334"/>
                  </a:lnTo>
                  <a:lnTo>
                    <a:pt x="3040" y="120873"/>
                  </a:lnTo>
                  <a:lnTo>
                    <a:pt x="2440" y="120411"/>
                  </a:lnTo>
                  <a:lnTo>
                    <a:pt x="1867" y="119950"/>
                  </a:lnTo>
                  <a:lnTo>
                    <a:pt x="1400" y="119489"/>
                  </a:lnTo>
                  <a:lnTo>
                    <a:pt x="975" y="119027"/>
                  </a:lnTo>
                  <a:lnTo>
                    <a:pt x="643" y="118566"/>
                  </a:lnTo>
                  <a:lnTo>
                    <a:pt x="370" y="118105"/>
                  </a:lnTo>
                  <a:lnTo>
                    <a:pt x="174" y="117643"/>
                  </a:lnTo>
                  <a:lnTo>
                    <a:pt x="56" y="117182"/>
                  </a:lnTo>
                  <a:lnTo>
                    <a:pt x="0" y="116721"/>
                  </a:lnTo>
                  <a:lnTo>
                    <a:pt x="39" y="116259"/>
                  </a:lnTo>
                  <a:lnTo>
                    <a:pt x="122" y="115798"/>
                  </a:lnTo>
                  <a:lnTo>
                    <a:pt x="320" y="115337"/>
                  </a:lnTo>
                  <a:lnTo>
                    <a:pt x="546" y="114875"/>
                  </a:lnTo>
                  <a:lnTo>
                    <a:pt x="905" y="114414"/>
                  </a:lnTo>
                  <a:lnTo>
                    <a:pt x="1282" y="113953"/>
                  </a:lnTo>
                  <a:lnTo>
                    <a:pt x="1796" y="113491"/>
                  </a:lnTo>
                  <a:lnTo>
                    <a:pt x="2335" y="113030"/>
                  </a:lnTo>
                  <a:lnTo>
                    <a:pt x="2995" y="112568"/>
                  </a:lnTo>
                  <a:lnTo>
                    <a:pt x="3698" y="112107"/>
                  </a:lnTo>
                  <a:lnTo>
                    <a:pt x="4504" y="111646"/>
                  </a:lnTo>
                  <a:lnTo>
                    <a:pt x="5371" y="111184"/>
                  </a:lnTo>
                  <a:lnTo>
                    <a:pt x="6324" y="110723"/>
                  </a:lnTo>
                  <a:lnTo>
                    <a:pt x="7355" y="110262"/>
                  </a:lnTo>
                  <a:lnTo>
                    <a:pt x="8455" y="109800"/>
                  </a:lnTo>
                  <a:lnTo>
                    <a:pt x="9651" y="109339"/>
                  </a:lnTo>
                  <a:lnTo>
                    <a:pt x="10897" y="108878"/>
                  </a:lnTo>
                  <a:lnTo>
                    <a:pt x="12258" y="108416"/>
                  </a:lnTo>
                  <a:lnTo>
                    <a:pt x="13650" y="107955"/>
                  </a:lnTo>
                  <a:lnTo>
                    <a:pt x="15174" y="107494"/>
                  </a:lnTo>
                  <a:lnTo>
                    <a:pt x="16715" y="107032"/>
                  </a:lnTo>
                  <a:lnTo>
                    <a:pt x="18399" y="106571"/>
                  </a:lnTo>
                  <a:lnTo>
                    <a:pt x="20102" y="106110"/>
                  </a:lnTo>
                  <a:lnTo>
                    <a:pt x="21929" y="105648"/>
                  </a:lnTo>
                  <a:lnTo>
                    <a:pt x="23793" y="105187"/>
                  </a:lnTo>
                  <a:lnTo>
                    <a:pt x="25762" y="104726"/>
                  </a:lnTo>
                  <a:lnTo>
                    <a:pt x="27785" y="104264"/>
                  </a:lnTo>
                  <a:lnTo>
                    <a:pt x="29894" y="103803"/>
                  </a:lnTo>
                  <a:lnTo>
                    <a:pt x="32073" y="103342"/>
                  </a:lnTo>
                  <a:lnTo>
                    <a:pt x="34320" y="102880"/>
                  </a:lnTo>
                  <a:lnTo>
                    <a:pt x="36653" y="102419"/>
                  </a:lnTo>
                  <a:lnTo>
                    <a:pt x="39037" y="101957"/>
                  </a:lnTo>
                  <a:lnTo>
                    <a:pt x="41521" y="101496"/>
                  </a:lnTo>
                  <a:lnTo>
                    <a:pt x="44038" y="101035"/>
                  </a:lnTo>
                  <a:lnTo>
                    <a:pt x="46670" y="100573"/>
                  </a:lnTo>
                  <a:lnTo>
                    <a:pt x="49318" y="100112"/>
                  </a:lnTo>
                  <a:lnTo>
                    <a:pt x="52093" y="99651"/>
                  </a:lnTo>
                  <a:lnTo>
                    <a:pt x="54884" y="99189"/>
                  </a:lnTo>
                  <a:lnTo>
                    <a:pt x="57785" y="98728"/>
                  </a:lnTo>
                  <a:lnTo>
                    <a:pt x="60715" y="98267"/>
                  </a:lnTo>
                  <a:lnTo>
                    <a:pt x="63738" y="97805"/>
                  </a:lnTo>
                  <a:lnTo>
                    <a:pt x="66803" y="97344"/>
                  </a:lnTo>
                  <a:lnTo>
                    <a:pt x="69944" y="96883"/>
                  </a:lnTo>
                  <a:lnTo>
                    <a:pt x="73140" y="96421"/>
                  </a:lnTo>
                  <a:lnTo>
                    <a:pt x="76395" y="95960"/>
                  </a:lnTo>
                  <a:lnTo>
                    <a:pt x="79716" y="95499"/>
                  </a:lnTo>
                  <a:lnTo>
                    <a:pt x="83082" y="95037"/>
                  </a:lnTo>
                  <a:lnTo>
                    <a:pt x="86524" y="94576"/>
                  </a:lnTo>
                  <a:lnTo>
                    <a:pt x="89995" y="94115"/>
                  </a:lnTo>
                  <a:lnTo>
                    <a:pt x="93553" y="93653"/>
                  </a:lnTo>
                  <a:lnTo>
                    <a:pt x="97126" y="93192"/>
                  </a:lnTo>
                  <a:lnTo>
                    <a:pt x="100794" y="92730"/>
                  </a:lnTo>
                  <a:lnTo>
                    <a:pt x="104473" y="92269"/>
                  </a:lnTo>
                  <a:lnTo>
                    <a:pt x="108237" y="91808"/>
                  </a:lnTo>
                  <a:lnTo>
                    <a:pt x="112020" y="91346"/>
                  </a:lnTo>
                  <a:lnTo>
                    <a:pt x="115872" y="90885"/>
                  </a:lnTo>
                  <a:lnTo>
                    <a:pt x="119752" y="90424"/>
                  </a:lnTo>
                  <a:lnTo>
                    <a:pt x="123688" y="89962"/>
                  </a:lnTo>
                  <a:lnTo>
                    <a:pt x="127659" y="89501"/>
                  </a:lnTo>
                  <a:lnTo>
                    <a:pt x="131673" y="89040"/>
                  </a:lnTo>
                  <a:lnTo>
                    <a:pt x="135730" y="88578"/>
                  </a:lnTo>
                  <a:lnTo>
                    <a:pt x="139818" y="88117"/>
                  </a:lnTo>
                  <a:lnTo>
                    <a:pt x="143954" y="87656"/>
                  </a:lnTo>
                  <a:lnTo>
                    <a:pt x="148111" y="87194"/>
                  </a:lnTo>
                  <a:lnTo>
                    <a:pt x="152319" y="86733"/>
                  </a:lnTo>
                  <a:lnTo>
                    <a:pt x="156539" y="86272"/>
                  </a:lnTo>
                  <a:lnTo>
                    <a:pt x="160814" y="85810"/>
                  </a:lnTo>
                  <a:lnTo>
                    <a:pt x="165096" y="85349"/>
                  </a:lnTo>
                  <a:lnTo>
                    <a:pt x="169428" y="84888"/>
                  </a:lnTo>
                  <a:lnTo>
                    <a:pt x="173768" y="84426"/>
                  </a:lnTo>
                  <a:lnTo>
                    <a:pt x="178147" y="83965"/>
                  </a:lnTo>
                  <a:lnTo>
                    <a:pt x="182540" y="83504"/>
                  </a:lnTo>
                  <a:lnTo>
                    <a:pt x="186962" y="83042"/>
                  </a:lnTo>
                  <a:lnTo>
                    <a:pt x="191400" y="82581"/>
                  </a:lnTo>
                  <a:lnTo>
                    <a:pt x="195859" y="82119"/>
                  </a:lnTo>
                  <a:lnTo>
                    <a:pt x="200336" y="81658"/>
                  </a:lnTo>
                  <a:lnTo>
                    <a:pt x="204827" y="81197"/>
                  </a:lnTo>
                  <a:lnTo>
                    <a:pt x="209336" y="80735"/>
                  </a:lnTo>
                  <a:lnTo>
                    <a:pt x="213855" y="80274"/>
                  </a:lnTo>
                  <a:lnTo>
                    <a:pt x="218390" y="79813"/>
                  </a:lnTo>
                  <a:lnTo>
                    <a:pt x="222929" y="79351"/>
                  </a:lnTo>
                  <a:lnTo>
                    <a:pt x="227483" y="78890"/>
                  </a:lnTo>
                  <a:lnTo>
                    <a:pt x="232039" y="78429"/>
                  </a:lnTo>
                  <a:lnTo>
                    <a:pt x="236606" y="77967"/>
                  </a:lnTo>
                  <a:lnTo>
                    <a:pt x="241174" y="77506"/>
                  </a:lnTo>
                  <a:lnTo>
                    <a:pt x="245746" y="77045"/>
                  </a:lnTo>
                  <a:lnTo>
                    <a:pt x="250319" y="76583"/>
                  </a:lnTo>
                  <a:lnTo>
                    <a:pt x="254892" y="76122"/>
                  </a:lnTo>
                  <a:lnTo>
                    <a:pt x="259464" y="75661"/>
                  </a:lnTo>
                  <a:lnTo>
                    <a:pt x="264032" y="75199"/>
                  </a:lnTo>
                  <a:lnTo>
                    <a:pt x="268596" y="74738"/>
                  </a:lnTo>
                  <a:lnTo>
                    <a:pt x="273156" y="74277"/>
                  </a:lnTo>
                  <a:lnTo>
                    <a:pt x="277706" y="73815"/>
                  </a:lnTo>
                  <a:lnTo>
                    <a:pt x="282251" y="73354"/>
                  </a:lnTo>
                  <a:lnTo>
                    <a:pt x="286782" y="72893"/>
                  </a:lnTo>
                  <a:lnTo>
                    <a:pt x="291307" y="72431"/>
                  </a:lnTo>
                  <a:lnTo>
                    <a:pt x="295812" y="71970"/>
                  </a:lnTo>
                  <a:lnTo>
                    <a:pt x="300314" y="71508"/>
                  </a:lnTo>
                  <a:lnTo>
                    <a:pt x="304787" y="71047"/>
                  </a:lnTo>
                  <a:lnTo>
                    <a:pt x="309256" y="70586"/>
                  </a:lnTo>
                  <a:lnTo>
                    <a:pt x="313696" y="70124"/>
                  </a:lnTo>
                  <a:lnTo>
                    <a:pt x="318127" y="69663"/>
                  </a:lnTo>
                  <a:lnTo>
                    <a:pt x="322529" y="69202"/>
                  </a:lnTo>
                  <a:lnTo>
                    <a:pt x="326916" y="68740"/>
                  </a:lnTo>
                  <a:lnTo>
                    <a:pt x="331277" y="68279"/>
                  </a:lnTo>
                  <a:lnTo>
                    <a:pt x="335614" y="67818"/>
                  </a:lnTo>
                  <a:lnTo>
                    <a:pt x="339928" y="67356"/>
                  </a:lnTo>
                  <a:lnTo>
                    <a:pt x="344211" y="66895"/>
                  </a:lnTo>
                  <a:lnTo>
                    <a:pt x="348474" y="66434"/>
                  </a:lnTo>
                  <a:lnTo>
                    <a:pt x="352698" y="65972"/>
                  </a:lnTo>
                  <a:lnTo>
                    <a:pt x="356907" y="65511"/>
                  </a:lnTo>
                  <a:lnTo>
                    <a:pt x="361066" y="65050"/>
                  </a:lnTo>
                  <a:lnTo>
                    <a:pt x="365217" y="64588"/>
                  </a:lnTo>
                  <a:lnTo>
                    <a:pt x="369307" y="64127"/>
                  </a:lnTo>
                  <a:lnTo>
                    <a:pt x="373389" y="63666"/>
                  </a:lnTo>
                  <a:lnTo>
                    <a:pt x="377412" y="63204"/>
                  </a:lnTo>
                  <a:lnTo>
                    <a:pt x="381420" y="62743"/>
                  </a:lnTo>
                  <a:lnTo>
                    <a:pt x="385375" y="62282"/>
                  </a:lnTo>
                  <a:lnTo>
                    <a:pt x="389304" y="61820"/>
                  </a:lnTo>
                  <a:lnTo>
                    <a:pt x="393186" y="61359"/>
                  </a:lnTo>
                  <a:lnTo>
                    <a:pt x="397033" y="60897"/>
                  </a:lnTo>
                  <a:lnTo>
                    <a:pt x="400840" y="60436"/>
                  </a:lnTo>
                  <a:lnTo>
                    <a:pt x="404601" y="59975"/>
                  </a:lnTo>
                  <a:lnTo>
                    <a:pt x="408330" y="59513"/>
                  </a:lnTo>
                  <a:lnTo>
                    <a:pt x="412001" y="59052"/>
                  </a:lnTo>
                  <a:lnTo>
                    <a:pt x="415649" y="58591"/>
                  </a:lnTo>
                  <a:lnTo>
                    <a:pt x="419228" y="58129"/>
                  </a:lnTo>
                  <a:lnTo>
                    <a:pt x="422793" y="57668"/>
                  </a:lnTo>
                  <a:lnTo>
                    <a:pt x="426276" y="57207"/>
                  </a:lnTo>
                  <a:lnTo>
                    <a:pt x="429749" y="56745"/>
                  </a:lnTo>
                  <a:lnTo>
                    <a:pt x="433140" y="56284"/>
                  </a:lnTo>
                  <a:lnTo>
                    <a:pt x="436514" y="55823"/>
                  </a:lnTo>
                  <a:lnTo>
                    <a:pt x="439815" y="55361"/>
                  </a:lnTo>
                  <a:lnTo>
                    <a:pt x="443088" y="54900"/>
                  </a:lnTo>
                  <a:lnTo>
                    <a:pt x="446299" y="54439"/>
                  </a:lnTo>
                  <a:lnTo>
                    <a:pt x="449469" y="53977"/>
                  </a:lnTo>
                  <a:lnTo>
                    <a:pt x="452586" y="53516"/>
                  </a:lnTo>
                  <a:lnTo>
                    <a:pt x="455651" y="53055"/>
                  </a:lnTo>
                  <a:lnTo>
                    <a:pt x="458675" y="52593"/>
                  </a:lnTo>
                  <a:lnTo>
                    <a:pt x="461634" y="52132"/>
                  </a:lnTo>
                  <a:lnTo>
                    <a:pt x="464563" y="51671"/>
                  </a:lnTo>
                  <a:lnTo>
                    <a:pt x="467415" y="51209"/>
                  </a:lnTo>
                  <a:lnTo>
                    <a:pt x="470248" y="50748"/>
                  </a:lnTo>
                  <a:lnTo>
                    <a:pt x="472992" y="50286"/>
                  </a:lnTo>
                  <a:lnTo>
                    <a:pt x="475724" y="49825"/>
                  </a:lnTo>
                  <a:lnTo>
                    <a:pt x="478365" y="49364"/>
                  </a:lnTo>
                  <a:lnTo>
                    <a:pt x="480989" y="48902"/>
                  </a:lnTo>
                  <a:lnTo>
                    <a:pt x="483532" y="48441"/>
                  </a:lnTo>
                  <a:lnTo>
                    <a:pt x="486048" y="47980"/>
                  </a:lnTo>
                  <a:lnTo>
                    <a:pt x="488495" y="47518"/>
                  </a:lnTo>
                  <a:lnTo>
                    <a:pt x="490903" y="47057"/>
                  </a:lnTo>
                  <a:lnTo>
                    <a:pt x="493254" y="46596"/>
                  </a:lnTo>
                  <a:lnTo>
                    <a:pt x="495554" y="46134"/>
                  </a:lnTo>
                  <a:lnTo>
                    <a:pt x="497810" y="45673"/>
                  </a:lnTo>
                  <a:lnTo>
                    <a:pt x="500004" y="45212"/>
                  </a:lnTo>
                  <a:lnTo>
                    <a:pt x="502165" y="44750"/>
                  </a:lnTo>
                  <a:lnTo>
                    <a:pt x="504254" y="44289"/>
                  </a:lnTo>
                  <a:lnTo>
                    <a:pt x="506322" y="43828"/>
                  </a:lnTo>
                  <a:lnTo>
                    <a:pt x="508307" y="43366"/>
                  </a:lnTo>
                  <a:lnTo>
                    <a:pt x="510281" y="42905"/>
                  </a:lnTo>
                  <a:lnTo>
                    <a:pt x="512166" y="42444"/>
                  </a:lnTo>
                  <a:lnTo>
                    <a:pt x="514039" y="41982"/>
                  </a:lnTo>
                  <a:lnTo>
                    <a:pt x="515836" y="41521"/>
                  </a:lnTo>
                  <a:lnTo>
                    <a:pt x="517610" y="41059"/>
                  </a:lnTo>
                  <a:lnTo>
                    <a:pt x="519320" y="40598"/>
                  </a:lnTo>
                  <a:lnTo>
                    <a:pt x="520998" y="40137"/>
                  </a:lnTo>
                  <a:lnTo>
                    <a:pt x="522624" y="39675"/>
                  </a:lnTo>
                  <a:lnTo>
                    <a:pt x="524208" y="39214"/>
                  </a:lnTo>
                  <a:lnTo>
                    <a:pt x="525752" y="38753"/>
                  </a:lnTo>
                  <a:lnTo>
                    <a:pt x="527246" y="38291"/>
                  </a:lnTo>
                  <a:lnTo>
                    <a:pt x="528710" y="37830"/>
                  </a:lnTo>
                  <a:lnTo>
                    <a:pt x="530118" y="37369"/>
                  </a:lnTo>
                  <a:lnTo>
                    <a:pt x="531506" y="36907"/>
                  </a:lnTo>
                  <a:lnTo>
                    <a:pt x="532829" y="36446"/>
                  </a:lnTo>
                  <a:lnTo>
                    <a:pt x="534144" y="35985"/>
                  </a:lnTo>
                  <a:lnTo>
                    <a:pt x="535388" y="35523"/>
                  </a:lnTo>
                  <a:lnTo>
                    <a:pt x="536625" y="35062"/>
                  </a:lnTo>
                  <a:lnTo>
                    <a:pt x="537801" y="34601"/>
                  </a:lnTo>
                  <a:lnTo>
                    <a:pt x="538963" y="34139"/>
                  </a:lnTo>
                  <a:lnTo>
                    <a:pt x="540076" y="33678"/>
                  </a:lnTo>
                  <a:lnTo>
                    <a:pt x="541168" y="33217"/>
                  </a:lnTo>
                  <a:lnTo>
                    <a:pt x="542221" y="32755"/>
                  </a:lnTo>
                  <a:lnTo>
                    <a:pt x="543247" y="32294"/>
                  </a:lnTo>
                  <a:lnTo>
                    <a:pt x="544243" y="31833"/>
                  </a:lnTo>
                  <a:lnTo>
                    <a:pt x="545208" y="31371"/>
                  </a:lnTo>
                  <a:lnTo>
                    <a:pt x="546151" y="30910"/>
                  </a:lnTo>
                  <a:lnTo>
                    <a:pt x="547059" y="30448"/>
                  </a:lnTo>
                  <a:lnTo>
                    <a:pt x="547954" y="29987"/>
                  </a:lnTo>
                  <a:lnTo>
                    <a:pt x="548810" y="29526"/>
                  </a:lnTo>
                  <a:lnTo>
                    <a:pt x="549660" y="29064"/>
                  </a:lnTo>
                  <a:lnTo>
                    <a:pt x="550469" y="28603"/>
                  </a:lnTo>
                  <a:lnTo>
                    <a:pt x="551274" y="28142"/>
                  </a:lnTo>
                  <a:lnTo>
                    <a:pt x="552045" y="27680"/>
                  </a:lnTo>
                  <a:lnTo>
                    <a:pt x="552810" y="27219"/>
                  </a:lnTo>
                  <a:lnTo>
                    <a:pt x="553547" y="26758"/>
                  </a:lnTo>
                  <a:lnTo>
                    <a:pt x="554276" y="26296"/>
                  </a:lnTo>
                  <a:lnTo>
                    <a:pt x="554984" y="25835"/>
                  </a:lnTo>
                  <a:lnTo>
                    <a:pt x="555682" y="25374"/>
                  </a:lnTo>
                  <a:lnTo>
                    <a:pt x="556365" y="24912"/>
                  </a:lnTo>
                  <a:lnTo>
                    <a:pt x="557036" y="24451"/>
                  </a:lnTo>
                  <a:lnTo>
                    <a:pt x="557698" y="23990"/>
                  </a:lnTo>
                  <a:lnTo>
                    <a:pt x="558348" y="23528"/>
                  </a:lnTo>
                  <a:lnTo>
                    <a:pt x="558993" y="23067"/>
                  </a:lnTo>
                  <a:lnTo>
                    <a:pt x="559627" y="22606"/>
                  </a:lnTo>
                  <a:lnTo>
                    <a:pt x="560258" y="22144"/>
                  </a:lnTo>
                  <a:lnTo>
                    <a:pt x="560880" y="21683"/>
                  </a:lnTo>
                  <a:lnTo>
                    <a:pt x="561501" y="21222"/>
                  </a:lnTo>
                  <a:lnTo>
                    <a:pt x="562117" y="20760"/>
                  </a:lnTo>
                  <a:lnTo>
                    <a:pt x="562732" y="20299"/>
                  </a:lnTo>
                  <a:lnTo>
                    <a:pt x="563345" y="19837"/>
                  </a:lnTo>
                  <a:lnTo>
                    <a:pt x="563958" y="19376"/>
                  </a:lnTo>
                  <a:lnTo>
                    <a:pt x="564572" y="18915"/>
                  </a:lnTo>
                  <a:lnTo>
                    <a:pt x="565188" y="18453"/>
                  </a:lnTo>
                  <a:lnTo>
                    <a:pt x="565806" y="17992"/>
                  </a:lnTo>
                  <a:lnTo>
                    <a:pt x="566428" y="17531"/>
                  </a:lnTo>
                  <a:lnTo>
                    <a:pt x="567054" y="17069"/>
                  </a:lnTo>
                  <a:lnTo>
                    <a:pt x="567687" y="16608"/>
                  </a:lnTo>
                  <a:lnTo>
                    <a:pt x="568323" y="16147"/>
                  </a:lnTo>
                  <a:lnTo>
                    <a:pt x="568971" y="15685"/>
                  </a:lnTo>
                  <a:lnTo>
                    <a:pt x="569621" y="15224"/>
                  </a:lnTo>
                  <a:lnTo>
                    <a:pt x="570285" y="14763"/>
                  </a:lnTo>
                  <a:lnTo>
                    <a:pt x="570952" y="14301"/>
                  </a:lnTo>
                  <a:lnTo>
                    <a:pt x="571637" y="13840"/>
                  </a:lnTo>
                  <a:lnTo>
                    <a:pt x="572326" y="13379"/>
                  </a:lnTo>
                  <a:lnTo>
                    <a:pt x="573032" y="12917"/>
                  </a:lnTo>
                  <a:lnTo>
                    <a:pt x="573745" y="12456"/>
                  </a:lnTo>
                  <a:lnTo>
                    <a:pt x="574474" y="11995"/>
                  </a:lnTo>
                  <a:lnTo>
                    <a:pt x="575214" y="11533"/>
                  </a:lnTo>
                  <a:lnTo>
                    <a:pt x="575969" y="11072"/>
                  </a:lnTo>
                  <a:lnTo>
                    <a:pt x="576738" y="10611"/>
                  </a:lnTo>
                  <a:lnTo>
                    <a:pt x="577520" y="10149"/>
                  </a:lnTo>
                  <a:lnTo>
                    <a:pt x="578321" y="9688"/>
                  </a:lnTo>
                  <a:lnTo>
                    <a:pt x="579132" y="9226"/>
                  </a:lnTo>
                  <a:lnTo>
                    <a:pt x="579966" y="8765"/>
                  </a:lnTo>
                  <a:lnTo>
                    <a:pt x="580807" y="8304"/>
                  </a:lnTo>
                  <a:lnTo>
                    <a:pt x="581676" y="7842"/>
                  </a:lnTo>
                  <a:lnTo>
                    <a:pt x="582548" y="7381"/>
                  </a:lnTo>
                  <a:lnTo>
                    <a:pt x="583453" y="6920"/>
                  </a:lnTo>
                  <a:lnTo>
                    <a:pt x="584362" y="6458"/>
                  </a:lnTo>
                  <a:lnTo>
                    <a:pt x="585300" y="5997"/>
                  </a:lnTo>
                  <a:lnTo>
                    <a:pt x="586246" y="5536"/>
                  </a:lnTo>
                  <a:lnTo>
                    <a:pt x="587217" y="5074"/>
                  </a:lnTo>
                  <a:lnTo>
                    <a:pt x="588201" y="4613"/>
                  </a:lnTo>
                  <a:lnTo>
                    <a:pt x="589207" y="4152"/>
                  </a:lnTo>
                  <a:lnTo>
                    <a:pt x="590229" y="3690"/>
                  </a:lnTo>
                  <a:lnTo>
                    <a:pt x="591268" y="3229"/>
                  </a:lnTo>
                  <a:lnTo>
                    <a:pt x="592328" y="2768"/>
                  </a:lnTo>
                  <a:lnTo>
                    <a:pt x="593402" y="2306"/>
                  </a:lnTo>
                  <a:lnTo>
                    <a:pt x="594500" y="1845"/>
                  </a:lnTo>
                  <a:lnTo>
                    <a:pt x="595607" y="1384"/>
                  </a:lnTo>
                  <a:lnTo>
                    <a:pt x="596743" y="922"/>
                  </a:lnTo>
                  <a:lnTo>
                    <a:pt x="597884" y="461"/>
                  </a:lnTo>
                  <a:lnTo>
                    <a:pt x="599056" y="0"/>
                  </a:lnTo>
                  <a:lnTo>
                    <a:pt x="885770" y="0"/>
                  </a:lnTo>
                  <a:lnTo>
                    <a:pt x="886943" y="461"/>
                  </a:lnTo>
                  <a:lnTo>
                    <a:pt x="888083" y="922"/>
                  </a:lnTo>
                  <a:lnTo>
                    <a:pt x="889219" y="1384"/>
                  </a:lnTo>
                  <a:lnTo>
                    <a:pt x="890326" y="1845"/>
                  </a:lnTo>
                  <a:lnTo>
                    <a:pt x="891425" y="2306"/>
                  </a:lnTo>
                  <a:lnTo>
                    <a:pt x="892498" y="2768"/>
                  </a:lnTo>
                  <a:lnTo>
                    <a:pt x="893558" y="3229"/>
                  </a:lnTo>
                  <a:lnTo>
                    <a:pt x="894598" y="3690"/>
                  </a:lnTo>
                  <a:lnTo>
                    <a:pt x="895620" y="4152"/>
                  </a:lnTo>
                  <a:lnTo>
                    <a:pt x="896625" y="4613"/>
                  </a:lnTo>
                  <a:lnTo>
                    <a:pt x="897609" y="5074"/>
                  </a:lnTo>
                  <a:lnTo>
                    <a:pt x="898581" y="5536"/>
                  </a:lnTo>
                  <a:lnTo>
                    <a:pt x="899527" y="5997"/>
                  </a:lnTo>
                  <a:lnTo>
                    <a:pt x="900464" y="6458"/>
                  </a:lnTo>
                  <a:lnTo>
                    <a:pt x="901373" y="6920"/>
                  </a:lnTo>
                  <a:lnTo>
                    <a:pt x="902278" y="7381"/>
                  </a:lnTo>
                  <a:lnTo>
                    <a:pt x="903151" y="7842"/>
                  </a:lnTo>
                  <a:lnTo>
                    <a:pt x="904020" y="8304"/>
                  </a:lnTo>
                  <a:lnTo>
                    <a:pt x="904861" y="8765"/>
                  </a:lnTo>
                  <a:lnTo>
                    <a:pt x="905695" y="9226"/>
                  </a:lnTo>
                  <a:lnTo>
                    <a:pt x="906506" y="9688"/>
                  </a:lnTo>
                  <a:lnTo>
                    <a:pt x="907306" y="10149"/>
                  </a:lnTo>
                  <a:lnTo>
                    <a:pt x="908088" y="10611"/>
                  </a:lnTo>
                  <a:lnTo>
                    <a:pt x="908858" y="11072"/>
                  </a:lnTo>
                  <a:lnTo>
                    <a:pt x="909613" y="11533"/>
                  </a:lnTo>
                  <a:lnTo>
                    <a:pt x="910352" y="11995"/>
                  </a:lnTo>
                  <a:lnTo>
                    <a:pt x="911082" y="12456"/>
                  </a:lnTo>
                  <a:lnTo>
                    <a:pt x="911795" y="12917"/>
                  </a:lnTo>
                  <a:lnTo>
                    <a:pt x="912501" y="13379"/>
                  </a:lnTo>
                  <a:lnTo>
                    <a:pt x="913189" y="13840"/>
                  </a:lnTo>
                  <a:lnTo>
                    <a:pt x="913874" y="14301"/>
                  </a:lnTo>
                  <a:lnTo>
                    <a:pt x="914541" y="14763"/>
                  </a:lnTo>
                  <a:lnTo>
                    <a:pt x="915206" y="15224"/>
                  </a:lnTo>
                  <a:lnTo>
                    <a:pt x="915856" y="15685"/>
                  </a:lnTo>
                  <a:lnTo>
                    <a:pt x="916503" y="16147"/>
                  </a:lnTo>
                  <a:lnTo>
                    <a:pt x="917139" y="16608"/>
                  </a:lnTo>
                  <a:lnTo>
                    <a:pt x="917772" y="17069"/>
                  </a:lnTo>
                  <a:lnTo>
                    <a:pt x="918398" y="17531"/>
                  </a:lnTo>
                  <a:lnTo>
                    <a:pt x="919021" y="17992"/>
                  </a:lnTo>
                  <a:lnTo>
                    <a:pt x="919639" y="18453"/>
                  </a:lnTo>
                  <a:lnTo>
                    <a:pt x="920255" y="18915"/>
                  </a:lnTo>
                  <a:lnTo>
                    <a:pt x="920869" y="19376"/>
                  </a:lnTo>
                  <a:lnTo>
                    <a:pt x="921482" y="19837"/>
                  </a:lnTo>
                  <a:lnTo>
                    <a:pt x="922095" y="20299"/>
                  </a:lnTo>
                  <a:lnTo>
                    <a:pt x="922710" y="20760"/>
                  </a:lnTo>
                  <a:lnTo>
                    <a:pt x="923325" y="21222"/>
                  </a:lnTo>
                  <a:lnTo>
                    <a:pt x="923946" y="21683"/>
                  </a:lnTo>
                  <a:lnTo>
                    <a:pt x="924568" y="22144"/>
                  </a:lnTo>
                  <a:lnTo>
                    <a:pt x="925200" y="22606"/>
                  </a:lnTo>
                  <a:lnTo>
                    <a:pt x="925833" y="23067"/>
                  </a:lnTo>
                  <a:lnTo>
                    <a:pt x="926478" y="23528"/>
                  </a:lnTo>
                  <a:lnTo>
                    <a:pt x="927128" y="23990"/>
                  </a:lnTo>
                  <a:lnTo>
                    <a:pt x="927790" y="24451"/>
                  </a:lnTo>
                  <a:lnTo>
                    <a:pt x="928461" y="24912"/>
                  </a:lnTo>
                  <a:lnTo>
                    <a:pt x="929145" y="25374"/>
                  </a:lnTo>
                  <a:lnTo>
                    <a:pt x="929842" y="25835"/>
                  </a:lnTo>
                  <a:lnTo>
                    <a:pt x="930551" y="26296"/>
                  </a:lnTo>
                  <a:lnTo>
                    <a:pt x="931279" y="26758"/>
                  </a:lnTo>
                  <a:lnTo>
                    <a:pt x="932017" y="27219"/>
                  </a:lnTo>
                  <a:lnTo>
                    <a:pt x="932781" y="27680"/>
                  </a:lnTo>
                  <a:lnTo>
                    <a:pt x="933552" y="28142"/>
                  </a:lnTo>
                  <a:lnTo>
                    <a:pt x="934357" y="28603"/>
                  </a:lnTo>
                  <a:lnTo>
                    <a:pt x="935167" y="29064"/>
                  </a:lnTo>
                  <a:lnTo>
                    <a:pt x="936016" y="29526"/>
                  </a:lnTo>
                  <a:lnTo>
                    <a:pt x="936873" y="29987"/>
                  </a:lnTo>
                  <a:lnTo>
                    <a:pt x="937767" y="30448"/>
                  </a:lnTo>
                  <a:lnTo>
                    <a:pt x="938675" y="30910"/>
                  </a:lnTo>
                  <a:lnTo>
                    <a:pt x="939619" y="31371"/>
                  </a:lnTo>
                  <a:lnTo>
                    <a:pt x="940584" y="31833"/>
                  </a:lnTo>
                  <a:lnTo>
                    <a:pt x="941580" y="32294"/>
                  </a:lnTo>
                  <a:lnTo>
                    <a:pt x="942606" y="32755"/>
                  </a:lnTo>
                  <a:lnTo>
                    <a:pt x="943659" y="33217"/>
                  </a:lnTo>
                  <a:lnTo>
                    <a:pt x="944750" y="33678"/>
                  </a:lnTo>
                  <a:lnTo>
                    <a:pt x="945863" y="34139"/>
                  </a:lnTo>
                  <a:lnTo>
                    <a:pt x="947025" y="34601"/>
                  </a:lnTo>
                  <a:lnTo>
                    <a:pt x="948202" y="35062"/>
                  </a:lnTo>
                  <a:lnTo>
                    <a:pt x="949438" y="35523"/>
                  </a:lnTo>
                  <a:lnTo>
                    <a:pt x="950683" y="35985"/>
                  </a:lnTo>
                  <a:lnTo>
                    <a:pt x="951997" y="36446"/>
                  </a:lnTo>
                  <a:lnTo>
                    <a:pt x="953321" y="36907"/>
                  </a:lnTo>
                  <a:lnTo>
                    <a:pt x="954709" y="37369"/>
                  </a:lnTo>
                  <a:lnTo>
                    <a:pt x="956116" y="37830"/>
                  </a:lnTo>
                  <a:lnTo>
                    <a:pt x="957581" y="38291"/>
                  </a:lnTo>
                  <a:lnTo>
                    <a:pt x="959075" y="38753"/>
                  </a:lnTo>
                  <a:lnTo>
                    <a:pt x="960618" y="39214"/>
                  </a:lnTo>
                  <a:lnTo>
                    <a:pt x="962203" y="39675"/>
                  </a:lnTo>
                  <a:lnTo>
                    <a:pt x="963829" y="40137"/>
                  </a:lnTo>
                  <a:lnTo>
                    <a:pt x="965506" y="40598"/>
                  </a:lnTo>
                  <a:lnTo>
                    <a:pt x="967216" y="41059"/>
                  </a:lnTo>
                  <a:lnTo>
                    <a:pt x="968990" y="41521"/>
                  </a:lnTo>
                  <a:lnTo>
                    <a:pt x="970787" y="41982"/>
                  </a:lnTo>
                  <a:lnTo>
                    <a:pt x="972660" y="42444"/>
                  </a:lnTo>
                  <a:lnTo>
                    <a:pt x="974546" y="42905"/>
                  </a:lnTo>
                  <a:lnTo>
                    <a:pt x="976520" y="43366"/>
                  </a:lnTo>
                  <a:lnTo>
                    <a:pt x="978505" y="43828"/>
                  </a:lnTo>
                  <a:lnTo>
                    <a:pt x="980573" y="44289"/>
                  </a:lnTo>
                  <a:lnTo>
                    <a:pt x="982661" y="44750"/>
                  </a:lnTo>
                  <a:lnTo>
                    <a:pt x="984823" y="45212"/>
                  </a:lnTo>
                  <a:lnTo>
                    <a:pt x="987017" y="45673"/>
                  </a:lnTo>
                  <a:lnTo>
                    <a:pt x="989272" y="46134"/>
                  </a:lnTo>
                  <a:lnTo>
                    <a:pt x="991573" y="46596"/>
                  </a:lnTo>
                  <a:lnTo>
                    <a:pt x="993924" y="47057"/>
                  </a:lnTo>
                  <a:lnTo>
                    <a:pt x="996331" y="47518"/>
                  </a:lnTo>
                  <a:lnTo>
                    <a:pt x="998779" y="47980"/>
                  </a:lnTo>
                  <a:lnTo>
                    <a:pt x="1001294" y="48441"/>
                  </a:lnTo>
                  <a:lnTo>
                    <a:pt x="1003838" y="48902"/>
                  </a:lnTo>
                  <a:lnTo>
                    <a:pt x="1006462" y="49364"/>
                  </a:lnTo>
                  <a:lnTo>
                    <a:pt x="1009102" y="49825"/>
                  </a:lnTo>
                  <a:lnTo>
                    <a:pt x="1011834" y="50286"/>
                  </a:lnTo>
                  <a:lnTo>
                    <a:pt x="1014578" y="50748"/>
                  </a:lnTo>
                  <a:lnTo>
                    <a:pt x="1017412" y="51209"/>
                  </a:lnTo>
                  <a:lnTo>
                    <a:pt x="1020263" y="51671"/>
                  </a:lnTo>
                  <a:lnTo>
                    <a:pt x="1023192" y="52132"/>
                  </a:lnTo>
                  <a:lnTo>
                    <a:pt x="1026151" y="52593"/>
                  </a:lnTo>
                  <a:lnTo>
                    <a:pt x="1029175" y="53055"/>
                  </a:lnTo>
                  <a:lnTo>
                    <a:pt x="1032240" y="53516"/>
                  </a:lnTo>
                  <a:lnTo>
                    <a:pt x="1035358" y="53977"/>
                  </a:lnTo>
                  <a:lnTo>
                    <a:pt x="1038528" y="54439"/>
                  </a:lnTo>
                  <a:lnTo>
                    <a:pt x="1041738" y="54900"/>
                  </a:lnTo>
                  <a:lnTo>
                    <a:pt x="1045011" y="55361"/>
                  </a:lnTo>
                  <a:lnTo>
                    <a:pt x="1048313" y="55823"/>
                  </a:lnTo>
                  <a:lnTo>
                    <a:pt x="1051687" y="56284"/>
                  </a:lnTo>
                  <a:lnTo>
                    <a:pt x="1055078" y="56745"/>
                  </a:lnTo>
                  <a:lnTo>
                    <a:pt x="1058551" y="57207"/>
                  </a:lnTo>
                  <a:lnTo>
                    <a:pt x="1062034" y="57668"/>
                  </a:lnTo>
                  <a:lnTo>
                    <a:pt x="1065598" y="58129"/>
                  </a:lnTo>
                  <a:lnTo>
                    <a:pt x="1069177" y="58591"/>
                  </a:lnTo>
                  <a:lnTo>
                    <a:pt x="1072825" y="59052"/>
                  </a:lnTo>
                  <a:lnTo>
                    <a:pt x="1076497" y="59513"/>
                  </a:lnTo>
                  <a:lnTo>
                    <a:pt x="1080225" y="59975"/>
                  </a:lnTo>
                  <a:lnTo>
                    <a:pt x="1083986" y="60436"/>
                  </a:lnTo>
                  <a:lnTo>
                    <a:pt x="1087793" y="60897"/>
                  </a:lnTo>
                  <a:lnTo>
                    <a:pt x="1091640" y="61359"/>
                  </a:lnTo>
                  <a:lnTo>
                    <a:pt x="1095522" y="61820"/>
                  </a:lnTo>
                  <a:lnTo>
                    <a:pt x="1099452" y="62282"/>
                  </a:lnTo>
                  <a:lnTo>
                    <a:pt x="1103406" y="62743"/>
                  </a:lnTo>
                  <a:lnTo>
                    <a:pt x="1107414" y="63204"/>
                  </a:lnTo>
                  <a:lnTo>
                    <a:pt x="1111437" y="63666"/>
                  </a:lnTo>
                  <a:lnTo>
                    <a:pt x="1115519" y="64127"/>
                  </a:lnTo>
                  <a:lnTo>
                    <a:pt x="1119610" y="64588"/>
                  </a:lnTo>
                  <a:lnTo>
                    <a:pt x="1123760" y="65050"/>
                  </a:lnTo>
                  <a:lnTo>
                    <a:pt x="1127919" y="65511"/>
                  </a:lnTo>
                  <a:lnTo>
                    <a:pt x="1132129" y="65972"/>
                  </a:lnTo>
                  <a:lnTo>
                    <a:pt x="1136352" y="66434"/>
                  </a:lnTo>
                  <a:lnTo>
                    <a:pt x="1140616" y="66895"/>
                  </a:lnTo>
                  <a:lnTo>
                    <a:pt x="1144898" y="67356"/>
                  </a:lnTo>
                  <a:lnTo>
                    <a:pt x="1149212" y="67818"/>
                  </a:lnTo>
                  <a:lnTo>
                    <a:pt x="1153550" y="68279"/>
                  </a:lnTo>
                  <a:lnTo>
                    <a:pt x="1157910" y="68740"/>
                  </a:lnTo>
                  <a:lnTo>
                    <a:pt x="1162297" y="69202"/>
                  </a:lnTo>
                  <a:lnTo>
                    <a:pt x="1166699" y="69663"/>
                  </a:lnTo>
                  <a:lnTo>
                    <a:pt x="1171130" y="70124"/>
                  </a:lnTo>
                  <a:lnTo>
                    <a:pt x="1175570" y="70586"/>
                  </a:lnTo>
                  <a:lnTo>
                    <a:pt x="1180039" y="71047"/>
                  </a:lnTo>
                  <a:lnTo>
                    <a:pt x="1184513" y="71508"/>
                  </a:lnTo>
                  <a:lnTo>
                    <a:pt x="1189014" y="71970"/>
                  </a:lnTo>
                  <a:lnTo>
                    <a:pt x="1193519" y="72431"/>
                  </a:lnTo>
                  <a:lnTo>
                    <a:pt x="1198045" y="72893"/>
                  </a:lnTo>
                  <a:lnTo>
                    <a:pt x="1202575" y="73354"/>
                  </a:lnTo>
                  <a:lnTo>
                    <a:pt x="1207120" y="73815"/>
                  </a:lnTo>
                  <a:lnTo>
                    <a:pt x="1211671" y="74277"/>
                  </a:lnTo>
                  <a:lnTo>
                    <a:pt x="1216230" y="74738"/>
                  </a:lnTo>
                  <a:lnTo>
                    <a:pt x="1220794" y="75199"/>
                  </a:lnTo>
                  <a:lnTo>
                    <a:pt x="1225363" y="75661"/>
                  </a:lnTo>
                  <a:lnTo>
                    <a:pt x="1229934" y="76122"/>
                  </a:lnTo>
                  <a:lnTo>
                    <a:pt x="1234508" y="76583"/>
                  </a:lnTo>
                  <a:lnTo>
                    <a:pt x="1239080" y="77045"/>
                  </a:lnTo>
                  <a:lnTo>
                    <a:pt x="1243653" y="77506"/>
                  </a:lnTo>
                  <a:lnTo>
                    <a:pt x="1248220" y="77967"/>
                  </a:lnTo>
                  <a:lnTo>
                    <a:pt x="1252787" y="78429"/>
                  </a:lnTo>
                  <a:lnTo>
                    <a:pt x="1257343" y="78890"/>
                  </a:lnTo>
                  <a:lnTo>
                    <a:pt x="1261897" y="79351"/>
                  </a:lnTo>
                  <a:lnTo>
                    <a:pt x="1266437" y="79813"/>
                  </a:lnTo>
                  <a:lnTo>
                    <a:pt x="1270972" y="80274"/>
                  </a:lnTo>
                  <a:lnTo>
                    <a:pt x="1275490" y="80735"/>
                  </a:lnTo>
                  <a:lnTo>
                    <a:pt x="1279999" y="81197"/>
                  </a:lnTo>
                  <a:lnTo>
                    <a:pt x="1284491" y="81658"/>
                  </a:lnTo>
                  <a:lnTo>
                    <a:pt x="1288967" y="82119"/>
                  </a:lnTo>
                  <a:lnTo>
                    <a:pt x="1293427" y="82581"/>
                  </a:lnTo>
                  <a:lnTo>
                    <a:pt x="1297865" y="83042"/>
                  </a:lnTo>
                  <a:lnTo>
                    <a:pt x="1302287" y="83504"/>
                  </a:lnTo>
                  <a:lnTo>
                    <a:pt x="1306679" y="83965"/>
                  </a:lnTo>
                  <a:lnTo>
                    <a:pt x="1311058" y="84426"/>
                  </a:lnTo>
                  <a:lnTo>
                    <a:pt x="1315399" y="84888"/>
                  </a:lnTo>
                  <a:lnTo>
                    <a:pt x="1319730" y="85349"/>
                  </a:lnTo>
                  <a:lnTo>
                    <a:pt x="1324012" y="85810"/>
                  </a:lnTo>
                  <a:lnTo>
                    <a:pt x="1328287" y="86272"/>
                  </a:lnTo>
                  <a:lnTo>
                    <a:pt x="1332507" y="86733"/>
                  </a:lnTo>
                  <a:lnTo>
                    <a:pt x="1336716" y="87194"/>
                  </a:lnTo>
                  <a:lnTo>
                    <a:pt x="1340872" y="87656"/>
                  </a:lnTo>
                  <a:lnTo>
                    <a:pt x="1345008" y="88117"/>
                  </a:lnTo>
                  <a:lnTo>
                    <a:pt x="1349096" y="88578"/>
                  </a:lnTo>
                  <a:lnTo>
                    <a:pt x="1353153" y="89040"/>
                  </a:lnTo>
                  <a:lnTo>
                    <a:pt x="1357167" y="89501"/>
                  </a:lnTo>
                  <a:lnTo>
                    <a:pt x="1361139" y="89962"/>
                  </a:lnTo>
                  <a:lnTo>
                    <a:pt x="1365075" y="90424"/>
                  </a:lnTo>
                  <a:lnTo>
                    <a:pt x="1368954" y="90885"/>
                  </a:lnTo>
                  <a:lnTo>
                    <a:pt x="1372807" y="91346"/>
                  </a:lnTo>
                  <a:lnTo>
                    <a:pt x="1376589" y="91808"/>
                  </a:lnTo>
                  <a:lnTo>
                    <a:pt x="1380353" y="92269"/>
                  </a:lnTo>
                  <a:lnTo>
                    <a:pt x="1384032" y="92730"/>
                  </a:lnTo>
                  <a:lnTo>
                    <a:pt x="1387700" y="93192"/>
                  </a:lnTo>
                  <a:lnTo>
                    <a:pt x="1391273" y="93653"/>
                  </a:lnTo>
                  <a:lnTo>
                    <a:pt x="1394831" y="94115"/>
                  </a:lnTo>
                  <a:lnTo>
                    <a:pt x="1398303" y="94576"/>
                  </a:lnTo>
                  <a:lnTo>
                    <a:pt x="1401745" y="95037"/>
                  </a:lnTo>
                  <a:lnTo>
                    <a:pt x="1405110" y="95499"/>
                  </a:lnTo>
                  <a:lnTo>
                    <a:pt x="1408432" y="95960"/>
                  </a:lnTo>
                  <a:lnTo>
                    <a:pt x="1411687" y="96421"/>
                  </a:lnTo>
                  <a:lnTo>
                    <a:pt x="1414882" y="96883"/>
                  </a:lnTo>
                  <a:lnTo>
                    <a:pt x="1418023" y="97344"/>
                  </a:lnTo>
                  <a:lnTo>
                    <a:pt x="1421088" y="97805"/>
                  </a:lnTo>
                  <a:lnTo>
                    <a:pt x="1424111" y="98267"/>
                  </a:lnTo>
                  <a:lnTo>
                    <a:pt x="1427041" y="98728"/>
                  </a:lnTo>
                  <a:lnTo>
                    <a:pt x="1429942" y="99189"/>
                  </a:lnTo>
                  <a:lnTo>
                    <a:pt x="1432733" y="99651"/>
                  </a:lnTo>
                  <a:lnTo>
                    <a:pt x="1435508" y="100112"/>
                  </a:lnTo>
                  <a:lnTo>
                    <a:pt x="1438157" y="100573"/>
                  </a:lnTo>
                  <a:lnTo>
                    <a:pt x="1440788" y="101035"/>
                  </a:lnTo>
                  <a:lnTo>
                    <a:pt x="1443306" y="101496"/>
                  </a:lnTo>
                  <a:lnTo>
                    <a:pt x="1445789" y="101957"/>
                  </a:lnTo>
                  <a:lnTo>
                    <a:pt x="1448173" y="102419"/>
                  </a:lnTo>
                  <a:lnTo>
                    <a:pt x="1450506" y="102880"/>
                  </a:lnTo>
                  <a:lnTo>
                    <a:pt x="1452754" y="103342"/>
                  </a:lnTo>
                  <a:lnTo>
                    <a:pt x="1454933" y="103803"/>
                  </a:lnTo>
                  <a:lnTo>
                    <a:pt x="1457042" y="104264"/>
                  </a:lnTo>
                  <a:lnTo>
                    <a:pt x="1459065" y="104726"/>
                  </a:lnTo>
                  <a:lnTo>
                    <a:pt x="1461033" y="105187"/>
                  </a:lnTo>
                  <a:lnTo>
                    <a:pt x="1462898" y="105648"/>
                  </a:lnTo>
                  <a:lnTo>
                    <a:pt x="1464724" y="106110"/>
                  </a:lnTo>
                  <a:lnTo>
                    <a:pt x="1466428" y="106571"/>
                  </a:lnTo>
                  <a:lnTo>
                    <a:pt x="1468111" y="107032"/>
                  </a:lnTo>
                  <a:lnTo>
                    <a:pt x="1469652" y="107494"/>
                  </a:lnTo>
                  <a:lnTo>
                    <a:pt x="1471176" y="107955"/>
                  </a:lnTo>
                  <a:lnTo>
                    <a:pt x="1472569" y="108416"/>
                  </a:lnTo>
                  <a:lnTo>
                    <a:pt x="1473929" y="108878"/>
                  </a:lnTo>
                  <a:lnTo>
                    <a:pt x="1475176" y="109339"/>
                  </a:lnTo>
                  <a:lnTo>
                    <a:pt x="1476372" y="109800"/>
                  </a:lnTo>
                  <a:lnTo>
                    <a:pt x="1477471" y="110262"/>
                  </a:lnTo>
                  <a:lnTo>
                    <a:pt x="1478503" y="110723"/>
                  </a:lnTo>
                  <a:lnTo>
                    <a:pt x="1479456" y="111184"/>
                  </a:lnTo>
                  <a:lnTo>
                    <a:pt x="1480323" y="111646"/>
                  </a:lnTo>
                  <a:lnTo>
                    <a:pt x="1481129" y="112107"/>
                  </a:lnTo>
                  <a:lnTo>
                    <a:pt x="1481831" y="112568"/>
                  </a:lnTo>
                  <a:lnTo>
                    <a:pt x="1482491" y="113030"/>
                  </a:lnTo>
                  <a:lnTo>
                    <a:pt x="1483030" y="113491"/>
                  </a:lnTo>
                  <a:lnTo>
                    <a:pt x="1483545" y="113953"/>
                  </a:lnTo>
                  <a:lnTo>
                    <a:pt x="1483921" y="114414"/>
                  </a:lnTo>
                  <a:lnTo>
                    <a:pt x="1484280" y="114875"/>
                  </a:lnTo>
                  <a:lnTo>
                    <a:pt x="1484506" y="115337"/>
                  </a:lnTo>
                  <a:lnTo>
                    <a:pt x="1484704" y="115798"/>
                  </a:lnTo>
                  <a:lnTo>
                    <a:pt x="1484788" y="116259"/>
                  </a:lnTo>
                  <a:lnTo>
                    <a:pt x="1484827" y="116721"/>
                  </a:lnTo>
                  <a:lnTo>
                    <a:pt x="1484770" y="117182"/>
                  </a:lnTo>
                  <a:lnTo>
                    <a:pt x="1484652" y="117643"/>
                  </a:lnTo>
                  <a:lnTo>
                    <a:pt x="1484456" y="118105"/>
                  </a:lnTo>
                  <a:lnTo>
                    <a:pt x="1484184" y="118566"/>
                  </a:lnTo>
                  <a:lnTo>
                    <a:pt x="1483851" y="119027"/>
                  </a:lnTo>
                  <a:lnTo>
                    <a:pt x="1483427" y="119489"/>
                  </a:lnTo>
                  <a:lnTo>
                    <a:pt x="1482960" y="119950"/>
                  </a:lnTo>
                  <a:lnTo>
                    <a:pt x="1482386" y="120411"/>
                  </a:lnTo>
                  <a:lnTo>
                    <a:pt x="1481787" y="120873"/>
                  </a:lnTo>
                  <a:lnTo>
                    <a:pt x="1481068" y="121334"/>
                  </a:lnTo>
                  <a:lnTo>
                    <a:pt x="1480333" y="121795"/>
                  </a:lnTo>
                  <a:lnTo>
                    <a:pt x="1479477" y="122257"/>
                  </a:lnTo>
                  <a:lnTo>
                    <a:pt x="1478600" y="122718"/>
                  </a:lnTo>
                  <a:lnTo>
                    <a:pt x="1477620" y="123179"/>
                  </a:lnTo>
                  <a:lnTo>
                    <a:pt x="1476605" y="123641"/>
                  </a:lnTo>
                  <a:lnTo>
                    <a:pt x="1475504" y="124102"/>
                  </a:lnTo>
                  <a:lnTo>
                    <a:pt x="1474354" y="124564"/>
                  </a:lnTo>
                  <a:lnTo>
                    <a:pt x="1473135" y="125025"/>
                  </a:lnTo>
                  <a:lnTo>
                    <a:pt x="1471855" y="125486"/>
                  </a:lnTo>
                  <a:lnTo>
                    <a:pt x="1470522" y="125948"/>
                  </a:lnTo>
                  <a:lnTo>
                    <a:pt x="1469115" y="126409"/>
                  </a:lnTo>
                  <a:lnTo>
                    <a:pt x="1467670" y="126870"/>
                  </a:lnTo>
                  <a:lnTo>
                    <a:pt x="1466141" y="127332"/>
                  </a:lnTo>
                  <a:lnTo>
                    <a:pt x="1464587" y="127793"/>
                  </a:lnTo>
                  <a:lnTo>
                    <a:pt x="1462940" y="128254"/>
                  </a:lnTo>
                  <a:lnTo>
                    <a:pt x="1461280" y="128716"/>
                  </a:lnTo>
                  <a:lnTo>
                    <a:pt x="1459521" y="129177"/>
                  </a:lnTo>
                  <a:lnTo>
                    <a:pt x="1457748" y="129638"/>
                  </a:lnTo>
                  <a:lnTo>
                    <a:pt x="1455891" y="130100"/>
                  </a:lnTo>
                  <a:lnTo>
                    <a:pt x="1454009" y="130561"/>
                  </a:lnTo>
                  <a:lnTo>
                    <a:pt x="1452058" y="131022"/>
                  </a:lnTo>
                  <a:lnTo>
                    <a:pt x="1450071" y="131484"/>
                  </a:lnTo>
                  <a:lnTo>
                    <a:pt x="1448029" y="131945"/>
                  </a:lnTo>
                  <a:lnTo>
                    <a:pt x="1445943" y="132406"/>
                  </a:lnTo>
                  <a:lnTo>
                    <a:pt x="1443813" y="132868"/>
                  </a:lnTo>
                  <a:lnTo>
                    <a:pt x="1441630" y="133329"/>
                  </a:lnTo>
                  <a:lnTo>
                    <a:pt x="1439417" y="133790"/>
                  </a:lnTo>
                  <a:lnTo>
                    <a:pt x="1437143" y="134252"/>
                  </a:lnTo>
                  <a:lnTo>
                    <a:pt x="1434848" y="134713"/>
                  </a:lnTo>
                  <a:lnTo>
                    <a:pt x="1432487" y="135175"/>
                  </a:lnTo>
                  <a:lnTo>
                    <a:pt x="1430115" y="135636"/>
                  </a:lnTo>
                  <a:lnTo>
                    <a:pt x="1427670" y="136097"/>
                  </a:lnTo>
                  <a:lnTo>
                    <a:pt x="1425216" y="136559"/>
                  </a:lnTo>
                  <a:lnTo>
                    <a:pt x="1422699" y="137020"/>
                  </a:lnTo>
                  <a:lnTo>
                    <a:pt x="1420167" y="137481"/>
                  </a:lnTo>
                  <a:lnTo>
                    <a:pt x="1417583" y="137943"/>
                  </a:lnTo>
                  <a:lnTo>
                    <a:pt x="1414975" y="138404"/>
                  </a:lnTo>
                  <a:lnTo>
                    <a:pt x="1412326" y="138865"/>
                  </a:lnTo>
                  <a:lnTo>
                    <a:pt x="1409647" y="139327"/>
                  </a:lnTo>
                  <a:lnTo>
                    <a:pt x="1406937" y="139788"/>
                  </a:lnTo>
                  <a:lnTo>
                    <a:pt x="1404190" y="140249"/>
                  </a:lnTo>
                  <a:lnTo>
                    <a:pt x="1401420" y="140711"/>
                  </a:lnTo>
                  <a:lnTo>
                    <a:pt x="1398610" y="141172"/>
                  </a:lnTo>
                  <a:lnTo>
                    <a:pt x="1395784" y="141633"/>
                  </a:lnTo>
                  <a:lnTo>
                    <a:pt x="1392913" y="142095"/>
                  </a:lnTo>
                  <a:lnTo>
                    <a:pt x="1390034" y="142556"/>
                  </a:lnTo>
                  <a:lnTo>
                    <a:pt x="1387105" y="143017"/>
                  </a:lnTo>
                  <a:lnTo>
                    <a:pt x="1384170" y="143479"/>
                  </a:lnTo>
                  <a:lnTo>
                    <a:pt x="1381191" y="143940"/>
                  </a:lnTo>
                  <a:lnTo>
                    <a:pt x="1378203" y="144401"/>
                  </a:lnTo>
                  <a:lnTo>
                    <a:pt x="1375178" y="144863"/>
                  </a:lnTo>
                  <a:lnTo>
                    <a:pt x="1372139" y="145324"/>
                  </a:lnTo>
                  <a:lnTo>
                    <a:pt x="1369070" y="145786"/>
                  </a:lnTo>
                  <a:lnTo>
                    <a:pt x="1365983" y="146247"/>
                  </a:lnTo>
                  <a:lnTo>
                    <a:pt x="1362872" y="146708"/>
                  </a:lnTo>
                  <a:lnTo>
                    <a:pt x="1359740" y="147170"/>
                  </a:lnTo>
                  <a:lnTo>
                    <a:pt x="1356590" y="147631"/>
                  </a:lnTo>
                  <a:lnTo>
                    <a:pt x="1353415" y="148092"/>
                  </a:lnTo>
                  <a:lnTo>
                    <a:pt x="1350228" y="148554"/>
                  </a:lnTo>
                  <a:lnTo>
                    <a:pt x="1347012" y="149015"/>
                  </a:lnTo>
                  <a:lnTo>
                    <a:pt x="1343790" y="149476"/>
                  </a:lnTo>
                  <a:lnTo>
                    <a:pt x="1340537" y="149938"/>
                  </a:lnTo>
                  <a:lnTo>
                    <a:pt x="1337280" y="150399"/>
                  </a:lnTo>
                  <a:lnTo>
                    <a:pt x="1333994" y="150860"/>
                  </a:lnTo>
                  <a:lnTo>
                    <a:pt x="1330702" y="151322"/>
                  </a:lnTo>
                  <a:lnTo>
                    <a:pt x="1327386" y="151783"/>
                  </a:lnTo>
                  <a:lnTo>
                    <a:pt x="1324062" y="152244"/>
                  </a:lnTo>
                  <a:lnTo>
                    <a:pt x="1320718" y="152706"/>
                  </a:lnTo>
                  <a:lnTo>
                    <a:pt x="1317364" y="153167"/>
                  </a:lnTo>
                  <a:lnTo>
                    <a:pt x="1313996" y="153628"/>
                  </a:lnTo>
                  <a:lnTo>
                    <a:pt x="1310614" y="154090"/>
                  </a:lnTo>
                  <a:lnTo>
                    <a:pt x="1307222" y="154551"/>
                  </a:lnTo>
                  <a:lnTo>
                    <a:pt x="1303815" y="155013"/>
                  </a:lnTo>
                  <a:lnTo>
                    <a:pt x="1300401" y="155474"/>
                  </a:lnTo>
                  <a:lnTo>
                    <a:pt x="1296971" y="155935"/>
                  </a:lnTo>
                  <a:lnTo>
                    <a:pt x="1293538" y="156397"/>
                  </a:lnTo>
                  <a:lnTo>
                    <a:pt x="1290088" y="156858"/>
                  </a:lnTo>
                  <a:lnTo>
                    <a:pt x="1286636" y="157319"/>
                  </a:lnTo>
                  <a:lnTo>
                    <a:pt x="1283169" y="157781"/>
                  </a:lnTo>
                  <a:lnTo>
                    <a:pt x="1279700" y="158242"/>
                  </a:lnTo>
                  <a:lnTo>
                    <a:pt x="1276220" y="158703"/>
                  </a:lnTo>
                  <a:lnTo>
                    <a:pt x="1272737" y="159165"/>
                  </a:lnTo>
                  <a:lnTo>
                    <a:pt x="1269245" y="159626"/>
                  </a:lnTo>
                  <a:lnTo>
                    <a:pt x="1265750" y="160087"/>
                  </a:lnTo>
                  <a:lnTo>
                    <a:pt x="1262250" y="160549"/>
                  </a:lnTo>
                  <a:lnTo>
                    <a:pt x="1258746" y="161010"/>
                  </a:lnTo>
                  <a:lnTo>
                    <a:pt x="1255239" y="161471"/>
                  </a:lnTo>
                  <a:lnTo>
                    <a:pt x="1251729" y="161933"/>
                  </a:lnTo>
                  <a:lnTo>
                    <a:pt x="1248218" y="162394"/>
                  </a:lnTo>
                  <a:lnTo>
                    <a:pt x="1244706" y="162855"/>
                  </a:lnTo>
                  <a:lnTo>
                    <a:pt x="1241193" y="163317"/>
                  </a:lnTo>
                  <a:lnTo>
                    <a:pt x="1237681" y="163778"/>
                  </a:lnTo>
                  <a:lnTo>
                    <a:pt x="1234170" y="164239"/>
                  </a:lnTo>
                  <a:lnTo>
                    <a:pt x="1230662" y="164701"/>
                  </a:lnTo>
                  <a:lnTo>
                    <a:pt x="1227156" y="165162"/>
                  </a:lnTo>
                  <a:lnTo>
                    <a:pt x="1223655" y="165624"/>
                  </a:lnTo>
                  <a:lnTo>
                    <a:pt x="1220157" y="166085"/>
                  </a:lnTo>
                  <a:lnTo>
                    <a:pt x="1216666" y="166546"/>
                  </a:lnTo>
                  <a:lnTo>
                    <a:pt x="1213180" y="167008"/>
                  </a:lnTo>
                  <a:lnTo>
                    <a:pt x="1209703" y="167469"/>
                  </a:lnTo>
                  <a:lnTo>
                    <a:pt x="1206233" y="167930"/>
                  </a:lnTo>
                  <a:lnTo>
                    <a:pt x="1202771" y="168392"/>
                  </a:lnTo>
                  <a:lnTo>
                    <a:pt x="1199322" y="168853"/>
                  </a:lnTo>
                  <a:lnTo>
                    <a:pt x="1195880" y="169314"/>
                  </a:lnTo>
                  <a:lnTo>
                    <a:pt x="1192455" y="169776"/>
                  </a:lnTo>
                  <a:lnTo>
                    <a:pt x="1189036" y="170237"/>
                  </a:lnTo>
                  <a:lnTo>
                    <a:pt x="1185639" y="170698"/>
                  </a:lnTo>
                  <a:lnTo>
                    <a:pt x="1182247" y="171160"/>
                  </a:lnTo>
                  <a:lnTo>
                    <a:pt x="1178883" y="171621"/>
                  </a:lnTo>
                  <a:lnTo>
                    <a:pt x="1175524" y="172082"/>
                  </a:lnTo>
                  <a:lnTo>
                    <a:pt x="1172195" y="172544"/>
                  </a:lnTo>
                  <a:lnTo>
                    <a:pt x="1168874" y="173005"/>
                  </a:lnTo>
                  <a:lnTo>
                    <a:pt x="1165582" y="173466"/>
                  </a:lnTo>
                  <a:lnTo>
                    <a:pt x="1162305" y="173928"/>
                  </a:lnTo>
                  <a:lnTo>
                    <a:pt x="1159054" y="174389"/>
                  </a:lnTo>
                  <a:lnTo>
                    <a:pt x="1155824" y="174850"/>
                  </a:lnTo>
                  <a:lnTo>
                    <a:pt x="1152617" y="175312"/>
                  </a:lnTo>
                  <a:lnTo>
                    <a:pt x="1149440" y="175773"/>
                  </a:lnTo>
                  <a:lnTo>
                    <a:pt x="1146282" y="176235"/>
                  </a:lnTo>
                  <a:lnTo>
                    <a:pt x="1143161" y="176696"/>
                  </a:lnTo>
                  <a:lnTo>
                    <a:pt x="1140055" y="177157"/>
                  </a:lnTo>
                  <a:lnTo>
                    <a:pt x="1136995" y="177619"/>
                  </a:lnTo>
                  <a:lnTo>
                    <a:pt x="1133945" y="178080"/>
                  </a:lnTo>
                  <a:lnTo>
                    <a:pt x="1130951" y="178541"/>
                  </a:lnTo>
                  <a:lnTo>
                    <a:pt x="1127964" y="179003"/>
                  </a:lnTo>
                  <a:lnTo>
                    <a:pt x="1125036" y="179464"/>
                  </a:lnTo>
                  <a:lnTo>
                    <a:pt x="1122121" y="179925"/>
                  </a:lnTo>
                  <a:lnTo>
                    <a:pt x="1119258" y="180387"/>
                  </a:lnTo>
                  <a:lnTo>
                    <a:pt x="1116418" y="180848"/>
                  </a:lnTo>
                  <a:lnTo>
                    <a:pt x="1113625" y="181309"/>
                  </a:lnTo>
                  <a:lnTo>
                    <a:pt x="1110863" y="181771"/>
                  </a:lnTo>
                  <a:lnTo>
                    <a:pt x="1108142" y="182232"/>
                  </a:lnTo>
                  <a:lnTo>
                    <a:pt x="1105464" y="182693"/>
                  </a:lnTo>
                  <a:lnTo>
                    <a:pt x="1102818" y="183155"/>
                  </a:lnTo>
                  <a:lnTo>
                    <a:pt x="1100226" y="183616"/>
                  </a:lnTo>
                  <a:lnTo>
                    <a:pt x="1097658" y="184077"/>
                  </a:lnTo>
                  <a:lnTo>
                    <a:pt x="1095155" y="184539"/>
                  </a:lnTo>
                  <a:lnTo>
                    <a:pt x="1092668" y="185000"/>
                  </a:lnTo>
                  <a:lnTo>
                    <a:pt x="1090258" y="185461"/>
                  </a:lnTo>
                  <a:lnTo>
                    <a:pt x="1087857" y="185923"/>
                  </a:lnTo>
                  <a:lnTo>
                    <a:pt x="1085537" y="186384"/>
                  </a:lnTo>
                  <a:lnTo>
                    <a:pt x="1083232" y="186846"/>
                  </a:lnTo>
                  <a:lnTo>
                    <a:pt x="1080999" y="187307"/>
                  </a:lnTo>
                  <a:lnTo>
                    <a:pt x="1078791" y="187768"/>
                  </a:lnTo>
                  <a:lnTo>
                    <a:pt x="1076645" y="188230"/>
                  </a:lnTo>
                  <a:lnTo>
                    <a:pt x="1074537" y="188691"/>
                  </a:lnTo>
                  <a:lnTo>
                    <a:pt x="1072480" y="189152"/>
                  </a:lnTo>
                  <a:lnTo>
                    <a:pt x="1070471" y="189614"/>
                  </a:lnTo>
                  <a:lnTo>
                    <a:pt x="1068504" y="190075"/>
                  </a:lnTo>
                  <a:lnTo>
                    <a:pt x="1066597" y="190536"/>
                  </a:lnTo>
                  <a:lnTo>
                    <a:pt x="1064720" y="190998"/>
                  </a:lnTo>
                  <a:lnTo>
                    <a:pt x="1062913" y="191459"/>
                  </a:lnTo>
                  <a:lnTo>
                    <a:pt x="1061127" y="191920"/>
                  </a:lnTo>
                  <a:lnTo>
                    <a:pt x="1059422" y="192382"/>
                  </a:lnTo>
                  <a:lnTo>
                    <a:pt x="1057727" y="192843"/>
                  </a:lnTo>
                  <a:lnTo>
                    <a:pt x="1056120" y="193304"/>
                  </a:lnTo>
                  <a:lnTo>
                    <a:pt x="1054526" y="193766"/>
                  </a:lnTo>
                  <a:lnTo>
                    <a:pt x="1053007" y="194227"/>
                  </a:lnTo>
                  <a:lnTo>
                    <a:pt x="1051512" y="194688"/>
                  </a:lnTo>
                  <a:lnTo>
                    <a:pt x="1050081" y="195150"/>
                  </a:lnTo>
                  <a:lnTo>
                    <a:pt x="1048682" y="195611"/>
                  </a:lnTo>
                  <a:lnTo>
                    <a:pt x="1047336" y="196072"/>
                  </a:lnTo>
                  <a:lnTo>
                    <a:pt x="1046033" y="196534"/>
                  </a:lnTo>
                  <a:lnTo>
                    <a:pt x="1044770" y="196995"/>
                  </a:lnTo>
                  <a:lnTo>
                    <a:pt x="1043558" y="197457"/>
                  </a:lnTo>
                  <a:lnTo>
                    <a:pt x="1042377" y="197918"/>
                  </a:lnTo>
                  <a:lnTo>
                    <a:pt x="1041253" y="198379"/>
                  </a:lnTo>
                  <a:lnTo>
                    <a:pt x="1040150" y="198841"/>
                  </a:lnTo>
                  <a:lnTo>
                    <a:pt x="1039112" y="199302"/>
                  </a:lnTo>
                  <a:lnTo>
                    <a:pt x="1038083" y="199763"/>
                  </a:lnTo>
                  <a:lnTo>
                    <a:pt x="1037126" y="200225"/>
                  </a:lnTo>
                  <a:lnTo>
                    <a:pt x="1036176" y="200686"/>
                  </a:lnTo>
                  <a:lnTo>
                    <a:pt x="1035287" y="201147"/>
                  </a:lnTo>
                  <a:lnTo>
                    <a:pt x="1034413" y="201609"/>
                  </a:lnTo>
                  <a:lnTo>
                    <a:pt x="1033587" y="202070"/>
                  </a:lnTo>
                  <a:lnTo>
                    <a:pt x="1032783" y="202531"/>
                  </a:lnTo>
                  <a:lnTo>
                    <a:pt x="1032017" y="202993"/>
                  </a:lnTo>
                  <a:lnTo>
                    <a:pt x="1031277" y="203454"/>
                  </a:lnTo>
                  <a:lnTo>
                    <a:pt x="1030565" y="203915"/>
                  </a:lnTo>
                  <a:lnTo>
                    <a:pt x="1029884" y="204377"/>
                  </a:lnTo>
                  <a:lnTo>
                    <a:pt x="1029222" y="204838"/>
                  </a:lnTo>
                  <a:lnTo>
                    <a:pt x="1028593" y="205299"/>
                  </a:lnTo>
                  <a:lnTo>
                    <a:pt x="1027976" y="205761"/>
                  </a:lnTo>
                  <a:lnTo>
                    <a:pt x="1027393" y="206222"/>
                  </a:lnTo>
                  <a:lnTo>
                    <a:pt x="1026816" y="206684"/>
                  </a:lnTo>
                  <a:lnTo>
                    <a:pt x="1026272" y="207145"/>
                  </a:lnTo>
                  <a:lnTo>
                    <a:pt x="1025731" y="207606"/>
                  </a:lnTo>
                  <a:lnTo>
                    <a:pt x="1025217" y="208068"/>
                  </a:lnTo>
                  <a:lnTo>
                    <a:pt x="1024708" y="208529"/>
                  </a:lnTo>
                  <a:lnTo>
                    <a:pt x="1024217" y="208990"/>
                  </a:lnTo>
                  <a:lnTo>
                    <a:pt x="1023731" y="209452"/>
                  </a:lnTo>
                  <a:lnTo>
                    <a:pt x="1023257" y="209913"/>
                  </a:lnTo>
                  <a:lnTo>
                    <a:pt x="1022789" y="210374"/>
                  </a:lnTo>
                  <a:lnTo>
                    <a:pt x="1022326" y="210836"/>
                  </a:lnTo>
                  <a:lnTo>
                    <a:pt x="1021867" y="211297"/>
                  </a:lnTo>
                  <a:lnTo>
                    <a:pt x="1021411" y="211758"/>
                  </a:lnTo>
                  <a:lnTo>
                    <a:pt x="1020954" y="212220"/>
                  </a:lnTo>
                  <a:lnTo>
                    <a:pt x="1020498" y="212681"/>
                  </a:lnTo>
                  <a:lnTo>
                    <a:pt x="1020037" y="213142"/>
                  </a:lnTo>
                  <a:lnTo>
                    <a:pt x="1019575" y="213604"/>
                  </a:lnTo>
                  <a:lnTo>
                    <a:pt x="1019102" y="214065"/>
                  </a:lnTo>
                  <a:lnTo>
                    <a:pt x="1018628" y="214526"/>
                  </a:lnTo>
                  <a:lnTo>
                    <a:pt x="1018137" y="214988"/>
                  </a:lnTo>
                  <a:lnTo>
                    <a:pt x="1017643" y="215449"/>
                  </a:lnTo>
                  <a:lnTo>
                    <a:pt x="1017131" y="215910"/>
                  </a:lnTo>
                  <a:lnTo>
                    <a:pt x="1016610" y="216372"/>
                  </a:lnTo>
                  <a:lnTo>
                    <a:pt x="1016070" y="216833"/>
                  </a:lnTo>
                  <a:lnTo>
                    <a:pt x="1015517" y="217295"/>
                  </a:lnTo>
                  <a:lnTo>
                    <a:pt x="1014945" y="217756"/>
                  </a:lnTo>
                  <a:lnTo>
                    <a:pt x="1014352" y="218217"/>
                  </a:lnTo>
                  <a:lnTo>
                    <a:pt x="1013743" y="218679"/>
                  </a:lnTo>
                  <a:lnTo>
                    <a:pt x="1013105" y="219140"/>
                  </a:lnTo>
                  <a:lnTo>
                    <a:pt x="1012454" y="219601"/>
                  </a:lnTo>
                  <a:lnTo>
                    <a:pt x="1011766" y="220063"/>
                  </a:lnTo>
                  <a:lnTo>
                    <a:pt x="1011069" y="220524"/>
                  </a:lnTo>
                  <a:lnTo>
                    <a:pt x="1010325" y="220985"/>
                  </a:lnTo>
                  <a:lnTo>
                    <a:pt x="1009576" y="221447"/>
                  </a:lnTo>
                  <a:lnTo>
                    <a:pt x="1008774" y="221908"/>
                  </a:lnTo>
                  <a:lnTo>
                    <a:pt x="1007964" y="222369"/>
                  </a:lnTo>
                  <a:lnTo>
                    <a:pt x="1007105" y="222831"/>
                  </a:lnTo>
                  <a:lnTo>
                    <a:pt x="1006229" y="223292"/>
                  </a:lnTo>
                  <a:lnTo>
                    <a:pt x="1005310" y="223753"/>
                  </a:lnTo>
                  <a:lnTo>
                    <a:pt x="1004365" y="224215"/>
                  </a:lnTo>
                  <a:lnTo>
                    <a:pt x="1003383" y="224676"/>
                  </a:lnTo>
                  <a:lnTo>
                    <a:pt x="1002366" y="225137"/>
                  </a:lnTo>
                  <a:lnTo>
                    <a:pt x="1001318" y="225599"/>
                  </a:lnTo>
                  <a:lnTo>
                    <a:pt x="1000227" y="226060"/>
                  </a:lnTo>
                  <a:lnTo>
                    <a:pt x="999111" y="226521"/>
                  </a:lnTo>
                  <a:lnTo>
                    <a:pt x="997943" y="226983"/>
                  </a:lnTo>
                  <a:lnTo>
                    <a:pt x="996758" y="227444"/>
                  </a:lnTo>
                  <a:lnTo>
                    <a:pt x="995511" y="227906"/>
                  </a:lnTo>
                  <a:lnTo>
                    <a:pt x="994255" y="228367"/>
                  </a:lnTo>
                  <a:lnTo>
                    <a:pt x="992929" y="228828"/>
                  </a:lnTo>
                  <a:lnTo>
                    <a:pt x="991593" y="229290"/>
                  </a:lnTo>
                  <a:lnTo>
                    <a:pt x="990194" y="229751"/>
                  </a:lnTo>
                  <a:lnTo>
                    <a:pt x="988778" y="230212"/>
                  </a:lnTo>
                  <a:lnTo>
                    <a:pt x="987307" y="230674"/>
                  </a:lnTo>
                  <a:lnTo>
                    <a:pt x="985810" y="231135"/>
                  </a:lnTo>
                  <a:lnTo>
                    <a:pt x="984268" y="231596"/>
                  </a:lnTo>
                  <a:lnTo>
                    <a:pt x="982690" y="232058"/>
                  </a:lnTo>
                  <a:lnTo>
                    <a:pt x="981077" y="232519"/>
                  </a:lnTo>
                  <a:lnTo>
                    <a:pt x="979420" y="232980"/>
                  </a:lnTo>
                  <a:lnTo>
                    <a:pt x="977737" y="233442"/>
                  </a:lnTo>
                  <a:lnTo>
                    <a:pt x="976002" y="233903"/>
                  </a:lnTo>
                  <a:lnTo>
                    <a:pt x="974249" y="234364"/>
                  </a:lnTo>
                  <a:lnTo>
                    <a:pt x="972439" y="234826"/>
                  </a:lnTo>
                  <a:lnTo>
                    <a:pt x="970619" y="235287"/>
                  </a:lnTo>
                  <a:lnTo>
                    <a:pt x="968735" y="235748"/>
                  </a:lnTo>
                  <a:close/>
                </a:path>
              </a:pathLst>
            </a:custGeom>
            <a:solidFill>
              <a:srgbClr val="4472C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254075" y="5433280"/>
              <a:ext cx="41245" cy="0"/>
            </a:xfrm>
            <a:custGeom>
              <a:avLst/>
              <a:pathLst>
                <a:path w="41245" h="0">
                  <a:moveTo>
                    <a:pt x="0" y="0"/>
                  </a:moveTo>
                  <a:lnTo>
                    <a:pt x="41245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274698" y="5433280"/>
              <a:ext cx="0" cy="967319"/>
            </a:xfrm>
            <a:custGeom>
              <a:avLst/>
              <a:pathLst>
                <a:path w="0" h="967319">
                  <a:moveTo>
                    <a:pt x="0" y="0"/>
                  </a:moveTo>
                  <a:lnTo>
                    <a:pt x="0" y="967319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254075" y="6400599"/>
              <a:ext cx="41245" cy="0"/>
            </a:xfrm>
            <a:custGeom>
              <a:avLst/>
              <a:pathLst>
                <a:path w="41245" h="0">
                  <a:moveTo>
                    <a:pt x="0" y="0"/>
                  </a:moveTo>
                  <a:lnTo>
                    <a:pt x="41245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6192208" y="5774274"/>
              <a:ext cx="164980" cy="302170"/>
            </a:xfrm>
            <a:custGeom>
              <a:avLst/>
              <a:pathLst>
                <a:path w="164980" h="302170">
                  <a:moveTo>
                    <a:pt x="0" y="0"/>
                  </a:moveTo>
                  <a:lnTo>
                    <a:pt x="0" y="302170"/>
                  </a:lnTo>
                  <a:lnTo>
                    <a:pt x="164980" y="302170"/>
                  </a:lnTo>
                  <a:lnTo>
                    <a:pt x="164980" y="0"/>
                  </a:lnTo>
                  <a:close/>
                </a:path>
              </a:pathLst>
            </a:custGeom>
            <a:solidFill>
              <a:srgbClr val="F2975A">
                <a:alpha val="29803"/>
              </a:srgbClr>
            </a:solidFill>
            <a:ln w="13550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192208" y="5883261"/>
              <a:ext cx="164980" cy="0"/>
            </a:xfrm>
            <a:custGeom>
              <a:avLst/>
              <a:pathLst>
                <a:path w="164980" h="0">
                  <a:moveTo>
                    <a:pt x="0" y="0"/>
                  </a:moveTo>
                  <a:lnTo>
                    <a:pt x="164980" y="0"/>
                  </a:lnTo>
                </a:path>
              </a:pathLst>
            </a:custGeom>
            <a:ln w="27101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903884" y="5407086"/>
              <a:ext cx="41245" cy="0"/>
            </a:xfrm>
            <a:custGeom>
              <a:avLst/>
              <a:pathLst>
                <a:path w="41245" h="0">
                  <a:moveTo>
                    <a:pt x="0" y="0"/>
                  </a:moveTo>
                  <a:lnTo>
                    <a:pt x="41245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924506" y="5407086"/>
              <a:ext cx="0" cy="986029"/>
            </a:xfrm>
            <a:custGeom>
              <a:avLst/>
              <a:pathLst>
                <a:path w="0" h="986029">
                  <a:moveTo>
                    <a:pt x="0" y="0"/>
                  </a:moveTo>
                  <a:lnTo>
                    <a:pt x="0" y="986029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7903884" y="6393115"/>
              <a:ext cx="41245" cy="0"/>
            </a:xfrm>
            <a:custGeom>
              <a:avLst/>
              <a:pathLst>
                <a:path w="41245" h="0">
                  <a:moveTo>
                    <a:pt x="0" y="0"/>
                  </a:moveTo>
                  <a:lnTo>
                    <a:pt x="41245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7842016" y="5793452"/>
              <a:ext cx="164980" cy="263346"/>
            </a:xfrm>
            <a:custGeom>
              <a:avLst/>
              <a:pathLst>
                <a:path w="164980" h="263346">
                  <a:moveTo>
                    <a:pt x="0" y="0"/>
                  </a:moveTo>
                  <a:lnTo>
                    <a:pt x="0" y="263346"/>
                  </a:lnTo>
                  <a:lnTo>
                    <a:pt x="164980" y="263346"/>
                  </a:lnTo>
                  <a:lnTo>
                    <a:pt x="164980" y="0"/>
                  </a:lnTo>
                  <a:close/>
                </a:path>
              </a:pathLst>
            </a:custGeom>
            <a:solidFill>
              <a:srgbClr val="94D82D">
                <a:alpha val="29803"/>
              </a:srgbClr>
            </a:solidFill>
            <a:ln w="13550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7842016" y="5920682"/>
              <a:ext cx="164980" cy="0"/>
            </a:xfrm>
            <a:custGeom>
              <a:avLst/>
              <a:pathLst>
                <a:path w="164980" h="0">
                  <a:moveTo>
                    <a:pt x="0" y="0"/>
                  </a:moveTo>
                  <a:lnTo>
                    <a:pt x="164980" y="0"/>
                  </a:lnTo>
                </a:path>
              </a:pathLst>
            </a:custGeom>
            <a:ln w="27101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553692" y="7120943"/>
              <a:ext cx="41245" cy="0"/>
            </a:xfrm>
            <a:custGeom>
              <a:avLst/>
              <a:pathLst>
                <a:path w="41245" h="0">
                  <a:moveTo>
                    <a:pt x="0" y="0"/>
                  </a:moveTo>
                  <a:lnTo>
                    <a:pt x="41245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9574315" y="7120943"/>
              <a:ext cx="0" cy="235748"/>
            </a:xfrm>
            <a:custGeom>
              <a:avLst/>
              <a:pathLst>
                <a:path w="0" h="235748">
                  <a:moveTo>
                    <a:pt x="0" y="0"/>
                  </a:moveTo>
                  <a:lnTo>
                    <a:pt x="0" y="235748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9553692" y="7356692"/>
              <a:ext cx="41245" cy="0"/>
            </a:xfrm>
            <a:custGeom>
              <a:avLst/>
              <a:pathLst>
                <a:path w="41245" h="0">
                  <a:moveTo>
                    <a:pt x="0" y="0"/>
                  </a:moveTo>
                  <a:lnTo>
                    <a:pt x="41245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9491824" y="7214962"/>
              <a:ext cx="164980" cy="70163"/>
            </a:xfrm>
            <a:custGeom>
              <a:avLst/>
              <a:pathLst>
                <a:path w="164980" h="70163">
                  <a:moveTo>
                    <a:pt x="0" y="0"/>
                  </a:moveTo>
                  <a:lnTo>
                    <a:pt x="0" y="70163"/>
                  </a:lnTo>
                  <a:lnTo>
                    <a:pt x="164980" y="70163"/>
                  </a:lnTo>
                  <a:lnTo>
                    <a:pt x="164980" y="0"/>
                  </a:lnTo>
                  <a:close/>
                </a:path>
              </a:pathLst>
            </a:custGeom>
            <a:solidFill>
              <a:srgbClr val="4472C4">
                <a:alpha val="29803"/>
              </a:srgbClr>
            </a:solidFill>
            <a:ln w="13550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91824" y="7244431"/>
              <a:ext cx="164980" cy="0"/>
            </a:xfrm>
            <a:custGeom>
              <a:avLst/>
              <a:pathLst>
                <a:path w="164980" h="0">
                  <a:moveTo>
                    <a:pt x="0" y="0"/>
                  </a:moveTo>
                  <a:lnTo>
                    <a:pt x="164980" y="0"/>
                  </a:lnTo>
                </a:path>
              </a:pathLst>
            </a:custGeom>
            <a:ln w="27101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>
              <a:off x="6789261" y="4506387"/>
              <a:ext cx="620682" cy="1639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0.827</a:t>
              </a:r>
            </a:p>
          </p:txBody>
        </p:sp>
        <p:sp>
          <p:nvSpPr>
            <p:cNvPr id="33" name="pl33"/>
            <p:cNvSpPr/>
            <p:nvPr/>
          </p:nvSpPr>
          <p:spPr>
            <a:xfrm>
              <a:off x="6274698" y="4716678"/>
              <a:ext cx="0" cy="107265"/>
            </a:xfrm>
            <a:custGeom>
              <a:avLst/>
              <a:pathLst>
                <a:path w="0" h="107265">
                  <a:moveTo>
                    <a:pt x="0" y="107265"/>
                  </a:moveTo>
                  <a:lnTo>
                    <a:pt x="0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6274698" y="4716678"/>
              <a:ext cx="1649808" cy="0"/>
            </a:xfrm>
            <a:custGeom>
              <a:avLst/>
              <a:pathLst>
                <a:path w="1649808" h="0">
                  <a:moveTo>
                    <a:pt x="0" y="0"/>
                  </a:moveTo>
                  <a:lnTo>
                    <a:pt x="1649808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7924506" y="4716678"/>
              <a:ext cx="0" cy="107265"/>
            </a:xfrm>
            <a:custGeom>
              <a:avLst/>
              <a:pathLst>
                <a:path w="0" h="107265">
                  <a:moveTo>
                    <a:pt x="0" y="0"/>
                  </a:moveTo>
                  <a:lnTo>
                    <a:pt x="0" y="107265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7439383" y="4038631"/>
              <a:ext cx="970245" cy="1639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1.12e-11</a:t>
              </a:r>
            </a:p>
          </p:txBody>
        </p:sp>
        <p:sp>
          <p:nvSpPr>
            <p:cNvPr id="37" name="pl37"/>
            <p:cNvSpPr/>
            <p:nvPr/>
          </p:nvSpPr>
          <p:spPr>
            <a:xfrm>
              <a:off x="6274698" y="4248922"/>
              <a:ext cx="0" cy="107265"/>
            </a:xfrm>
            <a:custGeom>
              <a:avLst/>
              <a:pathLst>
                <a:path w="0" h="107265">
                  <a:moveTo>
                    <a:pt x="0" y="107265"/>
                  </a:moveTo>
                  <a:lnTo>
                    <a:pt x="0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6274698" y="4248922"/>
              <a:ext cx="3299616" cy="0"/>
            </a:xfrm>
            <a:custGeom>
              <a:avLst/>
              <a:pathLst>
                <a:path w="3299616" h="0">
                  <a:moveTo>
                    <a:pt x="0" y="0"/>
                  </a:moveTo>
                  <a:lnTo>
                    <a:pt x="3299616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574315" y="4248922"/>
              <a:ext cx="0" cy="107265"/>
            </a:xfrm>
            <a:custGeom>
              <a:avLst/>
              <a:pathLst>
                <a:path w="0" h="107265">
                  <a:moveTo>
                    <a:pt x="0" y="0"/>
                  </a:moveTo>
                  <a:lnTo>
                    <a:pt x="0" y="107265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8264287" y="3570875"/>
              <a:ext cx="970245" cy="1639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1.12e-11</a:t>
              </a:r>
            </a:p>
          </p:txBody>
        </p:sp>
        <p:sp>
          <p:nvSpPr>
            <p:cNvPr id="41" name="pl41"/>
            <p:cNvSpPr/>
            <p:nvPr/>
          </p:nvSpPr>
          <p:spPr>
            <a:xfrm>
              <a:off x="7924506" y="3781166"/>
              <a:ext cx="0" cy="107265"/>
            </a:xfrm>
            <a:custGeom>
              <a:avLst/>
              <a:pathLst>
                <a:path w="0" h="107265">
                  <a:moveTo>
                    <a:pt x="0" y="107265"/>
                  </a:moveTo>
                  <a:lnTo>
                    <a:pt x="0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7924506" y="3781166"/>
              <a:ext cx="1649808" cy="0"/>
            </a:xfrm>
            <a:custGeom>
              <a:avLst/>
              <a:pathLst>
                <a:path w="1649808" h="0">
                  <a:moveTo>
                    <a:pt x="0" y="0"/>
                  </a:moveTo>
                  <a:lnTo>
                    <a:pt x="1649808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9574315" y="3781166"/>
              <a:ext cx="0" cy="107265"/>
            </a:xfrm>
            <a:custGeom>
              <a:avLst/>
              <a:pathLst>
                <a:path w="0" h="107265">
                  <a:moveTo>
                    <a:pt x="0" y="0"/>
                  </a:moveTo>
                  <a:lnTo>
                    <a:pt x="0" y="107265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5284813" y="3102921"/>
              <a:ext cx="5279386" cy="46307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284813" y="3102921"/>
              <a:ext cx="0" cy="4630782"/>
            </a:xfrm>
            <a:custGeom>
              <a:avLst/>
              <a:pathLst>
                <a:path w="0" h="4630782">
                  <a:moveTo>
                    <a:pt x="0" y="4630782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tx46"/>
            <p:cNvSpPr/>
            <p:nvPr/>
          </p:nvSpPr>
          <p:spPr>
            <a:xfrm>
              <a:off x="4852007" y="7430754"/>
              <a:ext cx="353094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852007" y="6495242"/>
              <a:ext cx="353094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852007" y="5559730"/>
              <a:ext cx="353094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4852007" y="4626823"/>
              <a:ext cx="353094" cy="1772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1.5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4852007" y="3688707"/>
              <a:ext cx="353094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2.0</a:t>
              </a:r>
            </a:p>
          </p:txBody>
        </p:sp>
        <p:sp>
          <p:nvSpPr>
            <p:cNvPr id="51" name="pl51"/>
            <p:cNvSpPr/>
            <p:nvPr/>
          </p:nvSpPr>
          <p:spPr>
            <a:xfrm>
              <a:off x="5240529" y="7523213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240529" y="658770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240529" y="565219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240529" y="4716678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240529" y="3781166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284813" y="7733703"/>
              <a:ext cx="5279386" cy="0"/>
            </a:xfrm>
            <a:custGeom>
              <a:avLst/>
              <a:pathLst>
                <a:path w="5279386" h="0">
                  <a:moveTo>
                    <a:pt x="0" y="0"/>
                  </a:moveTo>
                  <a:lnTo>
                    <a:pt x="5279386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6274698" y="7733703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7924506" y="7733703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9574315" y="7733703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5971213" y="7801632"/>
              <a:ext cx="606970" cy="186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Col-0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218751" y="7808329"/>
              <a:ext cx="1411510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i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UBP5-eGFP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9291789" y="7751403"/>
              <a:ext cx="565050" cy="2367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i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ubp5</a:t>
              </a:r>
            </a:p>
          </p:txBody>
        </p:sp>
        <p:sp>
          <p:nvSpPr>
            <p:cNvPr id="63" name="tx63"/>
            <p:cNvSpPr/>
            <p:nvPr/>
          </p:nvSpPr>
          <p:spPr>
            <a:xfrm rot="-5400000">
              <a:off x="3618959" y="5269639"/>
              <a:ext cx="1816633" cy="2973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Length (cm)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6379298" y="2413989"/>
              <a:ext cx="3090416" cy="3568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0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Hypocotyl length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00200" y="1691481"/>
            <a:ext cx="11887200" cy="7315200"/>
            <a:chOff x="1600200" y="1691481"/>
            <a:chExt cx="11887200" cy="7315200"/>
          </a:xfrm>
        </p:grpSpPr>
        <p:sp>
          <p:nvSpPr>
            <p:cNvPr id="3" name="rc3"/>
            <p:cNvSpPr/>
            <p:nvPr/>
          </p:nvSpPr>
          <p:spPr>
            <a:xfrm>
              <a:off x="1600200" y="1691481"/>
              <a:ext cx="118872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7164507" y="1767396"/>
              <a:ext cx="0" cy="6811432"/>
            </a:xfrm>
            <a:custGeom>
              <a:avLst/>
              <a:pathLst>
                <a:path w="0" h="6811432">
                  <a:moveTo>
                    <a:pt x="0" y="68114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70911" y="1767396"/>
              <a:ext cx="0" cy="6811432"/>
            </a:xfrm>
            <a:custGeom>
              <a:avLst/>
              <a:pathLst>
                <a:path w="0" h="6811432">
                  <a:moveTo>
                    <a:pt x="0" y="68114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1177316" y="1767396"/>
              <a:ext cx="0" cy="6811432"/>
            </a:xfrm>
            <a:custGeom>
              <a:avLst/>
              <a:pathLst>
                <a:path w="0" h="6811432">
                  <a:moveTo>
                    <a:pt x="0" y="68114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883355" y="8376509"/>
              <a:ext cx="6114879" cy="0"/>
            </a:xfrm>
            <a:custGeom>
              <a:avLst/>
              <a:pathLst>
                <a:path w="6114879" h="0">
                  <a:moveTo>
                    <a:pt x="0" y="0"/>
                  </a:moveTo>
                  <a:lnTo>
                    <a:pt x="6114879" y="0"/>
                  </a:lnTo>
                  <a:lnTo>
                    <a:pt x="611487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5883355" y="8039309"/>
              <a:ext cx="6114879" cy="0"/>
            </a:xfrm>
            <a:custGeom>
              <a:avLst/>
              <a:pathLst>
                <a:path w="6114879" h="0">
                  <a:moveTo>
                    <a:pt x="0" y="0"/>
                  </a:moveTo>
                  <a:lnTo>
                    <a:pt x="6114879" y="0"/>
                  </a:lnTo>
                  <a:lnTo>
                    <a:pt x="611487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883355" y="7702110"/>
              <a:ext cx="6114879" cy="0"/>
            </a:xfrm>
            <a:custGeom>
              <a:avLst/>
              <a:pathLst>
                <a:path w="6114879" h="0">
                  <a:moveTo>
                    <a:pt x="0" y="0"/>
                  </a:moveTo>
                  <a:lnTo>
                    <a:pt x="6114879" y="0"/>
                  </a:lnTo>
                  <a:lnTo>
                    <a:pt x="611487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883355" y="7364910"/>
              <a:ext cx="6114879" cy="0"/>
            </a:xfrm>
            <a:custGeom>
              <a:avLst/>
              <a:pathLst>
                <a:path w="6114879" h="0">
                  <a:moveTo>
                    <a:pt x="0" y="0"/>
                  </a:moveTo>
                  <a:lnTo>
                    <a:pt x="6114879" y="0"/>
                  </a:lnTo>
                  <a:lnTo>
                    <a:pt x="611487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883355" y="7027710"/>
              <a:ext cx="6114879" cy="0"/>
            </a:xfrm>
            <a:custGeom>
              <a:avLst/>
              <a:pathLst>
                <a:path w="6114879" h="0">
                  <a:moveTo>
                    <a:pt x="0" y="0"/>
                  </a:moveTo>
                  <a:lnTo>
                    <a:pt x="6114879" y="0"/>
                  </a:lnTo>
                  <a:lnTo>
                    <a:pt x="611487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883355" y="6690511"/>
              <a:ext cx="6114879" cy="0"/>
            </a:xfrm>
            <a:custGeom>
              <a:avLst/>
              <a:pathLst>
                <a:path w="6114879" h="0">
                  <a:moveTo>
                    <a:pt x="0" y="0"/>
                  </a:moveTo>
                  <a:lnTo>
                    <a:pt x="6114879" y="0"/>
                  </a:lnTo>
                  <a:lnTo>
                    <a:pt x="611487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3355" y="6353311"/>
              <a:ext cx="6114879" cy="0"/>
            </a:xfrm>
            <a:custGeom>
              <a:avLst/>
              <a:pathLst>
                <a:path w="6114879" h="0">
                  <a:moveTo>
                    <a:pt x="0" y="0"/>
                  </a:moveTo>
                  <a:lnTo>
                    <a:pt x="6114879" y="0"/>
                  </a:lnTo>
                  <a:lnTo>
                    <a:pt x="611487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83355" y="6016111"/>
              <a:ext cx="6114879" cy="0"/>
            </a:xfrm>
            <a:custGeom>
              <a:avLst/>
              <a:pathLst>
                <a:path w="6114879" h="0">
                  <a:moveTo>
                    <a:pt x="0" y="0"/>
                  </a:moveTo>
                  <a:lnTo>
                    <a:pt x="6114879" y="0"/>
                  </a:lnTo>
                  <a:lnTo>
                    <a:pt x="611487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883355" y="5678912"/>
              <a:ext cx="6114879" cy="0"/>
            </a:xfrm>
            <a:custGeom>
              <a:avLst/>
              <a:pathLst>
                <a:path w="6114879" h="0">
                  <a:moveTo>
                    <a:pt x="0" y="0"/>
                  </a:moveTo>
                  <a:lnTo>
                    <a:pt x="6114879" y="0"/>
                  </a:lnTo>
                  <a:lnTo>
                    <a:pt x="611487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883355" y="5341712"/>
              <a:ext cx="6114879" cy="0"/>
            </a:xfrm>
            <a:custGeom>
              <a:avLst/>
              <a:pathLst>
                <a:path w="6114879" h="0">
                  <a:moveTo>
                    <a:pt x="0" y="0"/>
                  </a:moveTo>
                  <a:lnTo>
                    <a:pt x="6114879" y="0"/>
                  </a:lnTo>
                  <a:lnTo>
                    <a:pt x="611487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883355" y="5004513"/>
              <a:ext cx="6114879" cy="0"/>
            </a:xfrm>
            <a:custGeom>
              <a:avLst/>
              <a:pathLst>
                <a:path w="6114879" h="0">
                  <a:moveTo>
                    <a:pt x="0" y="0"/>
                  </a:moveTo>
                  <a:lnTo>
                    <a:pt x="6114879" y="0"/>
                  </a:lnTo>
                  <a:lnTo>
                    <a:pt x="611487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883355" y="4667313"/>
              <a:ext cx="6114879" cy="0"/>
            </a:xfrm>
            <a:custGeom>
              <a:avLst/>
              <a:pathLst>
                <a:path w="6114879" h="0">
                  <a:moveTo>
                    <a:pt x="0" y="0"/>
                  </a:moveTo>
                  <a:lnTo>
                    <a:pt x="6114879" y="0"/>
                  </a:lnTo>
                  <a:lnTo>
                    <a:pt x="611487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883355" y="4330113"/>
              <a:ext cx="6114879" cy="0"/>
            </a:xfrm>
            <a:custGeom>
              <a:avLst/>
              <a:pathLst>
                <a:path w="6114879" h="0">
                  <a:moveTo>
                    <a:pt x="0" y="0"/>
                  </a:moveTo>
                  <a:lnTo>
                    <a:pt x="6114879" y="0"/>
                  </a:lnTo>
                  <a:lnTo>
                    <a:pt x="611487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883355" y="3992914"/>
              <a:ext cx="6114879" cy="0"/>
            </a:xfrm>
            <a:custGeom>
              <a:avLst/>
              <a:pathLst>
                <a:path w="6114879" h="0">
                  <a:moveTo>
                    <a:pt x="0" y="0"/>
                  </a:moveTo>
                  <a:lnTo>
                    <a:pt x="6114879" y="0"/>
                  </a:lnTo>
                  <a:lnTo>
                    <a:pt x="611487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883355" y="3655714"/>
              <a:ext cx="6114879" cy="0"/>
            </a:xfrm>
            <a:custGeom>
              <a:avLst/>
              <a:pathLst>
                <a:path w="6114879" h="0">
                  <a:moveTo>
                    <a:pt x="0" y="0"/>
                  </a:moveTo>
                  <a:lnTo>
                    <a:pt x="6114879" y="0"/>
                  </a:lnTo>
                  <a:lnTo>
                    <a:pt x="611487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883355" y="3318515"/>
              <a:ext cx="6114879" cy="0"/>
            </a:xfrm>
            <a:custGeom>
              <a:avLst/>
              <a:pathLst>
                <a:path w="6114879" h="0">
                  <a:moveTo>
                    <a:pt x="0" y="0"/>
                  </a:moveTo>
                  <a:lnTo>
                    <a:pt x="6114879" y="0"/>
                  </a:lnTo>
                  <a:lnTo>
                    <a:pt x="611487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883355" y="2981315"/>
              <a:ext cx="6114879" cy="0"/>
            </a:xfrm>
            <a:custGeom>
              <a:avLst/>
              <a:pathLst>
                <a:path w="6114879" h="0">
                  <a:moveTo>
                    <a:pt x="0" y="0"/>
                  </a:moveTo>
                  <a:lnTo>
                    <a:pt x="6114879" y="0"/>
                  </a:lnTo>
                  <a:lnTo>
                    <a:pt x="611487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883355" y="2644115"/>
              <a:ext cx="6114879" cy="0"/>
            </a:xfrm>
            <a:custGeom>
              <a:avLst/>
              <a:pathLst>
                <a:path w="6114879" h="0">
                  <a:moveTo>
                    <a:pt x="0" y="0"/>
                  </a:moveTo>
                  <a:lnTo>
                    <a:pt x="6114879" y="0"/>
                  </a:lnTo>
                  <a:lnTo>
                    <a:pt x="611487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883355" y="2306916"/>
              <a:ext cx="6114879" cy="0"/>
            </a:xfrm>
            <a:custGeom>
              <a:avLst/>
              <a:pathLst>
                <a:path w="6114879" h="0">
                  <a:moveTo>
                    <a:pt x="0" y="0"/>
                  </a:moveTo>
                  <a:lnTo>
                    <a:pt x="6114879" y="0"/>
                  </a:lnTo>
                  <a:lnTo>
                    <a:pt x="611487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883355" y="1969716"/>
              <a:ext cx="6114879" cy="0"/>
            </a:xfrm>
            <a:custGeom>
              <a:avLst/>
              <a:pathLst>
                <a:path w="6114879" h="0">
                  <a:moveTo>
                    <a:pt x="0" y="0"/>
                  </a:moveTo>
                  <a:lnTo>
                    <a:pt x="6114879" y="0"/>
                  </a:lnTo>
                  <a:lnTo>
                    <a:pt x="611487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161304" y="1767396"/>
              <a:ext cx="0" cy="6811432"/>
            </a:xfrm>
            <a:custGeom>
              <a:avLst/>
              <a:pathLst>
                <a:path w="0" h="6811432">
                  <a:moveTo>
                    <a:pt x="0" y="68114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8167709" y="1767396"/>
              <a:ext cx="0" cy="6811432"/>
            </a:xfrm>
            <a:custGeom>
              <a:avLst/>
              <a:pathLst>
                <a:path w="0" h="6811432">
                  <a:moveTo>
                    <a:pt x="0" y="68114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0174114" y="1767396"/>
              <a:ext cx="0" cy="6811432"/>
            </a:xfrm>
            <a:custGeom>
              <a:avLst/>
              <a:pathLst>
                <a:path w="0" h="6811432">
                  <a:moveTo>
                    <a:pt x="0" y="68114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161304" y="7027710"/>
              <a:ext cx="2119709" cy="0"/>
            </a:xfrm>
            <a:custGeom>
              <a:avLst/>
              <a:pathLst>
                <a:path w="2119709" h="0">
                  <a:moveTo>
                    <a:pt x="2119709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161304" y="4667313"/>
              <a:ext cx="2643017" cy="0"/>
            </a:xfrm>
            <a:custGeom>
              <a:avLst/>
              <a:pathLst>
                <a:path w="2643017" h="0">
                  <a:moveTo>
                    <a:pt x="2643017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00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161304" y="2644115"/>
              <a:ext cx="2894966" cy="0"/>
            </a:xfrm>
            <a:custGeom>
              <a:avLst/>
              <a:pathLst>
                <a:path w="2894966" h="0">
                  <a:moveTo>
                    <a:pt x="2894966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DB00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6161304" y="5678912"/>
              <a:ext cx="2403052" cy="0"/>
            </a:xfrm>
            <a:custGeom>
              <a:avLst/>
              <a:pathLst>
                <a:path w="2403052" h="0">
                  <a:moveTo>
                    <a:pt x="2403052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D5007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6161304" y="3318515"/>
              <a:ext cx="2726106" cy="0"/>
            </a:xfrm>
            <a:custGeom>
              <a:avLst/>
              <a:pathLst>
                <a:path w="2726106" h="0">
                  <a:moveTo>
                    <a:pt x="2726106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CF00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6161304" y="7364910"/>
              <a:ext cx="2079265" cy="0"/>
            </a:xfrm>
            <a:custGeom>
              <a:avLst/>
              <a:pathLst>
                <a:path w="2079265" h="0">
                  <a:moveTo>
                    <a:pt x="2079265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C1009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6161304" y="5004513"/>
              <a:ext cx="2473128" cy="0"/>
            </a:xfrm>
            <a:custGeom>
              <a:avLst/>
              <a:pathLst>
                <a:path w="2473128" h="0">
                  <a:moveTo>
                    <a:pt x="2473128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BE00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6161304" y="7702110"/>
              <a:ext cx="2002288" cy="0"/>
            </a:xfrm>
            <a:custGeom>
              <a:avLst/>
              <a:pathLst>
                <a:path w="2002288" h="0">
                  <a:moveTo>
                    <a:pt x="2002288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BE00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6161304" y="8376509"/>
              <a:ext cx="1421496" cy="0"/>
            </a:xfrm>
            <a:custGeom>
              <a:avLst/>
              <a:pathLst>
                <a:path w="1421496" h="0">
                  <a:moveTo>
                    <a:pt x="1421496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700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6161304" y="6016111"/>
              <a:ext cx="2375088" cy="0"/>
            </a:xfrm>
            <a:custGeom>
              <a:avLst/>
              <a:pathLst>
                <a:path w="2375088" h="0">
                  <a:moveTo>
                    <a:pt x="2375088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5B00E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6161304" y="6353311"/>
              <a:ext cx="2318477" cy="0"/>
            </a:xfrm>
            <a:custGeom>
              <a:avLst/>
              <a:pathLst>
                <a:path w="2318477" h="0">
                  <a:moveTo>
                    <a:pt x="2318477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5800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6161304" y="6690511"/>
              <a:ext cx="2307611" cy="0"/>
            </a:xfrm>
            <a:custGeom>
              <a:avLst/>
              <a:pathLst>
                <a:path w="2307611" h="0">
                  <a:moveTo>
                    <a:pt x="2307611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5700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6161304" y="2981315"/>
              <a:ext cx="2731125" cy="0"/>
            </a:xfrm>
            <a:custGeom>
              <a:avLst/>
              <a:pathLst>
                <a:path w="2731125" h="0">
                  <a:moveTo>
                    <a:pt x="2731125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5700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6161304" y="2306916"/>
              <a:ext cx="3581077" cy="0"/>
            </a:xfrm>
            <a:custGeom>
              <a:avLst/>
              <a:pathLst>
                <a:path w="3581077" h="0">
                  <a:moveTo>
                    <a:pt x="3581077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540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6161304" y="3992914"/>
              <a:ext cx="2655331" cy="0"/>
            </a:xfrm>
            <a:custGeom>
              <a:avLst/>
              <a:pathLst>
                <a:path w="2655331" h="0">
                  <a:moveTo>
                    <a:pt x="2655331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530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6161304" y="3655714"/>
              <a:ext cx="2655331" cy="0"/>
            </a:xfrm>
            <a:custGeom>
              <a:avLst/>
              <a:pathLst>
                <a:path w="2655331" h="0">
                  <a:moveTo>
                    <a:pt x="2655331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530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6161304" y="4330113"/>
              <a:ext cx="2655331" cy="0"/>
            </a:xfrm>
            <a:custGeom>
              <a:avLst/>
              <a:pathLst>
                <a:path w="2655331" h="0">
                  <a:moveTo>
                    <a:pt x="2655331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520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6161304" y="5341712"/>
              <a:ext cx="2403052" cy="0"/>
            </a:xfrm>
            <a:custGeom>
              <a:avLst/>
              <a:pathLst>
                <a:path w="2403052" h="0">
                  <a:moveTo>
                    <a:pt x="2403052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B00F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6161304" y="1969716"/>
              <a:ext cx="5558981" cy="0"/>
            </a:xfrm>
            <a:custGeom>
              <a:avLst/>
              <a:pathLst>
                <a:path w="5558981" h="0">
                  <a:moveTo>
                    <a:pt x="5558981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2900F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6161304" y="8039309"/>
              <a:ext cx="1673893" cy="0"/>
            </a:xfrm>
            <a:custGeom>
              <a:avLst/>
              <a:pathLst>
                <a:path w="1673893" h="0">
                  <a:moveTo>
                    <a:pt x="1673893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8262963" y="7009660"/>
              <a:ext cx="36101" cy="36101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8772105" y="4635096"/>
              <a:ext cx="64433" cy="64433"/>
            </a:xfrm>
            <a:prstGeom prst="ellipse">
              <a:avLst/>
            </a:prstGeom>
            <a:solidFill>
              <a:srgbClr val="E00060">
                <a:alpha val="100000"/>
              </a:srgbClr>
            </a:solidFill>
            <a:ln w="9000" cap="rnd">
              <a:solidFill>
                <a:srgbClr val="E000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9020871" y="2608715"/>
              <a:ext cx="70800" cy="70800"/>
            </a:xfrm>
            <a:prstGeom prst="ellipse">
              <a:avLst/>
            </a:prstGeom>
            <a:solidFill>
              <a:srgbClr val="DB006A">
                <a:alpha val="100000"/>
              </a:srgbClr>
            </a:solidFill>
            <a:ln w="9000" cap="rnd">
              <a:solidFill>
                <a:srgbClr val="DB00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8532141" y="5646695"/>
              <a:ext cx="64433" cy="64433"/>
            </a:xfrm>
            <a:prstGeom prst="ellipse">
              <a:avLst/>
            </a:prstGeom>
            <a:solidFill>
              <a:srgbClr val="D50074">
                <a:alpha val="100000"/>
              </a:srgbClr>
            </a:solidFill>
            <a:ln w="9000" cap="rnd">
              <a:solidFill>
                <a:srgbClr val="D5007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8851302" y="3282406"/>
              <a:ext cx="72217" cy="72217"/>
            </a:xfrm>
            <a:prstGeom prst="ellipse">
              <a:avLst/>
            </a:prstGeom>
            <a:solidFill>
              <a:srgbClr val="CF0080">
                <a:alpha val="100000"/>
              </a:srgbClr>
            </a:solidFill>
            <a:ln w="9000" cap="rnd">
              <a:solidFill>
                <a:srgbClr val="CF00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8207494" y="7331834"/>
              <a:ext cx="66151" cy="66151"/>
            </a:xfrm>
            <a:prstGeom prst="ellipse">
              <a:avLst/>
            </a:prstGeom>
            <a:solidFill>
              <a:srgbClr val="C10095">
                <a:alpha val="100000"/>
              </a:srgbClr>
            </a:solidFill>
            <a:ln w="9000" cap="rnd">
              <a:solidFill>
                <a:srgbClr val="C1009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8597642" y="4967722"/>
              <a:ext cx="73581" cy="73581"/>
            </a:xfrm>
            <a:prstGeom prst="ellipse">
              <a:avLst/>
            </a:prstGeom>
            <a:solidFill>
              <a:srgbClr val="BE0099">
                <a:alpha val="100000"/>
              </a:srgbClr>
            </a:solidFill>
            <a:ln w="9000" cap="rnd">
              <a:solidFill>
                <a:srgbClr val="BE00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8130517" y="7669034"/>
              <a:ext cx="66151" cy="66151"/>
            </a:xfrm>
            <a:prstGeom prst="ellipse">
              <a:avLst/>
            </a:prstGeom>
            <a:solidFill>
              <a:srgbClr val="BE009A">
                <a:alpha val="100000"/>
              </a:srgbClr>
            </a:solidFill>
            <a:ln w="9000" cap="rnd">
              <a:solidFill>
                <a:srgbClr val="BE00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7541799" y="8335507"/>
              <a:ext cx="82004" cy="82004"/>
            </a:xfrm>
            <a:prstGeom prst="ellipse">
              <a:avLst/>
            </a:prstGeom>
            <a:solidFill>
              <a:srgbClr val="7700DE">
                <a:alpha val="100000"/>
              </a:srgbClr>
            </a:solidFill>
            <a:ln w="9000" cap="rnd">
              <a:solidFill>
                <a:srgbClr val="7700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8481198" y="5960917"/>
              <a:ext cx="110388" cy="110388"/>
            </a:xfrm>
            <a:prstGeom prst="ellipse">
              <a:avLst/>
            </a:prstGeom>
            <a:solidFill>
              <a:srgbClr val="5B00ED">
                <a:alpha val="100000"/>
              </a:srgbClr>
            </a:solidFill>
            <a:ln w="9000" cap="rnd">
              <a:solidFill>
                <a:srgbClr val="5B00E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8424588" y="6298117"/>
              <a:ext cx="110388" cy="110388"/>
            </a:xfrm>
            <a:prstGeom prst="ellipse">
              <a:avLst/>
            </a:prstGeom>
            <a:solidFill>
              <a:srgbClr val="5800EE">
                <a:alpha val="100000"/>
              </a:srgbClr>
            </a:solidFill>
            <a:ln w="9000" cap="rnd">
              <a:solidFill>
                <a:srgbClr val="5800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8413721" y="6635316"/>
              <a:ext cx="110388" cy="110388"/>
            </a:xfrm>
            <a:prstGeom prst="ellipse">
              <a:avLst/>
            </a:prstGeom>
            <a:solidFill>
              <a:srgbClr val="5700EE">
                <a:alpha val="100000"/>
              </a:srgbClr>
            </a:solidFill>
            <a:ln w="9000" cap="rnd">
              <a:solidFill>
                <a:srgbClr val="5700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8832475" y="2921361"/>
              <a:ext cx="119908" cy="119908"/>
            </a:xfrm>
            <a:prstGeom prst="ellipse">
              <a:avLst/>
            </a:prstGeom>
            <a:solidFill>
              <a:srgbClr val="5700EE">
                <a:alpha val="100000"/>
              </a:srgbClr>
            </a:solidFill>
            <a:ln w="9000" cap="rnd">
              <a:solidFill>
                <a:srgbClr val="5700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9675772" y="2240306"/>
              <a:ext cx="133218" cy="133218"/>
            </a:xfrm>
            <a:prstGeom prst="ellipse">
              <a:avLst/>
            </a:prstGeom>
            <a:solidFill>
              <a:srgbClr val="5400F0">
                <a:alpha val="100000"/>
              </a:srgbClr>
            </a:solidFill>
            <a:ln w="9000" cap="rnd">
              <a:solidFill>
                <a:srgbClr val="540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8757284" y="3933562"/>
              <a:ext cx="118702" cy="118702"/>
            </a:xfrm>
            <a:prstGeom prst="ellipse">
              <a:avLst/>
            </a:prstGeom>
            <a:solidFill>
              <a:srgbClr val="5300F0">
                <a:alpha val="100000"/>
              </a:srgbClr>
            </a:solidFill>
            <a:ln w="9000" cap="rnd">
              <a:solidFill>
                <a:srgbClr val="530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8757284" y="3596363"/>
              <a:ext cx="118702" cy="118702"/>
            </a:xfrm>
            <a:prstGeom prst="ellipse">
              <a:avLst/>
            </a:prstGeom>
            <a:solidFill>
              <a:srgbClr val="5300F0">
                <a:alpha val="100000"/>
              </a:srgbClr>
            </a:solidFill>
            <a:ln w="9000" cap="rnd">
              <a:solidFill>
                <a:srgbClr val="530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8756982" y="4270459"/>
              <a:ext cx="119307" cy="119307"/>
            </a:xfrm>
            <a:prstGeom prst="ellipse">
              <a:avLst/>
            </a:prstGeom>
            <a:solidFill>
              <a:srgbClr val="5200F0">
                <a:alpha val="100000"/>
              </a:srgbClr>
            </a:solidFill>
            <a:ln w="9000" cap="rnd">
              <a:solidFill>
                <a:srgbClr val="520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8502932" y="5280287"/>
              <a:ext cx="122850" cy="122850"/>
            </a:xfrm>
            <a:prstGeom prst="ellipse">
              <a:avLst/>
            </a:prstGeom>
            <a:solidFill>
              <a:srgbClr val="3B00F7">
                <a:alpha val="100000"/>
              </a:srgbClr>
            </a:solidFill>
            <a:ln w="9000" cap="rnd">
              <a:solidFill>
                <a:srgbClr val="3B00F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11634482" y="1883912"/>
              <a:ext cx="171607" cy="171607"/>
            </a:xfrm>
            <a:prstGeom prst="ellipse">
              <a:avLst/>
            </a:prstGeom>
            <a:solidFill>
              <a:srgbClr val="2900FB">
                <a:alpha val="100000"/>
              </a:srgbClr>
            </a:solidFill>
            <a:ln w="9000" cap="rnd">
              <a:solidFill>
                <a:srgbClr val="2900F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7775846" y="7979958"/>
              <a:ext cx="118702" cy="1187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  <a:ln w="9000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tx70"/>
            <p:cNvSpPr/>
            <p:nvPr/>
          </p:nvSpPr>
          <p:spPr>
            <a:xfrm>
              <a:off x="4561303" y="8304803"/>
              <a:ext cx="1253728" cy="113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Response to bacterium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3503790" y="7967604"/>
              <a:ext cx="2311241" cy="113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Response to oxygen-containing compound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3782099" y="7630404"/>
              <a:ext cx="2032932" cy="113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Cellular response to external stimulus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3558559" y="7293205"/>
              <a:ext cx="2256472" cy="113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Cellular response to extracellular stimulus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564929" y="6956005"/>
              <a:ext cx="2250102" cy="113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Cellular response to phosphate starvation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493854" y="6623270"/>
              <a:ext cx="1321177" cy="1091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Immune system process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839195" y="6286071"/>
              <a:ext cx="975836" cy="1091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Immune response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3842880" y="5944406"/>
              <a:ext cx="1972151" cy="113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Defense response to other organism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944619" y="5607206"/>
              <a:ext cx="1870412" cy="113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Cellular response to nutrient levels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825503" y="5270126"/>
              <a:ext cx="989528" cy="1135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Defense response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958311" y="4932807"/>
              <a:ext cx="1856720" cy="113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Response to extracellular stimulus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168278" y="4595608"/>
              <a:ext cx="1646753" cy="113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Cellular response to starvation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330977" y="4258408"/>
              <a:ext cx="1484054" cy="113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Response to biotic stimulus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3863359" y="3921208"/>
              <a:ext cx="1951672" cy="113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Response to external biotic stimulus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283411" y="3584009"/>
              <a:ext cx="1531619" cy="113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Response to other organism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344371" y="3246809"/>
              <a:ext cx="1470659" cy="113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Response to nutrient levels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1850548" y="2909610"/>
              <a:ext cx="3964483" cy="113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Biological process involved in interspecies interaction between organisms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568030" y="2572410"/>
              <a:ext cx="1247001" cy="113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Response to starvation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181851" y="2235210"/>
              <a:ext cx="1633180" cy="113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Response to external stimulus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4771449" y="1902476"/>
              <a:ext cx="1043582" cy="1091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Response to stress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6127401" y="8644712"/>
              <a:ext cx="67806" cy="863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8133806" y="8645962"/>
              <a:ext cx="67806" cy="85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10106308" y="8644712"/>
              <a:ext cx="135612" cy="863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8521621" y="8757083"/>
              <a:ext cx="838348" cy="142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-log10(FDR)</a:t>
              </a:r>
            </a:p>
          </p:txBody>
        </p:sp>
        <p:pic>
          <p:nvPicPr>
            <p:cNvPr id="94" name="pic9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25981" y="4143458"/>
              <a:ext cx="219455" cy="1097280"/>
            </a:xfrm>
            <a:prstGeom prst="rect">
              <a:avLst/>
            </a:prstGeom>
          </p:spPr>
        </p:pic>
        <p:sp>
          <p:nvSpPr>
            <p:cNvPr id="95" name="tx95"/>
            <p:cNvSpPr/>
            <p:nvPr/>
          </p:nvSpPr>
          <p:spPr>
            <a:xfrm>
              <a:off x="12521352" y="5135952"/>
              <a:ext cx="67806" cy="851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12521352" y="4895451"/>
              <a:ext cx="67806" cy="863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12521352" y="4658580"/>
              <a:ext cx="67806" cy="838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12521352" y="4418078"/>
              <a:ext cx="67806" cy="85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12521352" y="4177517"/>
              <a:ext cx="67806" cy="863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12225981" y="3939811"/>
              <a:ext cx="1109588" cy="1119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Fold Enrichment</a:t>
              </a:r>
            </a:p>
          </p:txBody>
        </p:sp>
        <p:sp>
          <p:nvSpPr>
            <p:cNvPr id="101" name="pl101"/>
            <p:cNvSpPr/>
            <p:nvPr/>
          </p:nvSpPr>
          <p:spPr>
            <a:xfrm>
              <a:off x="12225981" y="5179142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12225981" y="493983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12225981" y="470052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12225981" y="446120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12225981" y="422189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12401546" y="5179142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12401546" y="493983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12401546" y="470052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12401546" y="446120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12401546" y="422189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tx111"/>
            <p:cNvSpPr/>
            <p:nvPr/>
          </p:nvSpPr>
          <p:spPr>
            <a:xfrm>
              <a:off x="12225981" y="5553292"/>
              <a:ext cx="813196" cy="1117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N. of Genes</a:t>
              </a:r>
            </a:p>
          </p:txBody>
        </p:sp>
        <p:sp>
          <p:nvSpPr>
            <p:cNvPr id="112" name="pt112"/>
            <p:cNvSpPr/>
            <p:nvPr/>
          </p:nvSpPr>
          <p:spPr>
            <a:xfrm>
              <a:off x="12287607" y="5818416"/>
              <a:ext cx="96202" cy="96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12271212" y="6021477"/>
              <a:ext cx="128994" cy="12899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12259250" y="6228971"/>
              <a:ext cx="152917" cy="152917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tx115"/>
            <p:cNvSpPr/>
            <p:nvPr/>
          </p:nvSpPr>
          <p:spPr>
            <a:xfrm>
              <a:off x="12521352" y="5822137"/>
              <a:ext cx="135612" cy="863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12521352" y="6041593"/>
              <a:ext cx="203418" cy="863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12521352" y="6261049"/>
              <a:ext cx="203418" cy="863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150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343400" y="2148682"/>
            <a:ext cx="6400800" cy="6400800"/>
            <a:chOff x="4343400" y="2148682"/>
            <a:chExt cx="6400800" cy="6400800"/>
          </a:xfrm>
        </p:grpSpPr>
        <p:sp>
          <p:nvSpPr>
            <p:cNvPr id="3" name="rc3"/>
            <p:cNvSpPr/>
            <p:nvPr/>
          </p:nvSpPr>
          <p:spPr>
            <a:xfrm>
              <a:off x="4343400" y="2148681"/>
              <a:ext cx="640080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343400" y="2148681"/>
              <a:ext cx="640080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5496769" y="2508681"/>
              <a:ext cx="2339254" cy="52250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5496769" y="7733703"/>
              <a:ext cx="2339254" cy="0"/>
            </a:xfrm>
            <a:custGeom>
              <a:avLst/>
              <a:pathLst>
                <a:path w="2339254" h="0">
                  <a:moveTo>
                    <a:pt x="0" y="0"/>
                  </a:moveTo>
                  <a:lnTo>
                    <a:pt x="2339254" y="0"/>
                  </a:lnTo>
                  <a:lnTo>
                    <a:pt x="2339254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496769" y="6048062"/>
              <a:ext cx="2339254" cy="0"/>
            </a:xfrm>
            <a:custGeom>
              <a:avLst/>
              <a:pathLst>
                <a:path w="2339254" h="0">
                  <a:moveTo>
                    <a:pt x="0" y="0"/>
                  </a:moveTo>
                  <a:lnTo>
                    <a:pt x="2339254" y="0"/>
                  </a:lnTo>
                  <a:lnTo>
                    <a:pt x="2339254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5496769" y="5658934"/>
              <a:ext cx="2339254" cy="0"/>
            </a:xfrm>
            <a:custGeom>
              <a:avLst/>
              <a:pathLst>
                <a:path w="2339254" h="0">
                  <a:moveTo>
                    <a:pt x="0" y="0"/>
                  </a:moveTo>
                  <a:lnTo>
                    <a:pt x="2339254" y="0"/>
                  </a:lnTo>
                  <a:lnTo>
                    <a:pt x="2339254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496769" y="4567746"/>
              <a:ext cx="2339254" cy="0"/>
            </a:xfrm>
            <a:custGeom>
              <a:avLst/>
              <a:pathLst>
                <a:path w="2339254" h="0">
                  <a:moveTo>
                    <a:pt x="0" y="0"/>
                  </a:moveTo>
                  <a:lnTo>
                    <a:pt x="2339254" y="0"/>
                  </a:lnTo>
                  <a:lnTo>
                    <a:pt x="2339254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496769" y="2508681"/>
              <a:ext cx="2339254" cy="0"/>
            </a:xfrm>
            <a:custGeom>
              <a:avLst/>
              <a:pathLst>
                <a:path w="2339254" h="0">
                  <a:moveTo>
                    <a:pt x="0" y="0"/>
                  </a:moveTo>
                  <a:lnTo>
                    <a:pt x="2339254" y="0"/>
                  </a:lnTo>
                  <a:lnTo>
                    <a:pt x="2339254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666396" y="2508681"/>
              <a:ext cx="0" cy="5225022"/>
            </a:xfrm>
            <a:custGeom>
              <a:avLst/>
              <a:pathLst>
                <a:path w="0" h="5225022">
                  <a:moveTo>
                    <a:pt x="0" y="52250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6081583" y="2508681"/>
              <a:ext cx="1169627" cy="2059064"/>
            </a:xfrm>
            <a:prstGeom prst="rect">
              <a:avLst/>
            </a:prstGeom>
            <a:solidFill>
              <a:srgbClr val="F297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6081583" y="4567746"/>
              <a:ext cx="1169627" cy="1091187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6081583" y="5658934"/>
              <a:ext cx="1169627" cy="389128"/>
            </a:xfrm>
            <a:prstGeom prst="rect">
              <a:avLst/>
            </a:prstGeom>
            <a:solidFill>
              <a:srgbClr val="94D8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6081583" y="6048062"/>
              <a:ext cx="1169627" cy="1685641"/>
            </a:xfrm>
            <a:prstGeom prst="rect">
              <a:avLst/>
            </a:prstGeom>
            <a:solidFill>
              <a:srgbClr val="BEBE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6344534" y="3439098"/>
              <a:ext cx="643725" cy="1913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3540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6344534" y="5014224"/>
              <a:ext cx="643725" cy="1913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1876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424999" y="5754383"/>
              <a:ext cx="482793" cy="1913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669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6344534" y="6791767"/>
              <a:ext cx="643725" cy="1913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2898</a:t>
              </a:r>
            </a:p>
          </p:txBody>
        </p:sp>
        <p:sp>
          <p:nvSpPr>
            <p:cNvPr id="20" name="rc20"/>
            <p:cNvSpPr/>
            <p:nvPr/>
          </p:nvSpPr>
          <p:spPr>
            <a:xfrm>
              <a:off x="5496769" y="2508681"/>
              <a:ext cx="2339254" cy="522502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496769" y="2508681"/>
              <a:ext cx="0" cy="5225022"/>
            </a:xfrm>
            <a:custGeom>
              <a:avLst/>
              <a:pathLst>
                <a:path w="0" h="5225022">
                  <a:moveTo>
                    <a:pt x="0" y="5225022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tx22"/>
            <p:cNvSpPr/>
            <p:nvPr/>
          </p:nvSpPr>
          <p:spPr>
            <a:xfrm>
              <a:off x="5275795" y="7641244"/>
              <a:ext cx="141262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4852007" y="5955603"/>
              <a:ext cx="565050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2898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4852007" y="5566474"/>
              <a:ext cx="565050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3567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4852007" y="4475286"/>
              <a:ext cx="565050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5443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4852007" y="2416222"/>
              <a:ext cx="565050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8983</a:t>
              </a:r>
            </a:p>
          </p:txBody>
        </p:sp>
        <p:sp>
          <p:nvSpPr>
            <p:cNvPr id="27" name="pl27"/>
            <p:cNvSpPr/>
            <p:nvPr/>
          </p:nvSpPr>
          <p:spPr>
            <a:xfrm>
              <a:off x="5452485" y="7733703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52485" y="6048062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452485" y="5658934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452485" y="4567746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452485" y="250868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496769" y="7733703"/>
              <a:ext cx="2339254" cy="0"/>
            </a:xfrm>
            <a:custGeom>
              <a:avLst/>
              <a:pathLst>
                <a:path w="2339254" h="0">
                  <a:moveTo>
                    <a:pt x="0" y="0"/>
                  </a:moveTo>
                  <a:lnTo>
                    <a:pt x="2339254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6666396" y="7733703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tx34"/>
            <p:cNvSpPr/>
            <p:nvPr/>
          </p:nvSpPr>
          <p:spPr>
            <a:xfrm>
              <a:off x="4932704" y="8085312"/>
              <a:ext cx="3467385" cy="2973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UBP5 targets (n= 8983)</a:t>
              </a:r>
            </a:p>
          </p:txBody>
        </p:sp>
        <p:sp>
          <p:nvSpPr>
            <p:cNvPr id="35" name="rc35"/>
            <p:cNvSpPr/>
            <p:nvPr/>
          </p:nvSpPr>
          <p:spPr>
            <a:xfrm>
              <a:off x="8013159" y="4577706"/>
              <a:ext cx="2551040" cy="108697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8259884" y="4666274"/>
              <a:ext cx="179999" cy="22745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8268884" y="4675274"/>
              <a:ext cx="161999" cy="209458"/>
            </a:xfrm>
            <a:prstGeom prst="rect">
              <a:avLst/>
            </a:prstGeom>
            <a:solidFill>
              <a:srgbClr val="F297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8259884" y="4893733"/>
              <a:ext cx="179999" cy="22745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8268884" y="4902733"/>
              <a:ext cx="161999" cy="209458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8259884" y="5121192"/>
              <a:ext cx="179999" cy="22745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8268884" y="5130192"/>
              <a:ext cx="161999" cy="209458"/>
            </a:xfrm>
            <a:prstGeom prst="rect">
              <a:avLst/>
            </a:prstGeom>
            <a:solidFill>
              <a:srgbClr val="94D8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8259884" y="5348651"/>
              <a:ext cx="179999" cy="22745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8268884" y="5357651"/>
              <a:ext cx="161999" cy="209458"/>
            </a:xfrm>
            <a:prstGeom prst="rect">
              <a:avLst/>
            </a:prstGeom>
            <a:solidFill>
              <a:srgbClr val="BEBE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tx44"/>
            <p:cNvSpPr/>
            <p:nvPr/>
          </p:nvSpPr>
          <p:spPr>
            <a:xfrm>
              <a:off x="8598041" y="4680847"/>
              <a:ext cx="1877590" cy="186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De-novo marked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8598041" y="4858076"/>
              <a:ext cx="1609080" cy="2367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Hyper-marked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8598041" y="5085535"/>
              <a:ext cx="1524496" cy="2367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Hypo-marked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8598041" y="5312994"/>
              <a:ext cx="1299269" cy="2367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Unchanged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343400" y="2148682"/>
            <a:ext cx="6400800" cy="6400800"/>
            <a:chOff x="4343400" y="2148682"/>
            <a:chExt cx="6400800" cy="6400800"/>
          </a:xfrm>
        </p:grpSpPr>
        <p:sp>
          <p:nvSpPr>
            <p:cNvPr id="3" name="rc3"/>
            <p:cNvSpPr/>
            <p:nvPr/>
          </p:nvSpPr>
          <p:spPr>
            <a:xfrm>
              <a:off x="4343400" y="2148681"/>
              <a:ext cx="640080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343400" y="2148681"/>
              <a:ext cx="6400800" cy="6400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5232878" y="3102921"/>
              <a:ext cx="5331321" cy="463078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5232878" y="7523213"/>
              <a:ext cx="5331321" cy="0"/>
            </a:xfrm>
            <a:custGeom>
              <a:avLst/>
              <a:pathLst>
                <a:path w="5331321" h="0">
                  <a:moveTo>
                    <a:pt x="0" y="0"/>
                  </a:moveTo>
                  <a:lnTo>
                    <a:pt x="5331321" y="0"/>
                  </a:lnTo>
                  <a:lnTo>
                    <a:pt x="5331321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232878" y="6587701"/>
              <a:ext cx="5331321" cy="0"/>
            </a:xfrm>
            <a:custGeom>
              <a:avLst/>
              <a:pathLst>
                <a:path w="5331321" h="0">
                  <a:moveTo>
                    <a:pt x="0" y="0"/>
                  </a:moveTo>
                  <a:lnTo>
                    <a:pt x="5331321" y="0"/>
                  </a:lnTo>
                  <a:lnTo>
                    <a:pt x="5331321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5232878" y="5652190"/>
              <a:ext cx="5331321" cy="0"/>
            </a:xfrm>
            <a:custGeom>
              <a:avLst/>
              <a:pathLst>
                <a:path w="5331321" h="0">
                  <a:moveTo>
                    <a:pt x="0" y="0"/>
                  </a:moveTo>
                  <a:lnTo>
                    <a:pt x="5331321" y="0"/>
                  </a:lnTo>
                  <a:lnTo>
                    <a:pt x="5331321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232878" y="4716678"/>
              <a:ext cx="5331321" cy="0"/>
            </a:xfrm>
            <a:custGeom>
              <a:avLst/>
              <a:pathLst>
                <a:path w="5331321" h="0">
                  <a:moveTo>
                    <a:pt x="0" y="0"/>
                  </a:moveTo>
                  <a:lnTo>
                    <a:pt x="5331321" y="0"/>
                  </a:lnTo>
                  <a:lnTo>
                    <a:pt x="5331321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232878" y="3781166"/>
              <a:ext cx="5331321" cy="0"/>
            </a:xfrm>
            <a:custGeom>
              <a:avLst/>
              <a:pathLst>
                <a:path w="5331321" h="0">
                  <a:moveTo>
                    <a:pt x="0" y="0"/>
                  </a:moveTo>
                  <a:lnTo>
                    <a:pt x="5331321" y="0"/>
                  </a:lnTo>
                  <a:lnTo>
                    <a:pt x="5331321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686875" y="3102921"/>
              <a:ext cx="0" cy="4630782"/>
            </a:xfrm>
            <a:custGeom>
              <a:avLst/>
              <a:pathLst>
                <a:path w="0" h="4630782">
                  <a:moveTo>
                    <a:pt x="0" y="463078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110203" y="3102921"/>
              <a:ext cx="0" cy="4630782"/>
            </a:xfrm>
            <a:custGeom>
              <a:avLst/>
              <a:pathLst>
                <a:path w="0" h="4630782">
                  <a:moveTo>
                    <a:pt x="0" y="463078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5596377" y="4753168"/>
              <a:ext cx="2180995" cy="1759971"/>
            </a:xfrm>
            <a:custGeom>
              <a:avLst/>
              <a:pathLst>
                <a:path w="2180995" h="1759971">
                  <a:moveTo>
                    <a:pt x="1089625" y="1759971"/>
                  </a:moveTo>
                  <a:lnTo>
                    <a:pt x="1089577" y="1756527"/>
                  </a:lnTo>
                  <a:lnTo>
                    <a:pt x="1089533" y="1753083"/>
                  </a:lnTo>
                  <a:lnTo>
                    <a:pt x="1089494" y="1749639"/>
                  </a:lnTo>
                  <a:lnTo>
                    <a:pt x="1089460" y="1746194"/>
                  </a:lnTo>
                  <a:lnTo>
                    <a:pt x="1089431" y="1742750"/>
                  </a:lnTo>
                  <a:lnTo>
                    <a:pt x="1089408" y="1739306"/>
                  </a:lnTo>
                  <a:lnTo>
                    <a:pt x="1089390" y="1735862"/>
                  </a:lnTo>
                  <a:lnTo>
                    <a:pt x="1089377" y="1732418"/>
                  </a:lnTo>
                  <a:lnTo>
                    <a:pt x="1089370" y="1728974"/>
                  </a:lnTo>
                  <a:lnTo>
                    <a:pt x="1089367" y="1725529"/>
                  </a:lnTo>
                  <a:lnTo>
                    <a:pt x="1089369" y="1722085"/>
                  </a:lnTo>
                  <a:lnTo>
                    <a:pt x="1089375" y="1718641"/>
                  </a:lnTo>
                  <a:lnTo>
                    <a:pt x="1089384" y="1715197"/>
                  </a:lnTo>
                  <a:lnTo>
                    <a:pt x="1089396" y="1711753"/>
                  </a:lnTo>
                  <a:lnTo>
                    <a:pt x="1089410" y="1708309"/>
                  </a:lnTo>
                  <a:lnTo>
                    <a:pt x="1089425" y="1704864"/>
                  </a:lnTo>
                  <a:lnTo>
                    <a:pt x="1089438" y="1701420"/>
                  </a:lnTo>
                  <a:lnTo>
                    <a:pt x="1089448" y="1697976"/>
                  </a:lnTo>
                  <a:lnTo>
                    <a:pt x="1089452" y="1694532"/>
                  </a:lnTo>
                  <a:lnTo>
                    <a:pt x="1089448" y="1691088"/>
                  </a:lnTo>
                  <a:lnTo>
                    <a:pt x="1089434" y="1687644"/>
                  </a:lnTo>
                  <a:lnTo>
                    <a:pt x="1089406" y="1684199"/>
                  </a:lnTo>
                  <a:lnTo>
                    <a:pt x="1089362" y="1680755"/>
                  </a:lnTo>
                  <a:lnTo>
                    <a:pt x="1089299" y="1677311"/>
                  </a:lnTo>
                  <a:lnTo>
                    <a:pt x="1089212" y="1673867"/>
                  </a:lnTo>
                  <a:lnTo>
                    <a:pt x="1089097" y="1670423"/>
                  </a:lnTo>
                  <a:lnTo>
                    <a:pt x="1088953" y="1666979"/>
                  </a:lnTo>
                  <a:lnTo>
                    <a:pt x="1088779" y="1663534"/>
                  </a:lnTo>
                  <a:lnTo>
                    <a:pt x="1088572" y="1660090"/>
                  </a:lnTo>
                  <a:lnTo>
                    <a:pt x="1088332" y="1656646"/>
                  </a:lnTo>
                  <a:lnTo>
                    <a:pt x="1088057" y="1653202"/>
                  </a:lnTo>
                  <a:lnTo>
                    <a:pt x="1087748" y="1649758"/>
                  </a:lnTo>
                  <a:lnTo>
                    <a:pt x="1087403" y="1646314"/>
                  </a:lnTo>
                  <a:lnTo>
                    <a:pt x="1087021" y="1642869"/>
                  </a:lnTo>
                  <a:lnTo>
                    <a:pt x="1086601" y="1639425"/>
                  </a:lnTo>
                  <a:lnTo>
                    <a:pt x="1086146" y="1635981"/>
                  </a:lnTo>
                  <a:lnTo>
                    <a:pt x="1085657" y="1632537"/>
                  </a:lnTo>
                  <a:lnTo>
                    <a:pt x="1085133" y="1629093"/>
                  </a:lnTo>
                  <a:lnTo>
                    <a:pt x="1084576" y="1625648"/>
                  </a:lnTo>
                  <a:lnTo>
                    <a:pt x="1083985" y="1622204"/>
                  </a:lnTo>
                  <a:lnTo>
                    <a:pt x="1083359" y="1618760"/>
                  </a:lnTo>
                  <a:lnTo>
                    <a:pt x="1082700" y="1615316"/>
                  </a:lnTo>
                  <a:lnTo>
                    <a:pt x="1082002" y="1611872"/>
                  </a:lnTo>
                  <a:lnTo>
                    <a:pt x="1081271" y="1608428"/>
                  </a:lnTo>
                  <a:lnTo>
                    <a:pt x="1080506" y="1604983"/>
                  </a:lnTo>
                  <a:lnTo>
                    <a:pt x="1079708" y="1601539"/>
                  </a:lnTo>
                  <a:lnTo>
                    <a:pt x="1078879" y="1598095"/>
                  </a:lnTo>
                  <a:lnTo>
                    <a:pt x="1078019" y="1594651"/>
                  </a:lnTo>
                  <a:lnTo>
                    <a:pt x="1077128" y="1591207"/>
                  </a:lnTo>
                  <a:lnTo>
                    <a:pt x="1076208" y="1587763"/>
                  </a:lnTo>
                  <a:lnTo>
                    <a:pt x="1075257" y="1584318"/>
                  </a:lnTo>
                  <a:lnTo>
                    <a:pt x="1074275" y="1580874"/>
                  </a:lnTo>
                  <a:lnTo>
                    <a:pt x="1073264" y="1577430"/>
                  </a:lnTo>
                  <a:lnTo>
                    <a:pt x="1072225" y="1573986"/>
                  </a:lnTo>
                  <a:lnTo>
                    <a:pt x="1071157" y="1570542"/>
                  </a:lnTo>
                  <a:lnTo>
                    <a:pt x="1070059" y="1567098"/>
                  </a:lnTo>
                  <a:lnTo>
                    <a:pt x="1068932" y="1563653"/>
                  </a:lnTo>
                  <a:lnTo>
                    <a:pt x="1067775" y="1560209"/>
                  </a:lnTo>
                  <a:lnTo>
                    <a:pt x="1066588" y="1556765"/>
                  </a:lnTo>
                  <a:lnTo>
                    <a:pt x="1065370" y="1553321"/>
                  </a:lnTo>
                  <a:lnTo>
                    <a:pt x="1064126" y="1549877"/>
                  </a:lnTo>
                  <a:lnTo>
                    <a:pt x="1062859" y="1546433"/>
                  </a:lnTo>
                  <a:lnTo>
                    <a:pt x="1061574" y="1542988"/>
                  </a:lnTo>
                  <a:lnTo>
                    <a:pt x="1060275" y="1539544"/>
                  </a:lnTo>
                  <a:lnTo>
                    <a:pt x="1058966" y="1536100"/>
                  </a:lnTo>
                  <a:lnTo>
                    <a:pt x="1057652" y="1532656"/>
                  </a:lnTo>
                  <a:lnTo>
                    <a:pt x="1056337" y="1529212"/>
                  </a:lnTo>
                  <a:lnTo>
                    <a:pt x="1055024" y="1525767"/>
                  </a:lnTo>
                  <a:lnTo>
                    <a:pt x="1053718" y="1522323"/>
                  </a:lnTo>
                  <a:lnTo>
                    <a:pt x="1052417" y="1518879"/>
                  </a:lnTo>
                  <a:lnTo>
                    <a:pt x="1051120" y="1515435"/>
                  </a:lnTo>
                  <a:lnTo>
                    <a:pt x="1049823" y="1511991"/>
                  </a:lnTo>
                  <a:lnTo>
                    <a:pt x="1048521" y="1508547"/>
                  </a:lnTo>
                  <a:lnTo>
                    <a:pt x="1047205" y="1505102"/>
                  </a:lnTo>
                  <a:lnTo>
                    <a:pt x="1045867" y="1501658"/>
                  </a:lnTo>
                  <a:lnTo>
                    <a:pt x="1044495" y="1498214"/>
                  </a:lnTo>
                  <a:lnTo>
                    <a:pt x="1043066" y="1494770"/>
                  </a:lnTo>
                  <a:lnTo>
                    <a:pt x="1041568" y="1491326"/>
                  </a:lnTo>
                  <a:lnTo>
                    <a:pt x="1039986" y="1487882"/>
                  </a:lnTo>
                  <a:lnTo>
                    <a:pt x="1038304" y="1484437"/>
                  </a:lnTo>
                  <a:lnTo>
                    <a:pt x="1036504" y="1480993"/>
                  </a:lnTo>
                  <a:lnTo>
                    <a:pt x="1034570" y="1477549"/>
                  </a:lnTo>
                  <a:lnTo>
                    <a:pt x="1032487" y="1474105"/>
                  </a:lnTo>
                  <a:lnTo>
                    <a:pt x="1030240" y="1470661"/>
                  </a:lnTo>
                  <a:lnTo>
                    <a:pt x="1027809" y="1467217"/>
                  </a:lnTo>
                  <a:lnTo>
                    <a:pt x="1025166" y="1463772"/>
                  </a:lnTo>
                  <a:lnTo>
                    <a:pt x="1022323" y="1460328"/>
                  </a:lnTo>
                  <a:lnTo>
                    <a:pt x="1019273" y="1456884"/>
                  </a:lnTo>
                  <a:lnTo>
                    <a:pt x="1016013" y="1453440"/>
                  </a:lnTo>
                  <a:lnTo>
                    <a:pt x="1012540" y="1449996"/>
                  </a:lnTo>
                  <a:lnTo>
                    <a:pt x="1008853" y="1446552"/>
                  </a:lnTo>
                  <a:lnTo>
                    <a:pt x="1004952" y="1443107"/>
                  </a:lnTo>
                  <a:lnTo>
                    <a:pt x="1000841" y="1439663"/>
                  </a:lnTo>
                  <a:lnTo>
                    <a:pt x="996500" y="1436219"/>
                  </a:lnTo>
                  <a:lnTo>
                    <a:pt x="991949" y="1432775"/>
                  </a:lnTo>
                  <a:lnTo>
                    <a:pt x="987206" y="1429331"/>
                  </a:lnTo>
                  <a:lnTo>
                    <a:pt x="982277" y="1425887"/>
                  </a:lnTo>
                  <a:lnTo>
                    <a:pt x="977174" y="1422442"/>
                  </a:lnTo>
                  <a:lnTo>
                    <a:pt x="971910" y="1418998"/>
                  </a:lnTo>
                  <a:lnTo>
                    <a:pt x="966499" y="1415554"/>
                  </a:lnTo>
                  <a:lnTo>
                    <a:pt x="960959" y="1412110"/>
                  </a:lnTo>
                  <a:lnTo>
                    <a:pt x="955310" y="1408666"/>
                  </a:lnTo>
                  <a:lnTo>
                    <a:pt x="949572" y="1405221"/>
                  </a:lnTo>
                  <a:lnTo>
                    <a:pt x="943787" y="1401777"/>
                  </a:lnTo>
                  <a:lnTo>
                    <a:pt x="937981" y="1398333"/>
                  </a:lnTo>
                  <a:lnTo>
                    <a:pt x="932184" y="1394889"/>
                  </a:lnTo>
                  <a:lnTo>
                    <a:pt x="926424" y="1391445"/>
                  </a:lnTo>
                  <a:lnTo>
                    <a:pt x="920724" y="1388001"/>
                  </a:lnTo>
                  <a:lnTo>
                    <a:pt x="915106" y="1384556"/>
                  </a:lnTo>
                  <a:lnTo>
                    <a:pt x="909587" y="1381112"/>
                  </a:lnTo>
                  <a:lnTo>
                    <a:pt x="904188" y="1377668"/>
                  </a:lnTo>
                  <a:lnTo>
                    <a:pt x="898902" y="1374224"/>
                  </a:lnTo>
                  <a:lnTo>
                    <a:pt x="893713" y="1370780"/>
                  </a:lnTo>
                  <a:lnTo>
                    <a:pt x="888603" y="1367336"/>
                  </a:lnTo>
                  <a:lnTo>
                    <a:pt x="883546" y="1363891"/>
                  </a:lnTo>
                  <a:lnTo>
                    <a:pt x="878508" y="1360447"/>
                  </a:lnTo>
                  <a:lnTo>
                    <a:pt x="873452" y="1357003"/>
                  </a:lnTo>
                  <a:lnTo>
                    <a:pt x="868336" y="1353559"/>
                  </a:lnTo>
                  <a:lnTo>
                    <a:pt x="863115" y="1350115"/>
                  </a:lnTo>
                  <a:lnTo>
                    <a:pt x="857717" y="1346671"/>
                  </a:lnTo>
                  <a:lnTo>
                    <a:pt x="852116" y="1343226"/>
                  </a:lnTo>
                  <a:lnTo>
                    <a:pt x="846274" y="1339782"/>
                  </a:lnTo>
                  <a:lnTo>
                    <a:pt x="840160" y="1336338"/>
                  </a:lnTo>
                  <a:lnTo>
                    <a:pt x="833747" y="1332894"/>
                  </a:lnTo>
                  <a:lnTo>
                    <a:pt x="827013" y="1329450"/>
                  </a:lnTo>
                  <a:lnTo>
                    <a:pt x="819943" y="1326006"/>
                  </a:lnTo>
                  <a:lnTo>
                    <a:pt x="812527" y="1322561"/>
                  </a:lnTo>
                  <a:lnTo>
                    <a:pt x="804730" y="1319117"/>
                  </a:lnTo>
                  <a:lnTo>
                    <a:pt x="796561" y="1315673"/>
                  </a:lnTo>
                  <a:lnTo>
                    <a:pt x="788051" y="1312229"/>
                  </a:lnTo>
                  <a:lnTo>
                    <a:pt x="779210" y="1308785"/>
                  </a:lnTo>
                  <a:lnTo>
                    <a:pt x="770051" y="1305341"/>
                  </a:lnTo>
                  <a:lnTo>
                    <a:pt x="760592" y="1301896"/>
                  </a:lnTo>
                  <a:lnTo>
                    <a:pt x="750850" y="1298452"/>
                  </a:lnTo>
                  <a:lnTo>
                    <a:pt x="740845" y="1295008"/>
                  </a:lnTo>
                  <a:lnTo>
                    <a:pt x="730595" y="1291564"/>
                  </a:lnTo>
                  <a:lnTo>
                    <a:pt x="720093" y="1288120"/>
                  </a:lnTo>
                  <a:lnTo>
                    <a:pt x="709394" y="1284675"/>
                  </a:lnTo>
                  <a:lnTo>
                    <a:pt x="698518" y="1281231"/>
                  </a:lnTo>
                  <a:lnTo>
                    <a:pt x="687481" y="1277787"/>
                  </a:lnTo>
                  <a:lnTo>
                    <a:pt x="676297" y="1274343"/>
                  </a:lnTo>
                  <a:lnTo>
                    <a:pt x="664980" y="1270899"/>
                  </a:lnTo>
                  <a:lnTo>
                    <a:pt x="653541" y="1267455"/>
                  </a:lnTo>
                  <a:lnTo>
                    <a:pt x="641991" y="1264010"/>
                  </a:lnTo>
                  <a:lnTo>
                    <a:pt x="630331" y="1260566"/>
                  </a:lnTo>
                  <a:lnTo>
                    <a:pt x="618571" y="1257122"/>
                  </a:lnTo>
                  <a:lnTo>
                    <a:pt x="606725" y="1253678"/>
                  </a:lnTo>
                  <a:lnTo>
                    <a:pt x="594802" y="1250234"/>
                  </a:lnTo>
                  <a:lnTo>
                    <a:pt x="582809" y="1246790"/>
                  </a:lnTo>
                  <a:lnTo>
                    <a:pt x="570754" y="1243345"/>
                  </a:lnTo>
                  <a:lnTo>
                    <a:pt x="558646" y="1239901"/>
                  </a:lnTo>
                  <a:lnTo>
                    <a:pt x="546494" y="1236457"/>
                  </a:lnTo>
                  <a:lnTo>
                    <a:pt x="534308" y="1233013"/>
                  </a:lnTo>
                  <a:lnTo>
                    <a:pt x="522097" y="1229569"/>
                  </a:lnTo>
                  <a:lnTo>
                    <a:pt x="509877" y="1226125"/>
                  </a:lnTo>
                  <a:lnTo>
                    <a:pt x="497658" y="1222680"/>
                  </a:lnTo>
                  <a:lnTo>
                    <a:pt x="485454" y="1219236"/>
                  </a:lnTo>
                  <a:lnTo>
                    <a:pt x="473276" y="1215792"/>
                  </a:lnTo>
                  <a:lnTo>
                    <a:pt x="461142" y="1212348"/>
                  </a:lnTo>
                  <a:lnTo>
                    <a:pt x="449066" y="1208904"/>
                  </a:lnTo>
                  <a:lnTo>
                    <a:pt x="437068" y="1205460"/>
                  </a:lnTo>
                  <a:lnTo>
                    <a:pt x="425178" y="1202015"/>
                  </a:lnTo>
                  <a:lnTo>
                    <a:pt x="413430" y="1198571"/>
                  </a:lnTo>
                  <a:lnTo>
                    <a:pt x="401845" y="1195127"/>
                  </a:lnTo>
                  <a:lnTo>
                    <a:pt x="390453" y="1191683"/>
                  </a:lnTo>
                  <a:lnTo>
                    <a:pt x="379284" y="1188239"/>
                  </a:lnTo>
                  <a:lnTo>
                    <a:pt x="368371" y="1184795"/>
                  </a:lnTo>
                  <a:lnTo>
                    <a:pt x="357744" y="1181350"/>
                  </a:lnTo>
                  <a:lnTo>
                    <a:pt x="347429" y="1177906"/>
                  </a:lnTo>
                  <a:lnTo>
                    <a:pt x="337452" y="1174462"/>
                  </a:lnTo>
                  <a:lnTo>
                    <a:pt x="327879" y="1171018"/>
                  </a:lnTo>
                  <a:lnTo>
                    <a:pt x="318677" y="1167574"/>
                  </a:lnTo>
                  <a:lnTo>
                    <a:pt x="309836" y="1164129"/>
                  </a:lnTo>
                  <a:lnTo>
                    <a:pt x="301340" y="1160685"/>
                  </a:lnTo>
                  <a:lnTo>
                    <a:pt x="293167" y="1157241"/>
                  </a:lnTo>
                  <a:lnTo>
                    <a:pt x="285280" y="1153797"/>
                  </a:lnTo>
                  <a:lnTo>
                    <a:pt x="277635" y="1150353"/>
                  </a:lnTo>
                  <a:lnTo>
                    <a:pt x="270178" y="1146909"/>
                  </a:lnTo>
                  <a:lnTo>
                    <a:pt x="262849" y="1143464"/>
                  </a:lnTo>
                  <a:lnTo>
                    <a:pt x="255565" y="1140020"/>
                  </a:lnTo>
                  <a:lnTo>
                    <a:pt x="248241" y="1136576"/>
                  </a:lnTo>
                  <a:lnTo>
                    <a:pt x="240803" y="1133132"/>
                  </a:lnTo>
                  <a:lnTo>
                    <a:pt x="233182" y="1129688"/>
                  </a:lnTo>
                  <a:lnTo>
                    <a:pt x="225313" y="1126244"/>
                  </a:lnTo>
                  <a:lnTo>
                    <a:pt x="217136" y="1122799"/>
                  </a:lnTo>
                  <a:lnTo>
                    <a:pt x="208603" y="1119355"/>
                  </a:lnTo>
                  <a:lnTo>
                    <a:pt x="199674" y="1115911"/>
                  </a:lnTo>
                  <a:lnTo>
                    <a:pt x="190270" y="1112467"/>
                  </a:lnTo>
                  <a:lnTo>
                    <a:pt x="180421" y="1109023"/>
                  </a:lnTo>
                  <a:lnTo>
                    <a:pt x="170154" y="1105579"/>
                  </a:lnTo>
                  <a:lnTo>
                    <a:pt x="159495" y="1102134"/>
                  </a:lnTo>
                  <a:lnTo>
                    <a:pt x="148489" y="1098690"/>
                  </a:lnTo>
                  <a:lnTo>
                    <a:pt x="137195" y="1095246"/>
                  </a:lnTo>
                  <a:lnTo>
                    <a:pt x="125685" y="1091802"/>
                  </a:lnTo>
                  <a:lnTo>
                    <a:pt x="114046" y="1088358"/>
                  </a:lnTo>
                  <a:lnTo>
                    <a:pt x="102381" y="1084914"/>
                  </a:lnTo>
                  <a:lnTo>
                    <a:pt x="90831" y="1081469"/>
                  </a:lnTo>
                  <a:lnTo>
                    <a:pt x="79517" y="1078025"/>
                  </a:lnTo>
                  <a:lnTo>
                    <a:pt x="68557" y="1074581"/>
                  </a:lnTo>
                  <a:lnTo>
                    <a:pt x="58069" y="1071137"/>
                  </a:lnTo>
                  <a:lnTo>
                    <a:pt x="48168" y="1067693"/>
                  </a:lnTo>
                  <a:lnTo>
                    <a:pt x="38960" y="1064249"/>
                  </a:lnTo>
                  <a:lnTo>
                    <a:pt x="30543" y="1060804"/>
                  </a:lnTo>
                  <a:lnTo>
                    <a:pt x="23004" y="1057360"/>
                  </a:lnTo>
                  <a:lnTo>
                    <a:pt x="16528" y="1053916"/>
                  </a:lnTo>
                  <a:lnTo>
                    <a:pt x="11114" y="1050472"/>
                  </a:lnTo>
                  <a:lnTo>
                    <a:pt x="6754" y="1047028"/>
                  </a:lnTo>
                  <a:lnTo>
                    <a:pt x="3466" y="1043583"/>
                  </a:lnTo>
                  <a:lnTo>
                    <a:pt x="1253" y="1040139"/>
                  </a:lnTo>
                  <a:lnTo>
                    <a:pt x="105" y="1036695"/>
                  </a:lnTo>
                  <a:lnTo>
                    <a:pt x="0" y="1033251"/>
                  </a:lnTo>
                  <a:lnTo>
                    <a:pt x="903" y="1029807"/>
                  </a:lnTo>
                  <a:lnTo>
                    <a:pt x="2801" y="1026363"/>
                  </a:lnTo>
                  <a:lnTo>
                    <a:pt x="5717" y="1022918"/>
                  </a:lnTo>
                  <a:lnTo>
                    <a:pt x="9475" y="1019474"/>
                  </a:lnTo>
                  <a:lnTo>
                    <a:pt x="14016" y="1016030"/>
                  </a:lnTo>
                  <a:lnTo>
                    <a:pt x="19280" y="1012586"/>
                  </a:lnTo>
                  <a:lnTo>
                    <a:pt x="25206" y="1009142"/>
                  </a:lnTo>
                  <a:lnTo>
                    <a:pt x="31735" y="1005698"/>
                  </a:lnTo>
                  <a:lnTo>
                    <a:pt x="38808" y="1002253"/>
                  </a:lnTo>
                  <a:lnTo>
                    <a:pt x="46372" y="998809"/>
                  </a:lnTo>
                  <a:lnTo>
                    <a:pt x="54410" y="995365"/>
                  </a:lnTo>
                  <a:lnTo>
                    <a:pt x="62843" y="991921"/>
                  </a:lnTo>
                  <a:lnTo>
                    <a:pt x="71602" y="988477"/>
                  </a:lnTo>
                  <a:lnTo>
                    <a:pt x="80646" y="985033"/>
                  </a:lnTo>
                  <a:lnTo>
                    <a:pt x="89934" y="981588"/>
                  </a:lnTo>
                  <a:lnTo>
                    <a:pt x="99428" y="978144"/>
                  </a:lnTo>
                  <a:lnTo>
                    <a:pt x="109089" y="974700"/>
                  </a:lnTo>
                  <a:lnTo>
                    <a:pt x="118882" y="971256"/>
                  </a:lnTo>
                  <a:lnTo>
                    <a:pt x="128767" y="967812"/>
                  </a:lnTo>
                  <a:lnTo>
                    <a:pt x="138705" y="964368"/>
                  </a:lnTo>
                  <a:lnTo>
                    <a:pt x="148643" y="960923"/>
                  </a:lnTo>
                  <a:lnTo>
                    <a:pt x="158540" y="957479"/>
                  </a:lnTo>
                  <a:lnTo>
                    <a:pt x="168356" y="954035"/>
                  </a:lnTo>
                  <a:lnTo>
                    <a:pt x="178056" y="950591"/>
                  </a:lnTo>
                  <a:lnTo>
                    <a:pt x="187604" y="947147"/>
                  </a:lnTo>
                  <a:lnTo>
                    <a:pt x="196975" y="943703"/>
                  </a:lnTo>
                  <a:lnTo>
                    <a:pt x="206149" y="940258"/>
                  </a:lnTo>
                  <a:lnTo>
                    <a:pt x="215101" y="936814"/>
                  </a:lnTo>
                  <a:lnTo>
                    <a:pt x="223847" y="933370"/>
                  </a:lnTo>
                  <a:lnTo>
                    <a:pt x="232428" y="929926"/>
                  </a:lnTo>
                  <a:lnTo>
                    <a:pt x="240889" y="926482"/>
                  </a:lnTo>
                  <a:lnTo>
                    <a:pt x="249285" y="923037"/>
                  </a:lnTo>
                  <a:lnTo>
                    <a:pt x="257685" y="919593"/>
                  </a:lnTo>
                  <a:lnTo>
                    <a:pt x="266166" y="916149"/>
                  </a:lnTo>
                  <a:lnTo>
                    <a:pt x="274808" y="912705"/>
                  </a:lnTo>
                  <a:lnTo>
                    <a:pt x="283692" y="909261"/>
                  </a:lnTo>
                  <a:lnTo>
                    <a:pt x="292950" y="905817"/>
                  </a:lnTo>
                  <a:lnTo>
                    <a:pt x="302594" y="902372"/>
                  </a:lnTo>
                  <a:lnTo>
                    <a:pt x="312652" y="898928"/>
                  </a:lnTo>
                  <a:lnTo>
                    <a:pt x="323126" y="895484"/>
                  </a:lnTo>
                  <a:lnTo>
                    <a:pt x="333992" y="892040"/>
                  </a:lnTo>
                  <a:lnTo>
                    <a:pt x="345195" y="888596"/>
                  </a:lnTo>
                  <a:lnTo>
                    <a:pt x="356657" y="885152"/>
                  </a:lnTo>
                  <a:lnTo>
                    <a:pt x="368275" y="881707"/>
                  </a:lnTo>
                  <a:lnTo>
                    <a:pt x="379916" y="878263"/>
                  </a:lnTo>
                  <a:lnTo>
                    <a:pt x="391412" y="874819"/>
                  </a:lnTo>
                  <a:lnTo>
                    <a:pt x="402628" y="871375"/>
                  </a:lnTo>
                  <a:lnTo>
                    <a:pt x="413443" y="867931"/>
                  </a:lnTo>
                  <a:lnTo>
                    <a:pt x="423758" y="864487"/>
                  </a:lnTo>
                  <a:lnTo>
                    <a:pt x="433498" y="861042"/>
                  </a:lnTo>
                  <a:lnTo>
                    <a:pt x="442623" y="857598"/>
                  </a:lnTo>
                  <a:lnTo>
                    <a:pt x="451123" y="854154"/>
                  </a:lnTo>
                  <a:lnTo>
                    <a:pt x="459027" y="850710"/>
                  </a:lnTo>
                  <a:lnTo>
                    <a:pt x="466342" y="847266"/>
                  </a:lnTo>
                  <a:lnTo>
                    <a:pt x="473264" y="843822"/>
                  </a:lnTo>
                  <a:lnTo>
                    <a:pt x="479926" y="840377"/>
                  </a:lnTo>
                  <a:lnTo>
                    <a:pt x="486467" y="836933"/>
                  </a:lnTo>
                  <a:lnTo>
                    <a:pt x="493026" y="833489"/>
                  </a:lnTo>
                  <a:lnTo>
                    <a:pt x="499736" y="830045"/>
                  </a:lnTo>
                  <a:lnTo>
                    <a:pt x="506712" y="826601"/>
                  </a:lnTo>
                  <a:lnTo>
                    <a:pt x="514047" y="823157"/>
                  </a:lnTo>
                  <a:lnTo>
                    <a:pt x="521834" y="819712"/>
                  </a:lnTo>
                  <a:lnTo>
                    <a:pt x="530111" y="816268"/>
                  </a:lnTo>
                  <a:lnTo>
                    <a:pt x="538814" y="812824"/>
                  </a:lnTo>
                  <a:lnTo>
                    <a:pt x="547889" y="809380"/>
                  </a:lnTo>
                  <a:lnTo>
                    <a:pt x="557258" y="805936"/>
                  </a:lnTo>
                  <a:lnTo>
                    <a:pt x="566821" y="802491"/>
                  </a:lnTo>
                  <a:lnTo>
                    <a:pt x="576468" y="799047"/>
                  </a:lnTo>
                  <a:lnTo>
                    <a:pt x="586081" y="795603"/>
                  </a:lnTo>
                  <a:lnTo>
                    <a:pt x="595547" y="792159"/>
                  </a:lnTo>
                  <a:lnTo>
                    <a:pt x="604709" y="788715"/>
                  </a:lnTo>
                  <a:lnTo>
                    <a:pt x="613498" y="785271"/>
                  </a:lnTo>
                  <a:lnTo>
                    <a:pt x="621860" y="781826"/>
                  </a:lnTo>
                  <a:lnTo>
                    <a:pt x="629761" y="778382"/>
                  </a:lnTo>
                  <a:lnTo>
                    <a:pt x="637187" y="774938"/>
                  </a:lnTo>
                  <a:lnTo>
                    <a:pt x="644147" y="771494"/>
                  </a:lnTo>
                  <a:lnTo>
                    <a:pt x="650668" y="768050"/>
                  </a:lnTo>
                  <a:lnTo>
                    <a:pt x="656792" y="764606"/>
                  </a:lnTo>
                  <a:lnTo>
                    <a:pt x="662561" y="761161"/>
                  </a:lnTo>
                  <a:lnTo>
                    <a:pt x="668042" y="757717"/>
                  </a:lnTo>
                  <a:lnTo>
                    <a:pt x="673337" y="754273"/>
                  </a:lnTo>
                  <a:lnTo>
                    <a:pt x="678509" y="750829"/>
                  </a:lnTo>
                  <a:lnTo>
                    <a:pt x="683616" y="747385"/>
                  </a:lnTo>
                  <a:lnTo>
                    <a:pt x="688709" y="743941"/>
                  </a:lnTo>
                  <a:lnTo>
                    <a:pt x="693828" y="740496"/>
                  </a:lnTo>
                  <a:lnTo>
                    <a:pt x="699002" y="737052"/>
                  </a:lnTo>
                  <a:lnTo>
                    <a:pt x="704248" y="733608"/>
                  </a:lnTo>
                  <a:lnTo>
                    <a:pt x="709580" y="730164"/>
                  </a:lnTo>
                  <a:lnTo>
                    <a:pt x="714978" y="726720"/>
                  </a:lnTo>
                  <a:lnTo>
                    <a:pt x="720417" y="723276"/>
                  </a:lnTo>
                  <a:lnTo>
                    <a:pt x="725864" y="719831"/>
                  </a:lnTo>
                  <a:lnTo>
                    <a:pt x="731282" y="716387"/>
                  </a:lnTo>
                  <a:lnTo>
                    <a:pt x="736629" y="712943"/>
                  </a:lnTo>
                  <a:lnTo>
                    <a:pt x="741860" y="709499"/>
                  </a:lnTo>
                  <a:lnTo>
                    <a:pt x="746933" y="706055"/>
                  </a:lnTo>
                  <a:lnTo>
                    <a:pt x="751794" y="702610"/>
                  </a:lnTo>
                  <a:lnTo>
                    <a:pt x="756386" y="699166"/>
                  </a:lnTo>
                  <a:lnTo>
                    <a:pt x="760709" y="695722"/>
                  </a:lnTo>
                  <a:lnTo>
                    <a:pt x="764749" y="692278"/>
                  </a:lnTo>
                  <a:lnTo>
                    <a:pt x="768505" y="688834"/>
                  </a:lnTo>
                  <a:lnTo>
                    <a:pt x="771985" y="685390"/>
                  </a:lnTo>
                  <a:lnTo>
                    <a:pt x="775209" y="681945"/>
                  </a:lnTo>
                  <a:lnTo>
                    <a:pt x="778204" y="678501"/>
                  </a:lnTo>
                  <a:lnTo>
                    <a:pt x="781006" y="675057"/>
                  </a:lnTo>
                  <a:lnTo>
                    <a:pt x="783647" y="671613"/>
                  </a:lnTo>
                  <a:lnTo>
                    <a:pt x="786192" y="668169"/>
                  </a:lnTo>
                  <a:lnTo>
                    <a:pt x="788693" y="664725"/>
                  </a:lnTo>
                  <a:lnTo>
                    <a:pt x="791191" y="661280"/>
                  </a:lnTo>
                  <a:lnTo>
                    <a:pt x="793724" y="657836"/>
                  </a:lnTo>
                  <a:lnTo>
                    <a:pt x="796325" y="654392"/>
                  </a:lnTo>
                  <a:lnTo>
                    <a:pt x="799020" y="650948"/>
                  </a:lnTo>
                  <a:lnTo>
                    <a:pt x="801829" y="647504"/>
                  </a:lnTo>
                  <a:lnTo>
                    <a:pt x="804770" y="644060"/>
                  </a:lnTo>
                  <a:lnTo>
                    <a:pt x="807866" y="640615"/>
                  </a:lnTo>
                  <a:lnTo>
                    <a:pt x="811103" y="637171"/>
                  </a:lnTo>
                  <a:lnTo>
                    <a:pt x="814480" y="633727"/>
                  </a:lnTo>
                  <a:lnTo>
                    <a:pt x="817996" y="630283"/>
                  </a:lnTo>
                  <a:lnTo>
                    <a:pt x="821649" y="626839"/>
                  </a:lnTo>
                  <a:lnTo>
                    <a:pt x="825437" y="623395"/>
                  </a:lnTo>
                  <a:lnTo>
                    <a:pt x="829359" y="619950"/>
                  </a:lnTo>
                  <a:lnTo>
                    <a:pt x="833413" y="616506"/>
                  </a:lnTo>
                  <a:lnTo>
                    <a:pt x="837611" y="613062"/>
                  </a:lnTo>
                  <a:lnTo>
                    <a:pt x="841946" y="609618"/>
                  </a:lnTo>
                  <a:lnTo>
                    <a:pt x="846406" y="606174"/>
                  </a:lnTo>
                  <a:lnTo>
                    <a:pt x="850987" y="602730"/>
                  </a:lnTo>
                  <a:lnTo>
                    <a:pt x="855679" y="599285"/>
                  </a:lnTo>
                  <a:lnTo>
                    <a:pt x="860471" y="595841"/>
                  </a:lnTo>
                  <a:lnTo>
                    <a:pt x="865344" y="592397"/>
                  </a:lnTo>
                  <a:lnTo>
                    <a:pt x="870278" y="588953"/>
                  </a:lnTo>
                  <a:lnTo>
                    <a:pt x="875247" y="585509"/>
                  </a:lnTo>
                  <a:lnTo>
                    <a:pt x="880215" y="582064"/>
                  </a:lnTo>
                  <a:lnTo>
                    <a:pt x="885140" y="578620"/>
                  </a:lnTo>
                  <a:lnTo>
                    <a:pt x="889987" y="575176"/>
                  </a:lnTo>
                  <a:lnTo>
                    <a:pt x="894718" y="571732"/>
                  </a:lnTo>
                  <a:lnTo>
                    <a:pt x="899298" y="568288"/>
                  </a:lnTo>
                  <a:lnTo>
                    <a:pt x="903694" y="564844"/>
                  </a:lnTo>
                  <a:lnTo>
                    <a:pt x="907876" y="561399"/>
                  </a:lnTo>
                  <a:lnTo>
                    <a:pt x="911821" y="557955"/>
                  </a:lnTo>
                  <a:lnTo>
                    <a:pt x="915486" y="554511"/>
                  </a:lnTo>
                  <a:lnTo>
                    <a:pt x="918868" y="551067"/>
                  </a:lnTo>
                  <a:lnTo>
                    <a:pt x="921985" y="547623"/>
                  </a:lnTo>
                  <a:lnTo>
                    <a:pt x="924847" y="544179"/>
                  </a:lnTo>
                  <a:lnTo>
                    <a:pt x="927468" y="540734"/>
                  </a:lnTo>
                  <a:lnTo>
                    <a:pt x="929869" y="537290"/>
                  </a:lnTo>
                  <a:lnTo>
                    <a:pt x="932076" y="533846"/>
                  </a:lnTo>
                  <a:lnTo>
                    <a:pt x="934116" y="530402"/>
                  </a:lnTo>
                  <a:lnTo>
                    <a:pt x="936019" y="526958"/>
                  </a:lnTo>
                  <a:lnTo>
                    <a:pt x="937806" y="523514"/>
                  </a:lnTo>
                  <a:lnTo>
                    <a:pt x="939525" y="520069"/>
                  </a:lnTo>
                  <a:lnTo>
                    <a:pt x="941200" y="516625"/>
                  </a:lnTo>
                  <a:lnTo>
                    <a:pt x="942855" y="513181"/>
                  </a:lnTo>
                  <a:lnTo>
                    <a:pt x="944507" y="509737"/>
                  </a:lnTo>
                  <a:lnTo>
                    <a:pt x="946173" y="506293"/>
                  </a:lnTo>
                  <a:lnTo>
                    <a:pt x="947867" y="502849"/>
                  </a:lnTo>
                  <a:lnTo>
                    <a:pt x="949598" y="499404"/>
                  </a:lnTo>
                  <a:lnTo>
                    <a:pt x="951380" y="495960"/>
                  </a:lnTo>
                  <a:lnTo>
                    <a:pt x="953222" y="492516"/>
                  </a:lnTo>
                  <a:lnTo>
                    <a:pt x="955127" y="489072"/>
                  </a:lnTo>
                  <a:lnTo>
                    <a:pt x="957101" y="485628"/>
                  </a:lnTo>
                  <a:lnTo>
                    <a:pt x="959149" y="482184"/>
                  </a:lnTo>
                  <a:lnTo>
                    <a:pt x="961277" y="478739"/>
                  </a:lnTo>
                  <a:lnTo>
                    <a:pt x="963489" y="475295"/>
                  </a:lnTo>
                  <a:lnTo>
                    <a:pt x="965786" y="471851"/>
                  </a:lnTo>
                  <a:lnTo>
                    <a:pt x="968170" y="468407"/>
                  </a:lnTo>
                  <a:lnTo>
                    <a:pt x="970649" y="464963"/>
                  </a:lnTo>
                  <a:lnTo>
                    <a:pt x="973205" y="461518"/>
                  </a:lnTo>
                  <a:lnTo>
                    <a:pt x="975825" y="458074"/>
                  </a:lnTo>
                  <a:lnTo>
                    <a:pt x="978496" y="454630"/>
                  </a:lnTo>
                  <a:lnTo>
                    <a:pt x="981199" y="451186"/>
                  </a:lnTo>
                  <a:lnTo>
                    <a:pt x="983913" y="447742"/>
                  </a:lnTo>
                  <a:lnTo>
                    <a:pt x="986616" y="444298"/>
                  </a:lnTo>
                  <a:lnTo>
                    <a:pt x="989283" y="440853"/>
                  </a:lnTo>
                  <a:lnTo>
                    <a:pt x="991884" y="437409"/>
                  </a:lnTo>
                  <a:lnTo>
                    <a:pt x="994387" y="433965"/>
                  </a:lnTo>
                  <a:lnTo>
                    <a:pt x="996781" y="430521"/>
                  </a:lnTo>
                  <a:lnTo>
                    <a:pt x="999051" y="427077"/>
                  </a:lnTo>
                  <a:lnTo>
                    <a:pt x="1001189" y="423633"/>
                  </a:lnTo>
                  <a:lnTo>
                    <a:pt x="1003191" y="420188"/>
                  </a:lnTo>
                  <a:lnTo>
                    <a:pt x="1005062" y="416744"/>
                  </a:lnTo>
                  <a:lnTo>
                    <a:pt x="1006811" y="413300"/>
                  </a:lnTo>
                  <a:lnTo>
                    <a:pt x="1008453" y="409856"/>
                  </a:lnTo>
                  <a:lnTo>
                    <a:pt x="1010002" y="406412"/>
                  </a:lnTo>
                  <a:lnTo>
                    <a:pt x="1011496" y="402968"/>
                  </a:lnTo>
                  <a:lnTo>
                    <a:pt x="1012965" y="399523"/>
                  </a:lnTo>
                  <a:lnTo>
                    <a:pt x="1014433" y="396079"/>
                  </a:lnTo>
                  <a:lnTo>
                    <a:pt x="1015923" y="392635"/>
                  </a:lnTo>
                  <a:lnTo>
                    <a:pt x="1017455" y="389191"/>
                  </a:lnTo>
                  <a:lnTo>
                    <a:pt x="1019045" y="385747"/>
                  </a:lnTo>
                  <a:lnTo>
                    <a:pt x="1020701" y="382303"/>
                  </a:lnTo>
                  <a:lnTo>
                    <a:pt x="1022430" y="378858"/>
                  </a:lnTo>
                  <a:lnTo>
                    <a:pt x="1024229" y="375414"/>
                  </a:lnTo>
                  <a:lnTo>
                    <a:pt x="1026080" y="371970"/>
                  </a:lnTo>
                  <a:lnTo>
                    <a:pt x="1027965" y="368526"/>
                  </a:lnTo>
                  <a:lnTo>
                    <a:pt x="1029865" y="365082"/>
                  </a:lnTo>
                  <a:lnTo>
                    <a:pt x="1031758" y="361638"/>
                  </a:lnTo>
                  <a:lnTo>
                    <a:pt x="1033621" y="358193"/>
                  </a:lnTo>
                  <a:lnTo>
                    <a:pt x="1035432" y="354749"/>
                  </a:lnTo>
                  <a:lnTo>
                    <a:pt x="1037169" y="351305"/>
                  </a:lnTo>
                  <a:lnTo>
                    <a:pt x="1038802" y="347861"/>
                  </a:lnTo>
                  <a:lnTo>
                    <a:pt x="1040323" y="344417"/>
                  </a:lnTo>
                  <a:lnTo>
                    <a:pt x="1041727" y="340972"/>
                  </a:lnTo>
                  <a:lnTo>
                    <a:pt x="1043010" y="337528"/>
                  </a:lnTo>
                  <a:lnTo>
                    <a:pt x="1044175" y="334084"/>
                  </a:lnTo>
                  <a:lnTo>
                    <a:pt x="1045225" y="330640"/>
                  </a:lnTo>
                  <a:lnTo>
                    <a:pt x="1046172" y="327196"/>
                  </a:lnTo>
                  <a:lnTo>
                    <a:pt x="1047027" y="323752"/>
                  </a:lnTo>
                  <a:lnTo>
                    <a:pt x="1047804" y="320307"/>
                  </a:lnTo>
                  <a:lnTo>
                    <a:pt x="1048524" y="316863"/>
                  </a:lnTo>
                  <a:lnTo>
                    <a:pt x="1049215" y="313419"/>
                  </a:lnTo>
                  <a:lnTo>
                    <a:pt x="1049898" y="309975"/>
                  </a:lnTo>
                  <a:lnTo>
                    <a:pt x="1050593" y="306531"/>
                  </a:lnTo>
                  <a:lnTo>
                    <a:pt x="1051321" y="303087"/>
                  </a:lnTo>
                  <a:lnTo>
                    <a:pt x="1052099" y="299642"/>
                  </a:lnTo>
                  <a:lnTo>
                    <a:pt x="1052942" y="296198"/>
                  </a:lnTo>
                  <a:lnTo>
                    <a:pt x="1053862" y="292754"/>
                  </a:lnTo>
                  <a:lnTo>
                    <a:pt x="1054875" y="289310"/>
                  </a:lnTo>
                  <a:lnTo>
                    <a:pt x="1055980" y="285866"/>
                  </a:lnTo>
                  <a:lnTo>
                    <a:pt x="1057167" y="282422"/>
                  </a:lnTo>
                  <a:lnTo>
                    <a:pt x="1058430" y="278977"/>
                  </a:lnTo>
                  <a:lnTo>
                    <a:pt x="1059757" y="275533"/>
                  </a:lnTo>
                  <a:lnTo>
                    <a:pt x="1061131" y="272089"/>
                  </a:lnTo>
                  <a:lnTo>
                    <a:pt x="1062537" y="268645"/>
                  </a:lnTo>
                  <a:lnTo>
                    <a:pt x="1063954" y="265201"/>
                  </a:lnTo>
                  <a:lnTo>
                    <a:pt x="1065362" y="261757"/>
                  </a:lnTo>
                  <a:lnTo>
                    <a:pt x="1066733" y="258312"/>
                  </a:lnTo>
                  <a:lnTo>
                    <a:pt x="1068052" y="254868"/>
                  </a:lnTo>
                  <a:lnTo>
                    <a:pt x="1069304" y="251424"/>
                  </a:lnTo>
                  <a:lnTo>
                    <a:pt x="1070479" y="247980"/>
                  </a:lnTo>
                  <a:lnTo>
                    <a:pt x="1071567" y="244536"/>
                  </a:lnTo>
                  <a:lnTo>
                    <a:pt x="1072565" y="241092"/>
                  </a:lnTo>
                  <a:lnTo>
                    <a:pt x="1073472" y="237647"/>
                  </a:lnTo>
                  <a:lnTo>
                    <a:pt x="1074289" y="234203"/>
                  </a:lnTo>
                  <a:lnTo>
                    <a:pt x="1075016" y="230759"/>
                  </a:lnTo>
                  <a:lnTo>
                    <a:pt x="1075665" y="227315"/>
                  </a:lnTo>
                  <a:lnTo>
                    <a:pt x="1076251" y="223871"/>
                  </a:lnTo>
                  <a:lnTo>
                    <a:pt x="1076783" y="220426"/>
                  </a:lnTo>
                  <a:lnTo>
                    <a:pt x="1077271" y="216982"/>
                  </a:lnTo>
                  <a:lnTo>
                    <a:pt x="1077725" y="213538"/>
                  </a:lnTo>
                  <a:lnTo>
                    <a:pt x="1078154" y="210094"/>
                  </a:lnTo>
                  <a:lnTo>
                    <a:pt x="1078566" y="206650"/>
                  </a:lnTo>
                  <a:lnTo>
                    <a:pt x="1078966" y="203206"/>
                  </a:lnTo>
                  <a:lnTo>
                    <a:pt x="1079360" y="199761"/>
                  </a:lnTo>
                  <a:lnTo>
                    <a:pt x="1079752" y="196317"/>
                  </a:lnTo>
                  <a:lnTo>
                    <a:pt x="1080144" y="192873"/>
                  </a:lnTo>
                  <a:lnTo>
                    <a:pt x="1080538" y="189429"/>
                  </a:lnTo>
                  <a:lnTo>
                    <a:pt x="1080933" y="185985"/>
                  </a:lnTo>
                  <a:lnTo>
                    <a:pt x="1081329" y="182541"/>
                  </a:lnTo>
                  <a:lnTo>
                    <a:pt x="1081726" y="179096"/>
                  </a:lnTo>
                  <a:lnTo>
                    <a:pt x="1082122" y="175652"/>
                  </a:lnTo>
                  <a:lnTo>
                    <a:pt x="1082514" y="172208"/>
                  </a:lnTo>
                  <a:lnTo>
                    <a:pt x="1082900" y="168764"/>
                  </a:lnTo>
                  <a:lnTo>
                    <a:pt x="1083278" y="165320"/>
                  </a:lnTo>
                  <a:lnTo>
                    <a:pt x="1083645" y="161876"/>
                  </a:lnTo>
                  <a:lnTo>
                    <a:pt x="1083999" y="158431"/>
                  </a:lnTo>
                  <a:lnTo>
                    <a:pt x="1084336" y="154987"/>
                  </a:lnTo>
                  <a:lnTo>
                    <a:pt x="1084656" y="151543"/>
                  </a:lnTo>
                  <a:lnTo>
                    <a:pt x="1084953" y="148099"/>
                  </a:lnTo>
                  <a:lnTo>
                    <a:pt x="1085228" y="144655"/>
                  </a:lnTo>
                  <a:lnTo>
                    <a:pt x="1085472" y="141211"/>
                  </a:lnTo>
                  <a:lnTo>
                    <a:pt x="1085691" y="137766"/>
                  </a:lnTo>
                  <a:lnTo>
                    <a:pt x="1085882" y="134322"/>
                  </a:lnTo>
                  <a:lnTo>
                    <a:pt x="1086047" y="130878"/>
                  </a:lnTo>
                  <a:lnTo>
                    <a:pt x="1086186" y="127434"/>
                  </a:lnTo>
                  <a:lnTo>
                    <a:pt x="1086303" y="123990"/>
                  </a:lnTo>
                  <a:lnTo>
                    <a:pt x="1086399" y="120546"/>
                  </a:lnTo>
                  <a:lnTo>
                    <a:pt x="1086477" y="117101"/>
                  </a:lnTo>
                  <a:lnTo>
                    <a:pt x="1086542" y="113657"/>
                  </a:lnTo>
                  <a:lnTo>
                    <a:pt x="1086599" y="110213"/>
                  </a:lnTo>
                  <a:lnTo>
                    <a:pt x="1086652" y="106769"/>
                  </a:lnTo>
                  <a:lnTo>
                    <a:pt x="1086706" y="103325"/>
                  </a:lnTo>
                  <a:lnTo>
                    <a:pt x="1086764" y="99880"/>
                  </a:lnTo>
                  <a:lnTo>
                    <a:pt x="1086830" y="96436"/>
                  </a:lnTo>
                  <a:lnTo>
                    <a:pt x="1086906" y="92992"/>
                  </a:lnTo>
                  <a:lnTo>
                    <a:pt x="1086995" y="89548"/>
                  </a:lnTo>
                  <a:lnTo>
                    <a:pt x="1087097" y="86104"/>
                  </a:lnTo>
                  <a:lnTo>
                    <a:pt x="1087217" y="82660"/>
                  </a:lnTo>
                  <a:lnTo>
                    <a:pt x="1087350" y="79215"/>
                  </a:lnTo>
                  <a:lnTo>
                    <a:pt x="1087495" y="75771"/>
                  </a:lnTo>
                  <a:lnTo>
                    <a:pt x="1087652" y="72327"/>
                  </a:lnTo>
                  <a:lnTo>
                    <a:pt x="1087818" y="68883"/>
                  </a:lnTo>
                  <a:lnTo>
                    <a:pt x="1087990" y="65439"/>
                  </a:lnTo>
                  <a:lnTo>
                    <a:pt x="1088165" y="61995"/>
                  </a:lnTo>
                  <a:lnTo>
                    <a:pt x="1088341" y="58550"/>
                  </a:lnTo>
                  <a:lnTo>
                    <a:pt x="1088514" y="55106"/>
                  </a:lnTo>
                  <a:lnTo>
                    <a:pt x="1088681" y="51662"/>
                  </a:lnTo>
                  <a:lnTo>
                    <a:pt x="1088840" y="48218"/>
                  </a:lnTo>
                  <a:lnTo>
                    <a:pt x="1088987" y="44774"/>
                  </a:lnTo>
                  <a:lnTo>
                    <a:pt x="1089123" y="41330"/>
                  </a:lnTo>
                  <a:lnTo>
                    <a:pt x="1089246" y="37885"/>
                  </a:lnTo>
                  <a:lnTo>
                    <a:pt x="1089354" y="34441"/>
                  </a:lnTo>
                  <a:lnTo>
                    <a:pt x="1089449" y="30997"/>
                  </a:lnTo>
                  <a:lnTo>
                    <a:pt x="1089530" y="27553"/>
                  </a:lnTo>
                  <a:lnTo>
                    <a:pt x="1089597" y="24109"/>
                  </a:lnTo>
                  <a:lnTo>
                    <a:pt x="1089653" y="20665"/>
                  </a:lnTo>
                  <a:lnTo>
                    <a:pt x="1089699" y="17220"/>
                  </a:lnTo>
                  <a:lnTo>
                    <a:pt x="1089739" y="13776"/>
                  </a:lnTo>
                  <a:lnTo>
                    <a:pt x="1089772" y="10332"/>
                  </a:lnTo>
                  <a:lnTo>
                    <a:pt x="1089803" y="6888"/>
                  </a:lnTo>
                  <a:lnTo>
                    <a:pt x="1089831" y="3444"/>
                  </a:lnTo>
                  <a:lnTo>
                    <a:pt x="1089859" y="0"/>
                  </a:lnTo>
                  <a:lnTo>
                    <a:pt x="1091135" y="0"/>
                  </a:lnTo>
                  <a:lnTo>
                    <a:pt x="1091163" y="3444"/>
                  </a:lnTo>
                  <a:lnTo>
                    <a:pt x="1091191" y="6888"/>
                  </a:lnTo>
                  <a:lnTo>
                    <a:pt x="1091222" y="10332"/>
                  </a:lnTo>
                  <a:lnTo>
                    <a:pt x="1091255" y="13776"/>
                  </a:lnTo>
                  <a:lnTo>
                    <a:pt x="1091295" y="17220"/>
                  </a:lnTo>
                  <a:lnTo>
                    <a:pt x="1091341" y="20665"/>
                  </a:lnTo>
                  <a:lnTo>
                    <a:pt x="1091397" y="24109"/>
                  </a:lnTo>
                  <a:lnTo>
                    <a:pt x="1091464" y="27553"/>
                  </a:lnTo>
                  <a:lnTo>
                    <a:pt x="1091545" y="30997"/>
                  </a:lnTo>
                  <a:lnTo>
                    <a:pt x="1091640" y="34441"/>
                  </a:lnTo>
                  <a:lnTo>
                    <a:pt x="1091748" y="37885"/>
                  </a:lnTo>
                  <a:lnTo>
                    <a:pt x="1091871" y="41330"/>
                  </a:lnTo>
                  <a:lnTo>
                    <a:pt x="1092007" y="44774"/>
                  </a:lnTo>
                  <a:lnTo>
                    <a:pt x="1092155" y="48218"/>
                  </a:lnTo>
                  <a:lnTo>
                    <a:pt x="1092313" y="51662"/>
                  </a:lnTo>
                  <a:lnTo>
                    <a:pt x="1092480" y="55106"/>
                  </a:lnTo>
                  <a:lnTo>
                    <a:pt x="1092653" y="58550"/>
                  </a:lnTo>
                  <a:lnTo>
                    <a:pt x="1092829" y="61995"/>
                  </a:lnTo>
                  <a:lnTo>
                    <a:pt x="1093004" y="65439"/>
                  </a:lnTo>
                  <a:lnTo>
                    <a:pt x="1093176" y="68883"/>
                  </a:lnTo>
                  <a:lnTo>
                    <a:pt x="1093342" y="72327"/>
                  </a:lnTo>
                  <a:lnTo>
                    <a:pt x="1093499" y="75771"/>
                  </a:lnTo>
                  <a:lnTo>
                    <a:pt x="1093644" y="79215"/>
                  </a:lnTo>
                  <a:lnTo>
                    <a:pt x="1093778" y="82660"/>
                  </a:lnTo>
                  <a:lnTo>
                    <a:pt x="1093897" y="86104"/>
                  </a:lnTo>
                  <a:lnTo>
                    <a:pt x="1093999" y="89548"/>
                  </a:lnTo>
                  <a:lnTo>
                    <a:pt x="1094088" y="92992"/>
                  </a:lnTo>
                  <a:lnTo>
                    <a:pt x="1094164" y="96436"/>
                  </a:lnTo>
                  <a:lnTo>
                    <a:pt x="1094230" y="99880"/>
                  </a:lnTo>
                  <a:lnTo>
                    <a:pt x="1094289" y="103325"/>
                  </a:lnTo>
                  <a:lnTo>
                    <a:pt x="1094342" y="106769"/>
                  </a:lnTo>
                  <a:lnTo>
                    <a:pt x="1094395" y="110213"/>
                  </a:lnTo>
                  <a:lnTo>
                    <a:pt x="1094452" y="113657"/>
                  </a:lnTo>
                  <a:lnTo>
                    <a:pt x="1094517" y="117101"/>
                  </a:lnTo>
                  <a:lnTo>
                    <a:pt x="1094596" y="120546"/>
                  </a:lnTo>
                  <a:lnTo>
                    <a:pt x="1094692" y="123990"/>
                  </a:lnTo>
                  <a:lnTo>
                    <a:pt x="1094808" y="127434"/>
                  </a:lnTo>
                  <a:lnTo>
                    <a:pt x="1094947" y="130878"/>
                  </a:lnTo>
                  <a:lnTo>
                    <a:pt x="1095112" y="134322"/>
                  </a:lnTo>
                  <a:lnTo>
                    <a:pt x="1095303" y="137766"/>
                  </a:lnTo>
                  <a:lnTo>
                    <a:pt x="1095522" y="141211"/>
                  </a:lnTo>
                  <a:lnTo>
                    <a:pt x="1095767" y="144655"/>
                  </a:lnTo>
                  <a:lnTo>
                    <a:pt x="1096041" y="148099"/>
                  </a:lnTo>
                  <a:lnTo>
                    <a:pt x="1096339" y="151543"/>
                  </a:lnTo>
                  <a:lnTo>
                    <a:pt x="1096658" y="154987"/>
                  </a:lnTo>
                  <a:lnTo>
                    <a:pt x="1096995" y="158431"/>
                  </a:lnTo>
                  <a:lnTo>
                    <a:pt x="1097349" y="161876"/>
                  </a:lnTo>
                  <a:lnTo>
                    <a:pt x="1097716" y="165320"/>
                  </a:lnTo>
                  <a:lnTo>
                    <a:pt x="1098094" y="168764"/>
                  </a:lnTo>
                  <a:lnTo>
                    <a:pt x="1098480" y="172208"/>
                  </a:lnTo>
                  <a:lnTo>
                    <a:pt x="1098873" y="175652"/>
                  </a:lnTo>
                  <a:lnTo>
                    <a:pt x="1099268" y="179096"/>
                  </a:lnTo>
                  <a:lnTo>
                    <a:pt x="1099665" y="182541"/>
                  </a:lnTo>
                  <a:lnTo>
                    <a:pt x="1100061" y="185985"/>
                  </a:lnTo>
                  <a:lnTo>
                    <a:pt x="1100456" y="189429"/>
                  </a:lnTo>
                  <a:lnTo>
                    <a:pt x="1100850" y="192873"/>
                  </a:lnTo>
                  <a:lnTo>
                    <a:pt x="1101242" y="196317"/>
                  </a:lnTo>
                  <a:lnTo>
                    <a:pt x="1101634" y="199761"/>
                  </a:lnTo>
                  <a:lnTo>
                    <a:pt x="1102028" y="203206"/>
                  </a:lnTo>
                  <a:lnTo>
                    <a:pt x="1102428" y="206650"/>
                  </a:lnTo>
                  <a:lnTo>
                    <a:pt x="1102840" y="210094"/>
                  </a:lnTo>
                  <a:lnTo>
                    <a:pt x="1103269" y="213538"/>
                  </a:lnTo>
                  <a:lnTo>
                    <a:pt x="1103723" y="216982"/>
                  </a:lnTo>
                  <a:lnTo>
                    <a:pt x="1104212" y="220426"/>
                  </a:lnTo>
                  <a:lnTo>
                    <a:pt x="1104744" y="223871"/>
                  </a:lnTo>
                  <a:lnTo>
                    <a:pt x="1105329" y="227315"/>
                  </a:lnTo>
                  <a:lnTo>
                    <a:pt x="1105978" y="230759"/>
                  </a:lnTo>
                  <a:lnTo>
                    <a:pt x="1106705" y="234203"/>
                  </a:lnTo>
                  <a:lnTo>
                    <a:pt x="1107522" y="237647"/>
                  </a:lnTo>
                  <a:lnTo>
                    <a:pt x="1108429" y="241092"/>
                  </a:lnTo>
                  <a:lnTo>
                    <a:pt x="1109427" y="244536"/>
                  </a:lnTo>
                  <a:lnTo>
                    <a:pt x="1110515" y="247980"/>
                  </a:lnTo>
                  <a:lnTo>
                    <a:pt x="1111690" y="251424"/>
                  </a:lnTo>
                  <a:lnTo>
                    <a:pt x="1112942" y="254868"/>
                  </a:lnTo>
                  <a:lnTo>
                    <a:pt x="1114261" y="258312"/>
                  </a:lnTo>
                  <a:lnTo>
                    <a:pt x="1115632" y="261757"/>
                  </a:lnTo>
                  <a:lnTo>
                    <a:pt x="1117040" y="265201"/>
                  </a:lnTo>
                  <a:lnTo>
                    <a:pt x="1118457" y="268645"/>
                  </a:lnTo>
                  <a:lnTo>
                    <a:pt x="1119863" y="272089"/>
                  </a:lnTo>
                  <a:lnTo>
                    <a:pt x="1121238" y="275533"/>
                  </a:lnTo>
                  <a:lnTo>
                    <a:pt x="1122564" y="278977"/>
                  </a:lnTo>
                  <a:lnTo>
                    <a:pt x="1123827" y="282422"/>
                  </a:lnTo>
                  <a:lnTo>
                    <a:pt x="1125014" y="285866"/>
                  </a:lnTo>
                  <a:lnTo>
                    <a:pt x="1126119" y="289310"/>
                  </a:lnTo>
                  <a:lnTo>
                    <a:pt x="1127132" y="292754"/>
                  </a:lnTo>
                  <a:lnTo>
                    <a:pt x="1128052" y="296198"/>
                  </a:lnTo>
                  <a:lnTo>
                    <a:pt x="1128895" y="299642"/>
                  </a:lnTo>
                  <a:lnTo>
                    <a:pt x="1129673" y="303087"/>
                  </a:lnTo>
                  <a:lnTo>
                    <a:pt x="1130401" y="306531"/>
                  </a:lnTo>
                  <a:lnTo>
                    <a:pt x="1131097" y="309975"/>
                  </a:lnTo>
                  <a:lnTo>
                    <a:pt x="1131779" y="313419"/>
                  </a:lnTo>
                  <a:lnTo>
                    <a:pt x="1132470" y="316863"/>
                  </a:lnTo>
                  <a:lnTo>
                    <a:pt x="1133190" y="320307"/>
                  </a:lnTo>
                  <a:lnTo>
                    <a:pt x="1133967" y="323752"/>
                  </a:lnTo>
                  <a:lnTo>
                    <a:pt x="1134822" y="327196"/>
                  </a:lnTo>
                  <a:lnTo>
                    <a:pt x="1135769" y="330640"/>
                  </a:lnTo>
                  <a:lnTo>
                    <a:pt x="1136819" y="334084"/>
                  </a:lnTo>
                  <a:lnTo>
                    <a:pt x="1137984" y="337528"/>
                  </a:lnTo>
                  <a:lnTo>
                    <a:pt x="1139267" y="340972"/>
                  </a:lnTo>
                  <a:lnTo>
                    <a:pt x="1140671" y="344417"/>
                  </a:lnTo>
                  <a:lnTo>
                    <a:pt x="1142192" y="347861"/>
                  </a:lnTo>
                  <a:lnTo>
                    <a:pt x="1143825" y="351305"/>
                  </a:lnTo>
                  <a:lnTo>
                    <a:pt x="1145562" y="354749"/>
                  </a:lnTo>
                  <a:lnTo>
                    <a:pt x="1147373" y="358193"/>
                  </a:lnTo>
                  <a:lnTo>
                    <a:pt x="1149236" y="361638"/>
                  </a:lnTo>
                  <a:lnTo>
                    <a:pt x="1151129" y="365082"/>
                  </a:lnTo>
                  <a:lnTo>
                    <a:pt x="1153029" y="368526"/>
                  </a:lnTo>
                  <a:lnTo>
                    <a:pt x="1154914" y="371970"/>
                  </a:lnTo>
                  <a:lnTo>
                    <a:pt x="1156765" y="375414"/>
                  </a:lnTo>
                  <a:lnTo>
                    <a:pt x="1158564" y="378858"/>
                  </a:lnTo>
                  <a:lnTo>
                    <a:pt x="1160293" y="382303"/>
                  </a:lnTo>
                  <a:lnTo>
                    <a:pt x="1161949" y="385747"/>
                  </a:lnTo>
                  <a:lnTo>
                    <a:pt x="1163539" y="389191"/>
                  </a:lnTo>
                  <a:lnTo>
                    <a:pt x="1165071" y="392635"/>
                  </a:lnTo>
                  <a:lnTo>
                    <a:pt x="1166561" y="396079"/>
                  </a:lnTo>
                  <a:lnTo>
                    <a:pt x="1168029" y="399523"/>
                  </a:lnTo>
                  <a:lnTo>
                    <a:pt x="1169498" y="402968"/>
                  </a:lnTo>
                  <a:lnTo>
                    <a:pt x="1170993" y="406412"/>
                  </a:lnTo>
                  <a:lnTo>
                    <a:pt x="1172541" y="409856"/>
                  </a:lnTo>
                  <a:lnTo>
                    <a:pt x="1174183" y="413300"/>
                  </a:lnTo>
                  <a:lnTo>
                    <a:pt x="1175932" y="416744"/>
                  </a:lnTo>
                  <a:lnTo>
                    <a:pt x="1177803" y="420188"/>
                  </a:lnTo>
                  <a:lnTo>
                    <a:pt x="1179805" y="423633"/>
                  </a:lnTo>
                  <a:lnTo>
                    <a:pt x="1181943" y="427077"/>
                  </a:lnTo>
                  <a:lnTo>
                    <a:pt x="1184213" y="430521"/>
                  </a:lnTo>
                  <a:lnTo>
                    <a:pt x="1186607" y="433965"/>
                  </a:lnTo>
                  <a:lnTo>
                    <a:pt x="1189111" y="437409"/>
                  </a:lnTo>
                  <a:lnTo>
                    <a:pt x="1191711" y="440853"/>
                  </a:lnTo>
                  <a:lnTo>
                    <a:pt x="1194378" y="444298"/>
                  </a:lnTo>
                  <a:lnTo>
                    <a:pt x="1197081" y="447742"/>
                  </a:lnTo>
                  <a:lnTo>
                    <a:pt x="1199795" y="451186"/>
                  </a:lnTo>
                  <a:lnTo>
                    <a:pt x="1202498" y="454630"/>
                  </a:lnTo>
                  <a:lnTo>
                    <a:pt x="1205169" y="458074"/>
                  </a:lnTo>
                  <a:lnTo>
                    <a:pt x="1207789" y="461518"/>
                  </a:lnTo>
                  <a:lnTo>
                    <a:pt x="1210345" y="464963"/>
                  </a:lnTo>
                  <a:lnTo>
                    <a:pt x="1212824" y="468407"/>
                  </a:lnTo>
                  <a:lnTo>
                    <a:pt x="1215208" y="471851"/>
                  </a:lnTo>
                  <a:lnTo>
                    <a:pt x="1217505" y="475295"/>
                  </a:lnTo>
                  <a:lnTo>
                    <a:pt x="1219717" y="478739"/>
                  </a:lnTo>
                  <a:lnTo>
                    <a:pt x="1221845" y="482184"/>
                  </a:lnTo>
                  <a:lnTo>
                    <a:pt x="1223893" y="485628"/>
                  </a:lnTo>
                  <a:lnTo>
                    <a:pt x="1225867" y="489072"/>
                  </a:lnTo>
                  <a:lnTo>
                    <a:pt x="1227772" y="492516"/>
                  </a:lnTo>
                  <a:lnTo>
                    <a:pt x="1229614" y="495960"/>
                  </a:lnTo>
                  <a:lnTo>
                    <a:pt x="1231396" y="499404"/>
                  </a:lnTo>
                  <a:lnTo>
                    <a:pt x="1233127" y="502849"/>
                  </a:lnTo>
                  <a:lnTo>
                    <a:pt x="1234821" y="506293"/>
                  </a:lnTo>
                  <a:lnTo>
                    <a:pt x="1236487" y="509737"/>
                  </a:lnTo>
                  <a:lnTo>
                    <a:pt x="1238139" y="513181"/>
                  </a:lnTo>
                  <a:lnTo>
                    <a:pt x="1239794" y="516625"/>
                  </a:lnTo>
                  <a:lnTo>
                    <a:pt x="1241469" y="520069"/>
                  </a:lnTo>
                  <a:lnTo>
                    <a:pt x="1243188" y="523514"/>
                  </a:lnTo>
                  <a:lnTo>
                    <a:pt x="1244975" y="526958"/>
                  </a:lnTo>
                  <a:lnTo>
                    <a:pt x="1246878" y="530402"/>
                  </a:lnTo>
                  <a:lnTo>
                    <a:pt x="1248918" y="533846"/>
                  </a:lnTo>
                  <a:lnTo>
                    <a:pt x="1251125" y="537290"/>
                  </a:lnTo>
                  <a:lnTo>
                    <a:pt x="1253526" y="540734"/>
                  </a:lnTo>
                  <a:lnTo>
                    <a:pt x="1256147" y="544179"/>
                  </a:lnTo>
                  <a:lnTo>
                    <a:pt x="1259009" y="547623"/>
                  </a:lnTo>
                  <a:lnTo>
                    <a:pt x="1262126" y="551067"/>
                  </a:lnTo>
                  <a:lnTo>
                    <a:pt x="1265508" y="554511"/>
                  </a:lnTo>
                  <a:lnTo>
                    <a:pt x="1269173" y="557955"/>
                  </a:lnTo>
                  <a:lnTo>
                    <a:pt x="1273118" y="561399"/>
                  </a:lnTo>
                  <a:lnTo>
                    <a:pt x="1277300" y="564844"/>
                  </a:lnTo>
                  <a:lnTo>
                    <a:pt x="1281696" y="568288"/>
                  </a:lnTo>
                  <a:lnTo>
                    <a:pt x="1286276" y="571732"/>
                  </a:lnTo>
                  <a:lnTo>
                    <a:pt x="1291007" y="575176"/>
                  </a:lnTo>
                  <a:lnTo>
                    <a:pt x="1295854" y="578620"/>
                  </a:lnTo>
                  <a:lnTo>
                    <a:pt x="1300780" y="582064"/>
                  </a:lnTo>
                  <a:lnTo>
                    <a:pt x="1305747" y="585509"/>
                  </a:lnTo>
                  <a:lnTo>
                    <a:pt x="1310716" y="588953"/>
                  </a:lnTo>
                  <a:lnTo>
                    <a:pt x="1315650" y="592397"/>
                  </a:lnTo>
                  <a:lnTo>
                    <a:pt x="1320523" y="595841"/>
                  </a:lnTo>
                  <a:lnTo>
                    <a:pt x="1325315" y="599285"/>
                  </a:lnTo>
                  <a:lnTo>
                    <a:pt x="1330007" y="602730"/>
                  </a:lnTo>
                  <a:lnTo>
                    <a:pt x="1334588" y="606174"/>
                  </a:lnTo>
                  <a:lnTo>
                    <a:pt x="1339048" y="609618"/>
                  </a:lnTo>
                  <a:lnTo>
                    <a:pt x="1343383" y="613062"/>
                  </a:lnTo>
                  <a:lnTo>
                    <a:pt x="1347581" y="616506"/>
                  </a:lnTo>
                  <a:lnTo>
                    <a:pt x="1351635" y="619950"/>
                  </a:lnTo>
                  <a:lnTo>
                    <a:pt x="1355557" y="623395"/>
                  </a:lnTo>
                  <a:lnTo>
                    <a:pt x="1359345" y="626839"/>
                  </a:lnTo>
                  <a:lnTo>
                    <a:pt x="1362998" y="630283"/>
                  </a:lnTo>
                  <a:lnTo>
                    <a:pt x="1366515" y="633727"/>
                  </a:lnTo>
                  <a:lnTo>
                    <a:pt x="1369892" y="637171"/>
                  </a:lnTo>
                  <a:lnTo>
                    <a:pt x="1373128" y="640615"/>
                  </a:lnTo>
                  <a:lnTo>
                    <a:pt x="1376224" y="644060"/>
                  </a:lnTo>
                  <a:lnTo>
                    <a:pt x="1379165" y="647504"/>
                  </a:lnTo>
                  <a:lnTo>
                    <a:pt x="1381974" y="650948"/>
                  </a:lnTo>
                  <a:lnTo>
                    <a:pt x="1384669" y="654392"/>
                  </a:lnTo>
                  <a:lnTo>
                    <a:pt x="1387270" y="657836"/>
                  </a:lnTo>
                  <a:lnTo>
                    <a:pt x="1389803" y="661280"/>
                  </a:lnTo>
                  <a:lnTo>
                    <a:pt x="1392301" y="664725"/>
                  </a:lnTo>
                  <a:lnTo>
                    <a:pt x="1394802" y="668169"/>
                  </a:lnTo>
                  <a:lnTo>
                    <a:pt x="1397347" y="671613"/>
                  </a:lnTo>
                  <a:lnTo>
                    <a:pt x="1399988" y="675057"/>
                  </a:lnTo>
                  <a:lnTo>
                    <a:pt x="1402790" y="678501"/>
                  </a:lnTo>
                  <a:lnTo>
                    <a:pt x="1405785" y="681945"/>
                  </a:lnTo>
                  <a:lnTo>
                    <a:pt x="1409009" y="685390"/>
                  </a:lnTo>
                  <a:lnTo>
                    <a:pt x="1412489" y="688834"/>
                  </a:lnTo>
                  <a:lnTo>
                    <a:pt x="1416245" y="692278"/>
                  </a:lnTo>
                  <a:lnTo>
                    <a:pt x="1420286" y="695722"/>
                  </a:lnTo>
                  <a:lnTo>
                    <a:pt x="1424608" y="699166"/>
                  </a:lnTo>
                  <a:lnTo>
                    <a:pt x="1429200" y="702610"/>
                  </a:lnTo>
                  <a:lnTo>
                    <a:pt x="1434062" y="706055"/>
                  </a:lnTo>
                  <a:lnTo>
                    <a:pt x="1439134" y="709499"/>
                  </a:lnTo>
                  <a:lnTo>
                    <a:pt x="1444365" y="712943"/>
                  </a:lnTo>
                  <a:lnTo>
                    <a:pt x="1449712" y="716387"/>
                  </a:lnTo>
                  <a:lnTo>
                    <a:pt x="1455130" y="719831"/>
                  </a:lnTo>
                  <a:lnTo>
                    <a:pt x="1460577" y="723276"/>
                  </a:lnTo>
                  <a:lnTo>
                    <a:pt x="1466016" y="726720"/>
                  </a:lnTo>
                  <a:lnTo>
                    <a:pt x="1471414" y="730164"/>
                  </a:lnTo>
                  <a:lnTo>
                    <a:pt x="1476746" y="733608"/>
                  </a:lnTo>
                  <a:lnTo>
                    <a:pt x="1481992" y="737052"/>
                  </a:lnTo>
                  <a:lnTo>
                    <a:pt x="1487166" y="740496"/>
                  </a:lnTo>
                  <a:lnTo>
                    <a:pt x="1492285" y="743941"/>
                  </a:lnTo>
                  <a:lnTo>
                    <a:pt x="1497378" y="747385"/>
                  </a:lnTo>
                  <a:lnTo>
                    <a:pt x="1502485" y="750829"/>
                  </a:lnTo>
                  <a:lnTo>
                    <a:pt x="1507657" y="754273"/>
                  </a:lnTo>
                  <a:lnTo>
                    <a:pt x="1512952" y="757717"/>
                  </a:lnTo>
                  <a:lnTo>
                    <a:pt x="1518433" y="761161"/>
                  </a:lnTo>
                  <a:lnTo>
                    <a:pt x="1524202" y="764606"/>
                  </a:lnTo>
                  <a:lnTo>
                    <a:pt x="1530326" y="768050"/>
                  </a:lnTo>
                  <a:lnTo>
                    <a:pt x="1536847" y="771494"/>
                  </a:lnTo>
                  <a:lnTo>
                    <a:pt x="1543807" y="774938"/>
                  </a:lnTo>
                  <a:lnTo>
                    <a:pt x="1551233" y="778382"/>
                  </a:lnTo>
                  <a:lnTo>
                    <a:pt x="1559134" y="781826"/>
                  </a:lnTo>
                  <a:lnTo>
                    <a:pt x="1567496" y="785271"/>
                  </a:lnTo>
                  <a:lnTo>
                    <a:pt x="1576285" y="788715"/>
                  </a:lnTo>
                  <a:lnTo>
                    <a:pt x="1585447" y="792159"/>
                  </a:lnTo>
                  <a:lnTo>
                    <a:pt x="1594913" y="795603"/>
                  </a:lnTo>
                  <a:lnTo>
                    <a:pt x="1604526" y="799047"/>
                  </a:lnTo>
                  <a:lnTo>
                    <a:pt x="1614173" y="802491"/>
                  </a:lnTo>
                  <a:lnTo>
                    <a:pt x="1623736" y="805936"/>
                  </a:lnTo>
                  <a:lnTo>
                    <a:pt x="1633105" y="809380"/>
                  </a:lnTo>
                  <a:lnTo>
                    <a:pt x="1642180" y="812824"/>
                  </a:lnTo>
                  <a:lnTo>
                    <a:pt x="1650883" y="816268"/>
                  </a:lnTo>
                  <a:lnTo>
                    <a:pt x="1659160" y="819712"/>
                  </a:lnTo>
                  <a:lnTo>
                    <a:pt x="1666947" y="823157"/>
                  </a:lnTo>
                  <a:lnTo>
                    <a:pt x="1674282" y="826601"/>
                  </a:lnTo>
                  <a:lnTo>
                    <a:pt x="1681258" y="830045"/>
                  </a:lnTo>
                  <a:lnTo>
                    <a:pt x="1687968" y="833489"/>
                  </a:lnTo>
                  <a:lnTo>
                    <a:pt x="1694527" y="836933"/>
                  </a:lnTo>
                  <a:lnTo>
                    <a:pt x="1701068" y="840377"/>
                  </a:lnTo>
                  <a:lnTo>
                    <a:pt x="1707730" y="843822"/>
                  </a:lnTo>
                  <a:lnTo>
                    <a:pt x="1714652" y="847266"/>
                  </a:lnTo>
                  <a:lnTo>
                    <a:pt x="1721967" y="850710"/>
                  </a:lnTo>
                  <a:lnTo>
                    <a:pt x="1729871" y="854154"/>
                  </a:lnTo>
                  <a:lnTo>
                    <a:pt x="1738372" y="857598"/>
                  </a:lnTo>
                  <a:lnTo>
                    <a:pt x="1747496" y="861042"/>
                  </a:lnTo>
                  <a:lnTo>
                    <a:pt x="1757236" y="864487"/>
                  </a:lnTo>
                  <a:lnTo>
                    <a:pt x="1767551" y="867931"/>
                  </a:lnTo>
                  <a:lnTo>
                    <a:pt x="1778366" y="871375"/>
                  </a:lnTo>
                  <a:lnTo>
                    <a:pt x="1789582" y="874819"/>
                  </a:lnTo>
                  <a:lnTo>
                    <a:pt x="1801078" y="878263"/>
                  </a:lnTo>
                  <a:lnTo>
                    <a:pt x="1812720" y="881707"/>
                  </a:lnTo>
                  <a:lnTo>
                    <a:pt x="1824337" y="885152"/>
                  </a:lnTo>
                  <a:lnTo>
                    <a:pt x="1835799" y="888596"/>
                  </a:lnTo>
                  <a:lnTo>
                    <a:pt x="1847002" y="892040"/>
                  </a:lnTo>
                  <a:lnTo>
                    <a:pt x="1857868" y="895484"/>
                  </a:lnTo>
                  <a:lnTo>
                    <a:pt x="1868342" y="898928"/>
                  </a:lnTo>
                  <a:lnTo>
                    <a:pt x="1878401" y="902372"/>
                  </a:lnTo>
                  <a:lnTo>
                    <a:pt x="1888045" y="905817"/>
                  </a:lnTo>
                  <a:lnTo>
                    <a:pt x="1897302" y="909261"/>
                  </a:lnTo>
                  <a:lnTo>
                    <a:pt x="1906186" y="912705"/>
                  </a:lnTo>
                  <a:lnTo>
                    <a:pt x="1914828" y="916149"/>
                  </a:lnTo>
                  <a:lnTo>
                    <a:pt x="1923309" y="919593"/>
                  </a:lnTo>
                  <a:lnTo>
                    <a:pt x="1931709" y="923037"/>
                  </a:lnTo>
                  <a:lnTo>
                    <a:pt x="1940105" y="926482"/>
                  </a:lnTo>
                  <a:lnTo>
                    <a:pt x="1948566" y="929926"/>
                  </a:lnTo>
                  <a:lnTo>
                    <a:pt x="1957147" y="933370"/>
                  </a:lnTo>
                  <a:lnTo>
                    <a:pt x="1965893" y="936814"/>
                  </a:lnTo>
                  <a:lnTo>
                    <a:pt x="1974845" y="940258"/>
                  </a:lnTo>
                  <a:lnTo>
                    <a:pt x="1984019" y="943703"/>
                  </a:lnTo>
                  <a:lnTo>
                    <a:pt x="1993390" y="947147"/>
                  </a:lnTo>
                  <a:lnTo>
                    <a:pt x="2002939" y="950591"/>
                  </a:lnTo>
                  <a:lnTo>
                    <a:pt x="2012638" y="954035"/>
                  </a:lnTo>
                  <a:lnTo>
                    <a:pt x="2022454" y="957479"/>
                  </a:lnTo>
                  <a:lnTo>
                    <a:pt x="2032351" y="960923"/>
                  </a:lnTo>
                  <a:lnTo>
                    <a:pt x="2042289" y="964368"/>
                  </a:lnTo>
                  <a:lnTo>
                    <a:pt x="2052227" y="967812"/>
                  </a:lnTo>
                  <a:lnTo>
                    <a:pt x="2062112" y="971256"/>
                  </a:lnTo>
                  <a:lnTo>
                    <a:pt x="2071905" y="974700"/>
                  </a:lnTo>
                  <a:lnTo>
                    <a:pt x="2081567" y="978144"/>
                  </a:lnTo>
                  <a:lnTo>
                    <a:pt x="2091060" y="981588"/>
                  </a:lnTo>
                  <a:lnTo>
                    <a:pt x="2100348" y="985033"/>
                  </a:lnTo>
                  <a:lnTo>
                    <a:pt x="2109392" y="988477"/>
                  </a:lnTo>
                  <a:lnTo>
                    <a:pt x="2118151" y="991921"/>
                  </a:lnTo>
                  <a:lnTo>
                    <a:pt x="2126584" y="995365"/>
                  </a:lnTo>
                  <a:lnTo>
                    <a:pt x="2134622" y="998809"/>
                  </a:lnTo>
                  <a:lnTo>
                    <a:pt x="2142186" y="1002253"/>
                  </a:lnTo>
                  <a:lnTo>
                    <a:pt x="2149260" y="1005698"/>
                  </a:lnTo>
                  <a:lnTo>
                    <a:pt x="2155788" y="1009142"/>
                  </a:lnTo>
                  <a:lnTo>
                    <a:pt x="2161714" y="1012586"/>
                  </a:lnTo>
                  <a:lnTo>
                    <a:pt x="2166978" y="1016030"/>
                  </a:lnTo>
                  <a:lnTo>
                    <a:pt x="2171519" y="1019474"/>
                  </a:lnTo>
                  <a:lnTo>
                    <a:pt x="2175278" y="1022918"/>
                  </a:lnTo>
                  <a:lnTo>
                    <a:pt x="2178194" y="1026363"/>
                  </a:lnTo>
                  <a:lnTo>
                    <a:pt x="2180091" y="1029807"/>
                  </a:lnTo>
                  <a:lnTo>
                    <a:pt x="2180995" y="1033251"/>
                  </a:lnTo>
                  <a:lnTo>
                    <a:pt x="2180889" y="1036695"/>
                  </a:lnTo>
                  <a:lnTo>
                    <a:pt x="2179741" y="1040139"/>
                  </a:lnTo>
                  <a:lnTo>
                    <a:pt x="2177528" y="1043583"/>
                  </a:lnTo>
                  <a:lnTo>
                    <a:pt x="2174240" y="1047028"/>
                  </a:lnTo>
                  <a:lnTo>
                    <a:pt x="2169880" y="1050472"/>
                  </a:lnTo>
                  <a:lnTo>
                    <a:pt x="2164466" y="1053916"/>
                  </a:lnTo>
                  <a:lnTo>
                    <a:pt x="2157990" y="1057360"/>
                  </a:lnTo>
                  <a:lnTo>
                    <a:pt x="2150451" y="1060804"/>
                  </a:lnTo>
                  <a:lnTo>
                    <a:pt x="2142034" y="1064249"/>
                  </a:lnTo>
                  <a:lnTo>
                    <a:pt x="2132826" y="1067693"/>
                  </a:lnTo>
                  <a:lnTo>
                    <a:pt x="2122925" y="1071137"/>
                  </a:lnTo>
                  <a:lnTo>
                    <a:pt x="2112437" y="1074581"/>
                  </a:lnTo>
                  <a:lnTo>
                    <a:pt x="2101478" y="1078025"/>
                  </a:lnTo>
                  <a:lnTo>
                    <a:pt x="2090163" y="1081469"/>
                  </a:lnTo>
                  <a:lnTo>
                    <a:pt x="2078613" y="1084914"/>
                  </a:lnTo>
                  <a:lnTo>
                    <a:pt x="2066948" y="1088358"/>
                  </a:lnTo>
                  <a:lnTo>
                    <a:pt x="2055309" y="1091802"/>
                  </a:lnTo>
                  <a:lnTo>
                    <a:pt x="2043799" y="1095246"/>
                  </a:lnTo>
                  <a:lnTo>
                    <a:pt x="2032505" y="1098690"/>
                  </a:lnTo>
                  <a:lnTo>
                    <a:pt x="2021499" y="1102134"/>
                  </a:lnTo>
                  <a:lnTo>
                    <a:pt x="2010840" y="1105579"/>
                  </a:lnTo>
                  <a:lnTo>
                    <a:pt x="2000573" y="1109023"/>
                  </a:lnTo>
                  <a:lnTo>
                    <a:pt x="1990724" y="1112467"/>
                  </a:lnTo>
                  <a:lnTo>
                    <a:pt x="1981320" y="1115911"/>
                  </a:lnTo>
                  <a:lnTo>
                    <a:pt x="1972391" y="1119355"/>
                  </a:lnTo>
                  <a:lnTo>
                    <a:pt x="1963858" y="1122799"/>
                  </a:lnTo>
                  <a:lnTo>
                    <a:pt x="1955681" y="1126244"/>
                  </a:lnTo>
                  <a:lnTo>
                    <a:pt x="1947812" y="1129688"/>
                  </a:lnTo>
                  <a:lnTo>
                    <a:pt x="1940191" y="1133132"/>
                  </a:lnTo>
                  <a:lnTo>
                    <a:pt x="1932753" y="1136576"/>
                  </a:lnTo>
                  <a:lnTo>
                    <a:pt x="1925429" y="1140020"/>
                  </a:lnTo>
                  <a:lnTo>
                    <a:pt x="1918145" y="1143464"/>
                  </a:lnTo>
                  <a:lnTo>
                    <a:pt x="1910816" y="1146909"/>
                  </a:lnTo>
                  <a:lnTo>
                    <a:pt x="1903359" y="1150353"/>
                  </a:lnTo>
                  <a:lnTo>
                    <a:pt x="1895714" y="1153797"/>
                  </a:lnTo>
                  <a:lnTo>
                    <a:pt x="1887827" y="1157241"/>
                  </a:lnTo>
                  <a:lnTo>
                    <a:pt x="1879654" y="1160685"/>
                  </a:lnTo>
                  <a:lnTo>
                    <a:pt x="1871159" y="1164129"/>
                  </a:lnTo>
                  <a:lnTo>
                    <a:pt x="1862317" y="1167574"/>
                  </a:lnTo>
                  <a:lnTo>
                    <a:pt x="1853115" y="1171018"/>
                  </a:lnTo>
                  <a:lnTo>
                    <a:pt x="1843542" y="1174462"/>
                  </a:lnTo>
                  <a:lnTo>
                    <a:pt x="1833565" y="1177906"/>
                  </a:lnTo>
                  <a:lnTo>
                    <a:pt x="1823250" y="1181350"/>
                  </a:lnTo>
                  <a:lnTo>
                    <a:pt x="1812623" y="1184795"/>
                  </a:lnTo>
                  <a:lnTo>
                    <a:pt x="1801710" y="1188239"/>
                  </a:lnTo>
                  <a:lnTo>
                    <a:pt x="1790541" y="1191683"/>
                  </a:lnTo>
                  <a:lnTo>
                    <a:pt x="1779149" y="1195127"/>
                  </a:lnTo>
                  <a:lnTo>
                    <a:pt x="1767564" y="1198571"/>
                  </a:lnTo>
                  <a:lnTo>
                    <a:pt x="1755816" y="1202015"/>
                  </a:lnTo>
                  <a:lnTo>
                    <a:pt x="1743926" y="1205460"/>
                  </a:lnTo>
                  <a:lnTo>
                    <a:pt x="1731928" y="1208904"/>
                  </a:lnTo>
                  <a:lnTo>
                    <a:pt x="1719853" y="1212348"/>
                  </a:lnTo>
                  <a:lnTo>
                    <a:pt x="1707718" y="1215792"/>
                  </a:lnTo>
                  <a:lnTo>
                    <a:pt x="1695541" y="1219236"/>
                  </a:lnTo>
                  <a:lnTo>
                    <a:pt x="1683336" y="1222680"/>
                  </a:lnTo>
                  <a:lnTo>
                    <a:pt x="1671117" y="1226125"/>
                  </a:lnTo>
                  <a:lnTo>
                    <a:pt x="1658897" y="1229569"/>
                  </a:lnTo>
                  <a:lnTo>
                    <a:pt x="1646686" y="1233013"/>
                  </a:lnTo>
                  <a:lnTo>
                    <a:pt x="1634500" y="1236457"/>
                  </a:lnTo>
                  <a:lnTo>
                    <a:pt x="1622348" y="1239901"/>
                  </a:lnTo>
                  <a:lnTo>
                    <a:pt x="1610241" y="1243345"/>
                  </a:lnTo>
                  <a:lnTo>
                    <a:pt x="1598186" y="1246790"/>
                  </a:lnTo>
                  <a:lnTo>
                    <a:pt x="1586192" y="1250234"/>
                  </a:lnTo>
                  <a:lnTo>
                    <a:pt x="1574269" y="1253678"/>
                  </a:lnTo>
                  <a:lnTo>
                    <a:pt x="1562423" y="1257122"/>
                  </a:lnTo>
                  <a:lnTo>
                    <a:pt x="1550663" y="1260566"/>
                  </a:lnTo>
                  <a:lnTo>
                    <a:pt x="1539003" y="1264010"/>
                  </a:lnTo>
                  <a:lnTo>
                    <a:pt x="1527453" y="1267455"/>
                  </a:lnTo>
                  <a:lnTo>
                    <a:pt x="1516014" y="1270899"/>
                  </a:lnTo>
                  <a:lnTo>
                    <a:pt x="1504697" y="1274343"/>
                  </a:lnTo>
                  <a:lnTo>
                    <a:pt x="1493513" y="1277787"/>
                  </a:lnTo>
                  <a:lnTo>
                    <a:pt x="1482476" y="1281231"/>
                  </a:lnTo>
                  <a:lnTo>
                    <a:pt x="1471600" y="1284675"/>
                  </a:lnTo>
                  <a:lnTo>
                    <a:pt x="1460901" y="1288120"/>
                  </a:lnTo>
                  <a:lnTo>
                    <a:pt x="1450399" y="1291564"/>
                  </a:lnTo>
                  <a:lnTo>
                    <a:pt x="1440149" y="1295008"/>
                  </a:lnTo>
                  <a:lnTo>
                    <a:pt x="1430144" y="1298452"/>
                  </a:lnTo>
                  <a:lnTo>
                    <a:pt x="1420402" y="1301896"/>
                  </a:lnTo>
                  <a:lnTo>
                    <a:pt x="1410943" y="1305341"/>
                  </a:lnTo>
                  <a:lnTo>
                    <a:pt x="1401785" y="1308785"/>
                  </a:lnTo>
                  <a:lnTo>
                    <a:pt x="1392944" y="1312229"/>
                  </a:lnTo>
                  <a:lnTo>
                    <a:pt x="1384433" y="1315673"/>
                  </a:lnTo>
                  <a:lnTo>
                    <a:pt x="1376264" y="1319117"/>
                  </a:lnTo>
                  <a:lnTo>
                    <a:pt x="1368467" y="1322561"/>
                  </a:lnTo>
                  <a:lnTo>
                    <a:pt x="1361051" y="1326006"/>
                  </a:lnTo>
                  <a:lnTo>
                    <a:pt x="1353981" y="1329450"/>
                  </a:lnTo>
                  <a:lnTo>
                    <a:pt x="1347247" y="1332894"/>
                  </a:lnTo>
                  <a:lnTo>
                    <a:pt x="1340834" y="1336338"/>
                  </a:lnTo>
                  <a:lnTo>
                    <a:pt x="1334720" y="1339782"/>
                  </a:lnTo>
                  <a:lnTo>
                    <a:pt x="1328878" y="1343226"/>
                  </a:lnTo>
                  <a:lnTo>
                    <a:pt x="1323277" y="1346671"/>
                  </a:lnTo>
                  <a:lnTo>
                    <a:pt x="1317879" y="1350115"/>
                  </a:lnTo>
                  <a:lnTo>
                    <a:pt x="1312658" y="1353559"/>
                  </a:lnTo>
                  <a:lnTo>
                    <a:pt x="1307542" y="1357003"/>
                  </a:lnTo>
                  <a:lnTo>
                    <a:pt x="1302486" y="1360447"/>
                  </a:lnTo>
                  <a:lnTo>
                    <a:pt x="1297448" y="1363891"/>
                  </a:lnTo>
                  <a:lnTo>
                    <a:pt x="1292391" y="1367336"/>
                  </a:lnTo>
                  <a:lnTo>
                    <a:pt x="1287281" y="1370780"/>
                  </a:lnTo>
                  <a:lnTo>
                    <a:pt x="1282092" y="1374224"/>
                  </a:lnTo>
                  <a:lnTo>
                    <a:pt x="1276807" y="1377668"/>
                  </a:lnTo>
                  <a:lnTo>
                    <a:pt x="1271407" y="1381112"/>
                  </a:lnTo>
                  <a:lnTo>
                    <a:pt x="1265888" y="1384556"/>
                  </a:lnTo>
                  <a:lnTo>
                    <a:pt x="1260270" y="1388001"/>
                  </a:lnTo>
                  <a:lnTo>
                    <a:pt x="1254570" y="1391445"/>
                  </a:lnTo>
                  <a:lnTo>
                    <a:pt x="1248810" y="1394889"/>
                  </a:lnTo>
                  <a:lnTo>
                    <a:pt x="1243013" y="1398333"/>
                  </a:lnTo>
                  <a:lnTo>
                    <a:pt x="1237208" y="1401777"/>
                  </a:lnTo>
                  <a:lnTo>
                    <a:pt x="1231422" y="1405221"/>
                  </a:lnTo>
                  <a:lnTo>
                    <a:pt x="1225684" y="1408666"/>
                  </a:lnTo>
                  <a:lnTo>
                    <a:pt x="1220035" y="1412110"/>
                  </a:lnTo>
                  <a:lnTo>
                    <a:pt x="1214495" y="1415554"/>
                  </a:lnTo>
                  <a:lnTo>
                    <a:pt x="1209085" y="1418998"/>
                  </a:lnTo>
                  <a:lnTo>
                    <a:pt x="1203820" y="1422442"/>
                  </a:lnTo>
                  <a:lnTo>
                    <a:pt x="1198717" y="1425887"/>
                  </a:lnTo>
                  <a:lnTo>
                    <a:pt x="1193788" y="1429331"/>
                  </a:lnTo>
                  <a:lnTo>
                    <a:pt x="1189045" y="1432775"/>
                  </a:lnTo>
                  <a:lnTo>
                    <a:pt x="1184494" y="1436219"/>
                  </a:lnTo>
                  <a:lnTo>
                    <a:pt x="1180153" y="1439663"/>
                  </a:lnTo>
                  <a:lnTo>
                    <a:pt x="1176042" y="1443107"/>
                  </a:lnTo>
                  <a:lnTo>
                    <a:pt x="1172142" y="1446552"/>
                  </a:lnTo>
                  <a:lnTo>
                    <a:pt x="1168454" y="1449996"/>
                  </a:lnTo>
                  <a:lnTo>
                    <a:pt x="1164981" y="1453440"/>
                  </a:lnTo>
                  <a:lnTo>
                    <a:pt x="1161721" y="1456884"/>
                  </a:lnTo>
                  <a:lnTo>
                    <a:pt x="1158671" y="1460328"/>
                  </a:lnTo>
                  <a:lnTo>
                    <a:pt x="1155828" y="1463772"/>
                  </a:lnTo>
                  <a:lnTo>
                    <a:pt x="1153185" y="1467217"/>
                  </a:lnTo>
                  <a:lnTo>
                    <a:pt x="1150754" y="1470661"/>
                  </a:lnTo>
                  <a:lnTo>
                    <a:pt x="1148507" y="1474105"/>
                  </a:lnTo>
                  <a:lnTo>
                    <a:pt x="1146424" y="1477549"/>
                  </a:lnTo>
                  <a:lnTo>
                    <a:pt x="1144491" y="1480993"/>
                  </a:lnTo>
                  <a:lnTo>
                    <a:pt x="1142690" y="1484437"/>
                  </a:lnTo>
                  <a:lnTo>
                    <a:pt x="1141008" y="1487882"/>
                  </a:lnTo>
                  <a:lnTo>
                    <a:pt x="1139426" y="1491326"/>
                  </a:lnTo>
                  <a:lnTo>
                    <a:pt x="1137928" y="1494770"/>
                  </a:lnTo>
                  <a:lnTo>
                    <a:pt x="1136500" y="1498214"/>
                  </a:lnTo>
                  <a:lnTo>
                    <a:pt x="1135127" y="1501658"/>
                  </a:lnTo>
                  <a:lnTo>
                    <a:pt x="1133789" y="1505102"/>
                  </a:lnTo>
                  <a:lnTo>
                    <a:pt x="1132473" y="1508547"/>
                  </a:lnTo>
                  <a:lnTo>
                    <a:pt x="1131171" y="1511991"/>
                  </a:lnTo>
                  <a:lnTo>
                    <a:pt x="1129874" y="1515435"/>
                  </a:lnTo>
                  <a:lnTo>
                    <a:pt x="1128577" y="1518879"/>
                  </a:lnTo>
                  <a:lnTo>
                    <a:pt x="1127276" y="1522323"/>
                  </a:lnTo>
                  <a:lnTo>
                    <a:pt x="1125970" y="1525767"/>
                  </a:lnTo>
                  <a:lnTo>
                    <a:pt x="1124658" y="1529212"/>
                  </a:lnTo>
                  <a:lnTo>
                    <a:pt x="1123342" y="1532656"/>
                  </a:lnTo>
                  <a:lnTo>
                    <a:pt x="1122028" y="1536100"/>
                  </a:lnTo>
                  <a:lnTo>
                    <a:pt x="1120719" y="1539544"/>
                  </a:lnTo>
                  <a:lnTo>
                    <a:pt x="1119420" y="1542988"/>
                  </a:lnTo>
                  <a:lnTo>
                    <a:pt x="1118135" y="1546433"/>
                  </a:lnTo>
                  <a:lnTo>
                    <a:pt x="1116868" y="1549877"/>
                  </a:lnTo>
                  <a:lnTo>
                    <a:pt x="1115624" y="1553321"/>
                  </a:lnTo>
                  <a:lnTo>
                    <a:pt x="1114406" y="1556765"/>
                  </a:lnTo>
                  <a:lnTo>
                    <a:pt x="1113220" y="1560209"/>
                  </a:lnTo>
                  <a:lnTo>
                    <a:pt x="1112062" y="1563653"/>
                  </a:lnTo>
                  <a:lnTo>
                    <a:pt x="1110935" y="1567098"/>
                  </a:lnTo>
                  <a:lnTo>
                    <a:pt x="1109837" y="1570542"/>
                  </a:lnTo>
                  <a:lnTo>
                    <a:pt x="1108769" y="1573986"/>
                  </a:lnTo>
                  <a:lnTo>
                    <a:pt x="1107730" y="1577430"/>
                  </a:lnTo>
                  <a:lnTo>
                    <a:pt x="1106719" y="1580874"/>
                  </a:lnTo>
                  <a:lnTo>
                    <a:pt x="1105737" y="1584318"/>
                  </a:lnTo>
                  <a:lnTo>
                    <a:pt x="1104786" y="1587763"/>
                  </a:lnTo>
                  <a:lnTo>
                    <a:pt x="1103866" y="1591207"/>
                  </a:lnTo>
                  <a:lnTo>
                    <a:pt x="1102975" y="1594651"/>
                  </a:lnTo>
                  <a:lnTo>
                    <a:pt x="1102115" y="1598095"/>
                  </a:lnTo>
                  <a:lnTo>
                    <a:pt x="1101286" y="1601539"/>
                  </a:lnTo>
                  <a:lnTo>
                    <a:pt x="1100488" y="1604983"/>
                  </a:lnTo>
                  <a:lnTo>
                    <a:pt x="1099724" y="1608428"/>
                  </a:lnTo>
                  <a:lnTo>
                    <a:pt x="1098992" y="1611872"/>
                  </a:lnTo>
                  <a:lnTo>
                    <a:pt x="1098294" y="1615316"/>
                  </a:lnTo>
                  <a:lnTo>
                    <a:pt x="1097635" y="1618760"/>
                  </a:lnTo>
                  <a:lnTo>
                    <a:pt x="1097010" y="1622204"/>
                  </a:lnTo>
                  <a:lnTo>
                    <a:pt x="1096418" y="1625648"/>
                  </a:lnTo>
                  <a:lnTo>
                    <a:pt x="1095861" y="1629093"/>
                  </a:lnTo>
                  <a:lnTo>
                    <a:pt x="1095337" y="1632537"/>
                  </a:lnTo>
                  <a:lnTo>
                    <a:pt x="1094848" y="1635981"/>
                  </a:lnTo>
                  <a:lnTo>
                    <a:pt x="1094393" y="1639425"/>
                  </a:lnTo>
                  <a:lnTo>
                    <a:pt x="1093973" y="1642869"/>
                  </a:lnTo>
                  <a:lnTo>
                    <a:pt x="1093591" y="1646314"/>
                  </a:lnTo>
                  <a:lnTo>
                    <a:pt x="1093246" y="1649758"/>
                  </a:lnTo>
                  <a:lnTo>
                    <a:pt x="1092937" y="1653202"/>
                  </a:lnTo>
                  <a:lnTo>
                    <a:pt x="1092662" y="1656646"/>
                  </a:lnTo>
                  <a:lnTo>
                    <a:pt x="1092422" y="1660090"/>
                  </a:lnTo>
                  <a:lnTo>
                    <a:pt x="1092215" y="1663534"/>
                  </a:lnTo>
                  <a:lnTo>
                    <a:pt x="1092041" y="1666979"/>
                  </a:lnTo>
                  <a:lnTo>
                    <a:pt x="1091897" y="1670423"/>
                  </a:lnTo>
                  <a:lnTo>
                    <a:pt x="1091782" y="1673867"/>
                  </a:lnTo>
                  <a:lnTo>
                    <a:pt x="1091696" y="1677311"/>
                  </a:lnTo>
                  <a:lnTo>
                    <a:pt x="1091632" y="1680755"/>
                  </a:lnTo>
                  <a:lnTo>
                    <a:pt x="1091588" y="1684199"/>
                  </a:lnTo>
                  <a:lnTo>
                    <a:pt x="1091560" y="1687644"/>
                  </a:lnTo>
                  <a:lnTo>
                    <a:pt x="1091546" y="1691088"/>
                  </a:lnTo>
                  <a:lnTo>
                    <a:pt x="1091542" y="1694532"/>
                  </a:lnTo>
                  <a:lnTo>
                    <a:pt x="1091546" y="1697976"/>
                  </a:lnTo>
                  <a:lnTo>
                    <a:pt x="1091556" y="1701420"/>
                  </a:lnTo>
                  <a:lnTo>
                    <a:pt x="1091570" y="1704864"/>
                  </a:lnTo>
                  <a:lnTo>
                    <a:pt x="1091584" y="1708309"/>
                  </a:lnTo>
                  <a:lnTo>
                    <a:pt x="1091598" y="1711753"/>
                  </a:lnTo>
                  <a:lnTo>
                    <a:pt x="1091610" y="1715197"/>
                  </a:lnTo>
                  <a:lnTo>
                    <a:pt x="1091619" y="1718641"/>
                  </a:lnTo>
                  <a:lnTo>
                    <a:pt x="1091625" y="1722085"/>
                  </a:lnTo>
                  <a:lnTo>
                    <a:pt x="1091627" y="1725529"/>
                  </a:lnTo>
                  <a:lnTo>
                    <a:pt x="1091625" y="1728974"/>
                  </a:lnTo>
                  <a:lnTo>
                    <a:pt x="1091617" y="1732418"/>
                  </a:lnTo>
                  <a:lnTo>
                    <a:pt x="1091604" y="1735862"/>
                  </a:lnTo>
                  <a:lnTo>
                    <a:pt x="1091586" y="1739306"/>
                  </a:lnTo>
                  <a:lnTo>
                    <a:pt x="1091563" y="1742750"/>
                  </a:lnTo>
                  <a:lnTo>
                    <a:pt x="1091534" y="1746194"/>
                  </a:lnTo>
                  <a:lnTo>
                    <a:pt x="1091500" y="1749639"/>
                  </a:lnTo>
                  <a:lnTo>
                    <a:pt x="1091461" y="1753083"/>
                  </a:lnTo>
                  <a:lnTo>
                    <a:pt x="1091417" y="1756527"/>
                  </a:lnTo>
                  <a:lnTo>
                    <a:pt x="1091369" y="1759971"/>
                  </a:lnTo>
                  <a:close/>
                </a:path>
              </a:pathLst>
            </a:custGeom>
            <a:solidFill>
              <a:srgbClr val="F2975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8420290" y="4501533"/>
              <a:ext cx="1379824" cy="1792742"/>
            </a:xfrm>
            <a:custGeom>
              <a:avLst/>
              <a:pathLst>
                <a:path w="1379824" h="1792742">
                  <a:moveTo>
                    <a:pt x="689207" y="1792742"/>
                  </a:moveTo>
                  <a:lnTo>
                    <a:pt x="689208" y="1789234"/>
                  </a:lnTo>
                  <a:lnTo>
                    <a:pt x="689214" y="1785725"/>
                  </a:lnTo>
                  <a:lnTo>
                    <a:pt x="689224" y="1782217"/>
                  </a:lnTo>
                  <a:lnTo>
                    <a:pt x="689238" y="1778709"/>
                  </a:lnTo>
                  <a:lnTo>
                    <a:pt x="689256" y="1775200"/>
                  </a:lnTo>
                  <a:lnTo>
                    <a:pt x="689277" y="1771692"/>
                  </a:lnTo>
                  <a:lnTo>
                    <a:pt x="689299" y="1768184"/>
                  </a:lnTo>
                  <a:lnTo>
                    <a:pt x="689323" y="1764676"/>
                  </a:lnTo>
                  <a:lnTo>
                    <a:pt x="689347" y="1761167"/>
                  </a:lnTo>
                  <a:lnTo>
                    <a:pt x="689370" y="1757659"/>
                  </a:lnTo>
                  <a:lnTo>
                    <a:pt x="689391" y="1754151"/>
                  </a:lnTo>
                  <a:lnTo>
                    <a:pt x="689408" y="1750642"/>
                  </a:lnTo>
                  <a:lnTo>
                    <a:pt x="689421" y="1747134"/>
                  </a:lnTo>
                  <a:lnTo>
                    <a:pt x="689429" y="1743626"/>
                  </a:lnTo>
                  <a:lnTo>
                    <a:pt x="689430" y="1740117"/>
                  </a:lnTo>
                  <a:lnTo>
                    <a:pt x="689422" y="1736609"/>
                  </a:lnTo>
                  <a:lnTo>
                    <a:pt x="689406" y="1733101"/>
                  </a:lnTo>
                  <a:lnTo>
                    <a:pt x="689376" y="1729592"/>
                  </a:lnTo>
                  <a:lnTo>
                    <a:pt x="689334" y="1726084"/>
                  </a:lnTo>
                  <a:lnTo>
                    <a:pt x="689278" y="1722576"/>
                  </a:lnTo>
                  <a:lnTo>
                    <a:pt x="689207" y="1719068"/>
                  </a:lnTo>
                  <a:lnTo>
                    <a:pt x="689119" y="1715559"/>
                  </a:lnTo>
                  <a:lnTo>
                    <a:pt x="689014" y="1712051"/>
                  </a:lnTo>
                  <a:lnTo>
                    <a:pt x="688887" y="1708543"/>
                  </a:lnTo>
                  <a:lnTo>
                    <a:pt x="688737" y="1705034"/>
                  </a:lnTo>
                  <a:lnTo>
                    <a:pt x="688566" y="1701526"/>
                  </a:lnTo>
                  <a:lnTo>
                    <a:pt x="688371" y="1698018"/>
                  </a:lnTo>
                  <a:lnTo>
                    <a:pt x="688153" y="1694509"/>
                  </a:lnTo>
                  <a:lnTo>
                    <a:pt x="687910" y="1691001"/>
                  </a:lnTo>
                  <a:lnTo>
                    <a:pt x="687641" y="1687493"/>
                  </a:lnTo>
                  <a:lnTo>
                    <a:pt x="687340" y="1683985"/>
                  </a:lnTo>
                  <a:lnTo>
                    <a:pt x="687013" y="1680476"/>
                  </a:lnTo>
                  <a:lnTo>
                    <a:pt x="686659" y="1676968"/>
                  </a:lnTo>
                  <a:lnTo>
                    <a:pt x="686279" y="1673460"/>
                  </a:lnTo>
                  <a:lnTo>
                    <a:pt x="685871" y="1669951"/>
                  </a:lnTo>
                  <a:lnTo>
                    <a:pt x="685438" y="1666443"/>
                  </a:lnTo>
                  <a:lnTo>
                    <a:pt x="684973" y="1662935"/>
                  </a:lnTo>
                  <a:lnTo>
                    <a:pt x="684482" y="1659426"/>
                  </a:lnTo>
                  <a:lnTo>
                    <a:pt x="683966" y="1655918"/>
                  </a:lnTo>
                  <a:lnTo>
                    <a:pt x="683425" y="1652410"/>
                  </a:lnTo>
                  <a:lnTo>
                    <a:pt x="682861" y="1648902"/>
                  </a:lnTo>
                  <a:lnTo>
                    <a:pt x="682274" y="1645393"/>
                  </a:lnTo>
                  <a:lnTo>
                    <a:pt x="681662" y="1641885"/>
                  </a:lnTo>
                  <a:lnTo>
                    <a:pt x="681025" y="1638377"/>
                  </a:lnTo>
                  <a:lnTo>
                    <a:pt x="680367" y="1634868"/>
                  </a:lnTo>
                  <a:lnTo>
                    <a:pt x="679687" y="1631360"/>
                  </a:lnTo>
                  <a:lnTo>
                    <a:pt x="678987" y="1627852"/>
                  </a:lnTo>
                  <a:lnTo>
                    <a:pt x="678266" y="1624343"/>
                  </a:lnTo>
                  <a:lnTo>
                    <a:pt x="677525" y="1620835"/>
                  </a:lnTo>
                  <a:lnTo>
                    <a:pt x="676759" y="1617327"/>
                  </a:lnTo>
                  <a:lnTo>
                    <a:pt x="675973" y="1613819"/>
                  </a:lnTo>
                  <a:lnTo>
                    <a:pt x="675165" y="1610310"/>
                  </a:lnTo>
                  <a:lnTo>
                    <a:pt x="674338" y="1606802"/>
                  </a:lnTo>
                  <a:lnTo>
                    <a:pt x="673489" y="1603294"/>
                  </a:lnTo>
                  <a:lnTo>
                    <a:pt x="672620" y="1599785"/>
                  </a:lnTo>
                  <a:lnTo>
                    <a:pt x="671728" y="1596277"/>
                  </a:lnTo>
                  <a:lnTo>
                    <a:pt x="670811" y="1592769"/>
                  </a:lnTo>
                  <a:lnTo>
                    <a:pt x="669873" y="1589260"/>
                  </a:lnTo>
                  <a:lnTo>
                    <a:pt x="668914" y="1585752"/>
                  </a:lnTo>
                  <a:lnTo>
                    <a:pt x="667933" y="1582244"/>
                  </a:lnTo>
                  <a:lnTo>
                    <a:pt x="666930" y="1578736"/>
                  </a:lnTo>
                  <a:lnTo>
                    <a:pt x="665906" y="1575227"/>
                  </a:lnTo>
                  <a:lnTo>
                    <a:pt x="664855" y="1571719"/>
                  </a:lnTo>
                  <a:lnTo>
                    <a:pt x="663781" y="1568211"/>
                  </a:lnTo>
                  <a:lnTo>
                    <a:pt x="662686" y="1564702"/>
                  </a:lnTo>
                  <a:lnTo>
                    <a:pt x="661568" y="1561194"/>
                  </a:lnTo>
                  <a:lnTo>
                    <a:pt x="660427" y="1557686"/>
                  </a:lnTo>
                  <a:lnTo>
                    <a:pt x="659265" y="1554177"/>
                  </a:lnTo>
                  <a:lnTo>
                    <a:pt x="658077" y="1550669"/>
                  </a:lnTo>
                  <a:lnTo>
                    <a:pt x="656863" y="1547161"/>
                  </a:lnTo>
                  <a:lnTo>
                    <a:pt x="655627" y="1543652"/>
                  </a:lnTo>
                  <a:lnTo>
                    <a:pt x="654368" y="1540144"/>
                  </a:lnTo>
                  <a:lnTo>
                    <a:pt x="653084" y="1536636"/>
                  </a:lnTo>
                  <a:lnTo>
                    <a:pt x="651776" y="1533128"/>
                  </a:lnTo>
                  <a:lnTo>
                    <a:pt x="650443" y="1529619"/>
                  </a:lnTo>
                  <a:lnTo>
                    <a:pt x="649077" y="1526111"/>
                  </a:lnTo>
                  <a:lnTo>
                    <a:pt x="647683" y="1522603"/>
                  </a:lnTo>
                  <a:lnTo>
                    <a:pt x="646259" y="1519094"/>
                  </a:lnTo>
                  <a:lnTo>
                    <a:pt x="644802" y="1515586"/>
                  </a:lnTo>
                  <a:lnTo>
                    <a:pt x="643309" y="1512078"/>
                  </a:lnTo>
                  <a:lnTo>
                    <a:pt x="641778" y="1508569"/>
                  </a:lnTo>
                  <a:lnTo>
                    <a:pt x="640198" y="1505061"/>
                  </a:lnTo>
                  <a:lnTo>
                    <a:pt x="638565" y="1501553"/>
                  </a:lnTo>
                  <a:lnTo>
                    <a:pt x="636878" y="1498045"/>
                  </a:lnTo>
                  <a:lnTo>
                    <a:pt x="635130" y="1494536"/>
                  </a:lnTo>
                  <a:lnTo>
                    <a:pt x="633317" y="1491028"/>
                  </a:lnTo>
                  <a:lnTo>
                    <a:pt x="631431" y="1487520"/>
                  </a:lnTo>
                  <a:lnTo>
                    <a:pt x="629463" y="1484011"/>
                  </a:lnTo>
                  <a:lnTo>
                    <a:pt x="627391" y="1480503"/>
                  </a:lnTo>
                  <a:lnTo>
                    <a:pt x="625222" y="1476995"/>
                  </a:lnTo>
                  <a:lnTo>
                    <a:pt x="622951" y="1473486"/>
                  </a:lnTo>
                  <a:lnTo>
                    <a:pt x="620571" y="1469978"/>
                  </a:lnTo>
                  <a:lnTo>
                    <a:pt x="618076" y="1466470"/>
                  </a:lnTo>
                  <a:lnTo>
                    <a:pt x="615463" y="1462962"/>
                  </a:lnTo>
                  <a:lnTo>
                    <a:pt x="612706" y="1459453"/>
                  </a:lnTo>
                  <a:lnTo>
                    <a:pt x="609812" y="1455945"/>
                  </a:lnTo>
                  <a:lnTo>
                    <a:pt x="606790" y="1452437"/>
                  </a:lnTo>
                  <a:lnTo>
                    <a:pt x="603638" y="1448928"/>
                  </a:lnTo>
                  <a:lnTo>
                    <a:pt x="600357" y="1445420"/>
                  </a:lnTo>
                  <a:lnTo>
                    <a:pt x="596948" y="1441912"/>
                  </a:lnTo>
                  <a:lnTo>
                    <a:pt x="593409" y="1438403"/>
                  </a:lnTo>
                  <a:lnTo>
                    <a:pt x="589730" y="1434895"/>
                  </a:lnTo>
                  <a:lnTo>
                    <a:pt x="585937" y="1431387"/>
                  </a:lnTo>
                  <a:lnTo>
                    <a:pt x="582035" y="1427879"/>
                  </a:lnTo>
                  <a:lnTo>
                    <a:pt x="578029" y="1424370"/>
                  </a:lnTo>
                  <a:lnTo>
                    <a:pt x="573925" y="1420862"/>
                  </a:lnTo>
                  <a:lnTo>
                    <a:pt x="569727" y="1417354"/>
                  </a:lnTo>
                  <a:lnTo>
                    <a:pt x="565423" y="1413845"/>
                  </a:lnTo>
                  <a:lnTo>
                    <a:pt x="561030" y="1410337"/>
                  </a:lnTo>
                  <a:lnTo>
                    <a:pt x="556552" y="1406829"/>
                  </a:lnTo>
                  <a:lnTo>
                    <a:pt x="551990" y="1403320"/>
                  </a:lnTo>
                  <a:lnTo>
                    <a:pt x="547341" y="1399812"/>
                  </a:lnTo>
                  <a:lnTo>
                    <a:pt x="542604" y="1396304"/>
                  </a:lnTo>
                  <a:lnTo>
                    <a:pt x="537764" y="1392795"/>
                  </a:lnTo>
                  <a:lnTo>
                    <a:pt x="532808" y="1389287"/>
                  </a:lnTo>
                  <a:lnTo>
                    <a:pt x="527740" y="1385779"/>
                  </a:lnTo>
                  <a:lnTo>
                    <a:pt x="522551" y="1382271"/>
                  </a:lnTo>
                  <a:lnTo>
                    <a:pt x="517232" y="1378762"/>
                  </a:lnTo>
                  <a:lnTo>
                    <a:pt x="511773" y="1375254"/>
                  </a:lnTo>
                  <a:lnTo>
                    <a:pt x="506164" y="1371746"/>
                  </a:lnTo>
                  <a:lnTo>
                    <a:pt x="500359" y="1368237"/>
                  </a:lnTo>
                  <a:lnTo>
                    <a:pt x="494377" y="1364729"/>
                  </a:lnTo>
                  <a:lnTo>
                    <a:pt x="488214" y="1361221"/>
                  </a:lnTo>
                  <a:lnTo>
                    <a:pt x="481863" y="1357712"/>
                  </a:lnTo>
                  <a:lnTo>
                    <a:pt x="475321" y="1354204"/>
                  </a:lnTo>
                  <a:lnTo>
                    <a:pt x="468586" y="1350696"/>
                  </a:lnTo>
                  <a:lnTo>
                    <a:pt x="461636" y="1347188"/>
                  </a:lnTo>
                  <a:lnTo>
                    <a:pt x="454471" y="1343679"/>
                  </a:lnTo>
                  <a:lnTo>
                    <a:pt x="447121" y="1340171"/>
                  </a:lnTo>
                  <a:lnTo>
                    <a:pt x="439594" y="1336663"/>
                  </a:lnTo>
                  <a:lnTo>
                    <a:pt x="431899" y="1333154"/>
                  </a:lnTo>
                  <a:lnTo>
                    <a:pt x="424048" y="1329646"/>
                  </a:lnTo>
                  <a:lnTo>
                    <a:pt x="416052" y="1326138"/>
                  </a:lnTo>
                  <a:lnTo>
                    <a:pt x="407906" y="1322629"/>
                  </a:lnTo>
                  <a:lnTo>
                    <a:pt x="399659" y="1319121"/>
                  </a:lnTo>
                  <a:lnTo>
                    <a:pt x="391329" y="1315613"/>
                  </a:lnTo>
                  <a:lnTo>
                    <a:pt x="382937" y="1312105"/>
                  </a:lnTo>
                  <a:lnTo>
                    <a:pt x="374502" y="1308596"/>
                  </a:lnTo>
                  <a:lnTo>
                    <a:pt x="366046" y="1305088"/>
                  </a:lnTo>
                  <a:lnTo>
                    <a:pt x="357594" y="1301580"/>
                  </a:lnTo>
                  <a:lnTo>
                    <a:pt x="349178" y="1298071"/>
                  </a:lnTo>
                  <a:lnTo>
                    <a:pt x="340818" y="1294563"/>
                  </a:lnTo>
                  <a:lnTo>
                    <a:pt x="332536" y="1291055"/>
                  </a:lnTo>
                  <a:lnTo>
                    <a:pt x="324353" y="1287546"/>
                  </a:lnTo>
                  <a:lnTo>
                    <a:pt x="316289" y="1284038"/>
                  </a:lnTo>
                  <a:lnTo>
                    <a:pt x="308368" y="1280530"/>
                  </a:lnTo>
                  <a:lnTo>
                    <a:pt x="300640" y="1277022"/>
                  </a:lnTo>
                  <a:lnTo>
                    <a:pt x="293094" y="1273513"/>
                  </a:lnTo>
                  <a:lnTo>
                    <a:pt x="285741" y="1270005"/>
                  </a:lnTo>
                  <a:lnTo>
                    <a:pt x="278592" y="1266497"/>
                  </a:lnTo>
                  <a:lnTo>
                    <a:pt x="271656" y="1262988"/>
                  </a:lnTo>
                  <a:lnTo>
                    <a:pt x="264938" y="1259480"/>
                  </a:lnTo>
                  <a:lnTo>
                    <a:pt x="258475" y="1255972"/>
                  </a:lnTo>
                  <a:lnTo>
                    <a:pt x="252245" y="1252463"/>
                  </a:lnTo>
                  <a:lnTo>
                    <a:pt x="246227" y="1248955"/>
                  </a:lnTo>
                  <a:lnTo>
                    <a:pt x="240411" y="1245447"/>
                  </a:lnTo>
                  <a:lnTo>
                    <a:pt x="234785" y="1241938"/>
                  </a:lnTo>
                  <a:lnTo>
                    <a:pt x="229333" y="1238430"/>
                  </a:lnTo>
                  <a:lnTo>
                    <a:pt x="224046" y="1234922"/>
                  </a:lnTo>
                  <a:lnTo>
                    <a:pt x="218913" y="1231414"/>
                  </a:lnTo>
                  <a:lnTo>
                    <a:pt x="213884" y="1227905"/>
                  </a:lnTo>
                  <a:lnTo>
                    <a:pt x="208939" y="1224397"/>
                  </a:lnTo>
                  <a:lnTo>
                    <a:pt x="204055" y="1220889"/>
                  </a:lnTo>
                  <a:lnTo>
                    <a:pt x="199213" y="1217380"/>
                  </a:lnTo>
                  <a:lnTo>
                    <a:pt x="194392" y="1213872"/>
                  </a:lnTo>
                  <a:lnTo>
                    <a:pt x="189572" y="1210364"/>
                  </a:lnTo>
                  <a:lnTo>
                    <a:pt x="184736" y="1206855"/>
                  </a:lnTo>
                  <a:lnTo>
                    <a:pt x="179876" y="1203347"/>
                  </a:lnTo>
                  <a:lnTo>
                    <a:pt x="174986" y="1199839"/>
                  </a:lnTo>
                  <a:lnTo>
                    <a:pt x="170065" y="1196331"/>
                  </a:lnTo>
                  <a:lnTo>
                    <a:pt x="165117" y="1192822"/>
                  </a:lnTo>
                  <a:lnTo>
                    <a:pt x="160146" y="1189314"/>
                  </a:lnTo>
                  <a:lnTo>
                    <a:pt x="155168" y="1185806"/>
                  </a:lnTo>
                  <a:lnTo>
                    <a:pt x="150201" y="1182297"/>
                  </a:lnTo>
                  <a:lnTo>
                    <a:pt x="145262" y="1178789"/>
                  </a:lnTo>
                  <a:lnTo>
                    <a:pt x="140369" y="1175281"/>
                  </a:lnTo>
                  <a:lnTo>
                    <a:pt x="135544" y="1171772"/>
                  </a:lnTo>
                  <a:lnTo>
                    <a:pt x="130803" y="1168264"/>
                  </a:lnTo>
                  <a:lnTo>
                    <a:pt x="126194" y="1164756"/>
                  </a:lnTo>
                  <a:lnTo>
                    <a:pt x="121719" y="1161248"/>
                  </a:lnTo>
                  <a:lnTo>
                    <a:pt x="117388" y="1157739"/>
                  </a:lnTo>
                  <a:lnTo>
                    <a:pt x="113214" y="1154231"/>
                  </a:lnTo>
                  <a:lnTo>
                    <a:pt x="109202" y="1150723"/>
                  </a:lnTo>
                  <a:lnTo>
                    <a:pt x="105360" y="1147214"/>
                  </a:lnTo>
                  <a:lnTo>
                    <a:pt x="101704" y="1143706"/>
                  </a:lnTo>
                  <a:lnTo>
                    <a:pt x="98237" y="1140198"/>
                  </a:lnTo>
                  <a:lnTo>
                    <a:pt x="94930" y="1136689"/>
                  </a:lnTo>
                  <a:lnTo>
                    <a:pt x="91774" y="1133181"/>
                  </a:lnTo>
                  <a:lnTo>
                    <a:pt x="88760" y="1129673"/>
                  </a:lnTo>
                  <a:lnTo>
                    <a:pt x="85876" y="1126165"/>
                  </a:lnTo>
                  <a:lnTo>
                    <a:pt x="83110" y="1122656"/>
                  </a:lnTo>
                  <a:lnTo>
                    <a:pt x="80473" y="1119148"/>
                  </a:lnTo>
                  <a:lnTo>
                    <a:pt x="77927" y="1115640"/>
                  </a:lnTo>
                  <a:lnTo>
                    <a:pt x="75464" y="1112131"/>
                  </a:lnTo>
                  <a:lnTo>
                    <a:pt x="73079" y="1108623"/>
                  </a:lnTo>
                  <a:lnTo>
                    <a:pt x="70768" y="1105115"/>
                  </a:lnTo>
                  <a:lnTo>
                    <a:pt x="68529" y="1101606"/>
                  </a:lnTo>
                  <a:lnTo>
                    <a:pt x="66373" y="1098098"/>
                  </a:lnTo>
                  <a:lnTo>
                    <a:pt x="64303" y="1094590"/>
                  </a:lnTo>
                  <a:lnTo>
                    <a:pt x="62320" y="1091081"/>
                  </a:lnTo>
                  <a:lnTo>
                    <a:pt x="60430" y="1087573"/>
                  </a:lnTo>
                  <a:lnTo>
                    <a:pt x="58644" y="1084065"/>
                  </a:lnTo>
                  <a:lnTo>
                    <a:pt x="56970" y="1080557"/>
                  </a:lnTo>
                  <a:lnTo>
                    <a:pt x="55421" y="1077048"/>
                  </a:lnTo>
                  <a:lnTo>
                    <a:pt x="54032" y="1073540"/>
                  </a:lnTo>
                  <a:lnTo>
                    <a:pt x="52786" y="1070032"/>
                  </a:lnTo>
                  <a:lnTo>
                    <a:pt x="51686" y="1066523"/>
                  </a:lnTo>
                  <a:lnTo>
                    <a:pt x="50736" y="1063015"/>
                  </a:lnTo>
                  <a:lnTo>
                    <a:pt x="49936" y="1059507"/>
                  </a:lnTo>
                  <a:lnTo>
                    <a:pt x="49284" y="1055998"/>
                  </a:lnTo>
                  <a:lnTo>
                    <a:pt x="48794" y="1052490"/>
                  </a:lnTo>
                  <a:lnTo>
                    <a:pt x="48448" y="1048982"/>
                  </a:lnTo>
                  <a:lnTo>
                    <a:pt x="48221" y="1045474"/>
                  </a:lnTo>
                  <a:lnTo>
                    <a:pt x="48100" y="1041965"/>
                  </a:lnTo>
                  <a:lnTo>
                    <a:pt x="48072" y="1038457"/>
                  </a:lnTo>
                  <a:lnTo>
                    <a:pt x="48121" y="1034949"/>
                  </a:lnTo>
                  <a:lnTo>
                    <a:pt x="48232" y="1031440"/>
                  </a:lnTo>
                  <a:lnTo>
                    <a:pt x="48388" y="1027932"/>
                  </a:lnTo>
                  <a:lnTo>
                    <a:pt x="48560" y="1024424"/>
                  </a:lnTo>
                  <a:lnTo>
                    <a:pt x="48731" y="1020915"/>
                  </a:lnTo>
                  <a:lnTo>
                    <a:pt x="48887" y="1017407"/>
                  </a:lnTo>
                  <a:lnTo>
                    <a:pt x="49012" y="1013899"/>
                  </a:lnTo>
                  <a:lnTo>
                    <a:pt x="49091" y="1010391"/>
                  </a:lnTo>
                  <a:lnTo>
                    <a:pt x="49099" y="1006882"/>
                  </a:lnTo>
                  <a:lnTo>
                    <a:pt x="49026" y="1003374"/>
                  </a:lnTo>
                  <a:lnTo>
                    <a:pt x="48866" y="999866"/>
                  </a:lnTo>
                  <a:lnTo>
                    <a:pt x="48609" y="996357"/>
                  </a:lnTo>
                  <a:lnTo>
                    <a:pt x="48247" y="992849"/>
                  </a:lnTo>
                  <a:lnTo>
                    <a:pt x="47772" y="989341"/>
                  </a:lnTo>
                  <a:lnTo>
                    <a:pt x="47169" y="985832"/>
                  </a:lnTo>
                  <a:lnTo>
                    <a:pt x="46415" y="982324"/>
                  </a:lnTo>
                  <a:lnTo>
                    <a:pt x="45527" y="978816"/>
                  </a:lnTo>
                  <a:lnTo>
                    <a:pt x="44499" y="975308"/>
                  </a:lnTo>
                  <a:lnTo>
                    <a:pt x="43327" y="971799"/>
                  </a:lnTo>
                  <a:lnTo>
                    <a:pt x="42009" y="968291"/>
                  </a:lnTo>
                  <a:lnTo>
                    <a:pt x="40545" y="964783"/>
                  </a:lnTo>
                  <a:lnTo>
                    <a:pt x="38906" y="961274"/>
                  </a:lnTo>
                  <a:lnTo>
                    <a:pt x="37120" y="957766"/>
                  </a:lnTo>
                  <a:lnTo>
                    <a:pt x="35197" y="954258"/>
                  </a:lnTo>
                  <a:lnTo>
                    <a:pt x="33147" y="950749"/>
                  </a:lnTo>
                  <a:lnTo>
                    <a:pt x="30979" y="947241"/>
                  </a:lnTo>
                  <a:lnTo>
                    <a:pt x="28708" y="943733"/>
                  </a:lnTo>
                  <a:lnTo>
                    <a:pt x="26344" y="940224"/>
                  </a:lnTo>
                  <a:lnTo>
                    <a:pt x="23913" y="936716"/>
                  </a:lnTo>
                  <a:lnTo>
                    <a:pt x="21451" y="933208"/>
                  </a:lnTo>
                  <a:lnTo>
                    <a:pt x="18982" y="929700"/>
                  </a:lnTo>
                  <a:lnTo>
                    <a:pt x="16535" y="926191"/>
                  </a:lnTo>
                  <a:lnTo>
                    <a:pt x="14139" y="922683"/>
                  </a:lnTo>
                  <a:lnTo>
                    <a:pt x="11823" y="919175"/>
                  </a:lnTo>
                  <a:lnTo>
                    <a:pt x="9650" y="915666"/>
                  </a:lnTo>
                  <a:lnTo>
                    <a:pt x="7635" y="912158"/>
                  </a:lnTo>
                  <a:lnTo>
                    <a:pt x="5803" y="908650"/>
                  </a:lnTo>
                  <a:lnTo>
                    <a:pt x="4178" y="905141"/>
                  </a:lnTo>
                  <a:lnTo>
                    <a:pt x="2785" y="901633"/>
                  </a:lnTo>
                  <a:lnTo>
                    <a:pt x="1640" y="898125"/>
                  </a:lnTo>
                  <a:lnTo>
                    <a:pt x="792" y="894617"/>
                  </a:lnTo>
                  <a:lnTo>
                    <a:pt x="254" y="891108"/>
                  </a:lnTo>
                  <a:lnTo>
                    <a:pt x="0" y="887600"/>
                  </a:lnTo>
                  <a:lnTo>
                    <a:pt x="26" y="884092"/>
                  </a:lnTo>
                  <a:lnTo>
                    <a:pt x="329" y="880583"/>
                  </a:lnTo>
                  <a:lnTo>
                    <a:pt x="897" y="877075"/>
                  </a:lnTo>
                  <a:lnTo>
                    <a:pt x="1720" y="873567"/>
                  </a:lnTo>
                  <a:lnTo>
                    <a:pt x="2819" y="870058"/>
                  </a:lnTo>
                  <a:lnTo>
                    <a:pt x="4117" y="866550"/>
                  </a:lnTo>
                  <a:lnTo>
                    <a:pt x="5588" y="863042"/>
                  </a:lnTo>
                  <a:lnTo>
                    <a:pt x="7205" y="859534"/>
                  </a:lnTo>
                  <a:lnTo>
                    <a:pt x="8939" y="856025"/>
                  </a:lnTo>
                  <a:lnTo>
                    <a:pt x="10762" y="852517"/>
                  </a:lnTo>
                  <a:lnTo>
                    <a:pt x="12649" y="849009"/>
                  </a:lnTo>
                  <a:lnTo>
                    <a:pt x="14557" y="845500"/>
                  </a:lnTo>
                  <a:lnTo>
                    <a:pt x="16459" y="841992"/>
                  </a:lnTo>
                  <a:lnTo>
                    <a:pt x="18332" y="838484"/>
                  </a:lnTo>
                  <a:lnTo>
                    <a:pt x="20156" y="834975"/>
                  </a:lnTo>
                  <a:lnTo>
                    <a:pt x="21917" y="831467"/>
                  </a:lnTo>
                  <a:lnTo>
                    <a:pt x="23597" y="827959"/>
                  </a:lnTo>
                  <a:lnTo>
                    <a:pt x="25171" y="824451"/>
                  </a:lnTo>
                  <a:lnTo>
                    <a:pt x="26654" y="820942"/>
                  </a:lnTo>
                  <a:lnTo>
                    <a:pt x="28047" y="817434"/>
                  </a:lnTo>
                  <a:lnTo>
                    <a:pt x="29353" y="813926"/>
                  </a:lnTo>
                  <a:lnTo>
                    <a:pt x="30580" y="810417"/>
                  </a:lnTo>
                  <a:lnTo>
                    <a:pt x="31740" y="806909"/>
                  </a:lnTo>
                  <a:lnTo>
                    <a:pt x="32838" y="803401"/>
                  </a:lnTo>
                  <a:lnTo>
                    <a:pt x="33900" y="799892"/>
                  </a:lnTo>
                  <a:lnTo>
                    <a:pt x="34948" y="796384"/>
                  </a:lnTo>
                  <a:lnTo>
                    <a:pt x="35996" y="792876"/>
                  </a:lnTo>
                  <a:lnTo>
                    <a:pt x="37062" y="789368"/>
                  </a:lnTo>
                  <a:lnTo>
                    <a:pt x="38160" y="785859"/>
                  </a:lnTo>
                  <a:lnTo>
                    <a:pt x="39308" y="782351"/>
                  </a:lnTo>
                  <a:lnTo>
                    <a:pt x="40528" y="778843"/>
                  </a:lnTo>
                  <a:lnTo>
                    <a:pt x="41819" y="775334"/>
                  </a:lnTo>
                  <a:lnTo>
                    <a:pt x="43186" y="771826"/>
                  </a:lnTo>
                  <a:lnTo>
                    <a:pt x="44631" y="768318"/>
                  </a:lnTo>
                  <a:lnTo>
                    <a:pt x="46152" y="764809"/>
                  </a:lnTo>
                  <a:lnTo>
                    <a:pt x="47747" y="761301"/>
                  </a:lnTo>
                  <a:lnTo>
                    <a:pt x="49419" y="757793"/>
                  </a:lnTo>
                  <a:lnTo>
                    <a:pt x="51148" y="754284"/>
                  </a:lnTo>
                  <a:lnTo>
                    <a:pt x="52919" y="750776"/>
                  </a:lnTo>
                  <a:lnTo>
                    <a:pt x="54723" y="747268"/>
                  </a:lnTo>
                  <a:lnTo>
                    <a:pt x="56548" y="743760"/>
                  </a:lnTo>
                  <a:lnTo>
                    <a:pt x="58384" y="740251"/>
                  </a:lnTo>
                  <a:lnTo>
                    <a:pt x="60221" y="736743"/>
                  </a:lnTo>
                  <a:lnTo>
                    <a:pt x="62052" y="733235"/>
                  </a:lnTo>
                  <a:lnTo>
                    <a:pt x="63874" y="729726"/>
                  </a:lnTo>
                  <a:lnTo>
                    <a:pt x="65688" y="726218"/>
                  </a:lnTo>
                  <a:lnTo>
                    <a:pt x="67498" y="722710"/>
                  </a:lnTo>
                  <a:lnTo>
                    <a:pt x="69313" y="719201"/>
                  </a:lnTo>
                  <a:lnTo>
                    <a:pt x="71142" y="715693"/>
                  </a:lnTo>
                  <a:lnTo>
                    <a:pt x="73012" y="712185"/>
                  </a:lnTo>
                  <a:lnTo>
                    <a:pt x="74939" y="708677"/>
                  </a:lnTo>
                  <a:lnTo>
                    <a:pt x="76944" y="705168"/>
                  </a:lnTo>
                  <a:lnTo>
                    <a:pt x="79048" y="701660"/>
                  </a:lnTo>
                  <a:lnTo>
                    <a:pt x="81275" y="698152"/>
                  </a:lnTo>
                  <a:lnTo>
                    <a:pt x="83645" y="694643"/>
                  </a:lnTo>
                  <a:lnTo>
                    <a:pt x="86202" y="691135"/>
                  </a:lnTo>
                  <a:lnTo>
                    <a:pt x="88977" y="687627"/>
                  </a:lnTo>
                  <a:lnTo>
                    <a:pt x="91964" y="684118"/>
                  </a:lnTo>
                  <a:lnTo>
                    <a:pt x="95176" y="680610"/>
                  </a:lnTo>
                  <a:lnTo>
                    <a:pt x="98623" y="677102"/>
                  </a:lnTo>
                  <a:lnTo>
                    <a:pt x="102310" y="673594"/>
                  </a:lnTo>
                  <a:lnTo>
                    <a:pt x="106242" y="670085"/>
                  </a:lnTo>
                  <a:lnTo>
                    <a:pt x="110464" y="666577"/>
                  </a:lnTo>
                  <a:lnTo>
                    <a:pt x="114915" y="663069"/>
                  </a:lnTo>
                  <a:lnTo>
                    <a:pt x="119580" y="659560"/>
                  </a:lnTo>
                  <a:lnTo>
                    <a:pt x="124444" y="656052"/>
                  </a:lnTo>
                  <a:lnTo>
                    <a:pt x="129489" y="652544"/>
                  </a:lnTo>
                  <a:lnTo>
                    <a:pt x="134693" y="649035"/>
                  </a:lnTo>
                  <a:lnTo>
                    <a:pt x="140047" y="645527"/>
                  </a:lnTo>
                  <a:lnTo>
                    <a:pt x="145514" y="642019"/>
                  </a:lnTo>
                  <a:lnTo>
                    <a:pt x="151055" y="638511"/>
                  </a:lnTo>
                  <a:lnTo>
                    <a:pt x="156648" y="635002"/>
                  </a:lnTo>
                  <a:lnTo>
                    <a:pt x="162270" y="631494"/>
                  </a:lnTo>
                  <a:lnTo>
                    <a:pt x="167901" y="627986"/>
                  </a:lnTo>
                  <a:lnTo>
                    <a:pt x="173521" y="624477"/>
                  </a:lnTo>
                  <a:lnTo>
                    <a:pt x="179104" y="620969"/>
                  </a:lnTo>
                  <a:lnTo>
                    <a:pt x="184643" y="617461"/>
                  </a:lnTo>
                  <a:lnTo>
                    <a:pt x="190130" y="613952"/>
                  </a:lnTo>
                  <a:lnTo>
                    <a:pt x="195561" y="610444"/>
                  </a:lnTo>
                  <a:lnTo>
                    <a:pt x="200935" y="606936"/>
                  </a:lnTo>
                  <a:lnTo>
                    <a:pt x="206254" y="603427"/>
                  </a:lnTo>
                  <a:lnTo>
                    <a:pt x="211517" y="599919"/>
                  </a:lnTo>
                  <a:lnTo>
                    <a:pt x="216740" y="596411"/>
                  </a:lnTo>
                  <a:lnTo>
                    <a:pt x="221941" y="592903"/>
                  </a:lnTo>
                  <a:lnTo>
                    <a:pt x="227132" y="589394"/>
                  </a:lnTo>
                  <a:lnTo>
                    <a:pt x="232329" y="585886"/>
                  </a:lnTo>
                  <a:lnTo>
                    <a:pt x="237548" y="582378"/>
                  </a:lnTo>
                  <a:lnTo>
                    <a:pt x="242808" y="578869"/>
                  </a:lnTo>
                  <a:lnTo>
                    <a:pt x="248139" y="575361"/>
                  </a:lnTo>
                  <a:lnTo>
                    <a:pt x="253547" y="571853"/>
                  </a:lnTo>
                  <a:lnTo>
                    <a:pt x="259047" y="568344"/>
                  </a:lnTo>
                  <a:lnTo>
                    <a:pt x="264650" y="564836"/>
                  </a:lnTo>
                  <a:lnTo>
                    <a:pt x="270365" y="561328"/>
                  </a:lnTo>
                  <a:lnTo>
                    <a:pt x="276199" y="557820"/>
                  </a:lnTo>
                  <a:lnTo>
                    <a:pt x="282179" y="554311"/>
                  </a:lnTo>
                  <a:lnTo>
                    <a:pt x="288288" y="550803"/>
                  </a:lnTo>
                  <a:lnTo>
                    <a:pt x="294517" y="547295"/>
                  </a:lnTo>
                  <a:lnTo>
                    <a:pt x="300858" y="543786"/>
                  </a:lnTo>
                  <a:lnTo>
                    <a:pt x="307304" y="540278"/>
                  </a:lnTo>
                  <a:lnTo>
                    <a:pt x="313841" y="536770"/>
                  </a:lnTo>
                  <a:lnTo>
                    <a:pt x="320460" y="533261"/>
                  </a:lnTo>
                  <a:lnTo>
                    <a:pt x="327144" y="529753"/>
                  </a:lnTo>
                  <a:lnTo>
                    <a:pt x="333861" y="526245"/>
                  </a:lnTo>
                  <a:lnTo>
                    <a:pt x="340593" y="522737"/>
                  </a:lnTo>
                  <a:lnTo>
                    <a:pt x="347319" y="519228"/>
                  </a:lnTo>
                  <a:lnTo>
                    <a:pt x="354022" y="515720"/>
                  </a:lnTo>
                  <a:lnTo>
                    <a:pt x="360680" y="512212"/>
                  </a:lnTo>
                  <a:lnTo>
                    <a:pt x="367260" y="508703"/>
                  </a:lnTo>
                  <a:lnTo>
                    <a:pt x="373749" y="505195"/>
                  </a:lnTo>
                  <a:lnTo>
                    <a:pt x="380137" y="501687"/>
                  </a:lnTo>
                  <a:lnTo>
                    <a:pt x="386411" y="498178"/>
                  </a:lnTo>
                  <a:lnTo>
                    <a:pt x="392562" y="494670"/>
                  </a:lnTo>
                  <a:lnTo>
                    <a:pt x="398581" y="491162"/>
                  </a:lnTo>
                  <a:lnTo>
                    <a:pt x="404450" y="487654"/>
                  </a:lnTo>
                  <a:lnTo>
                    <a:pt x="410162" y="484145"/>
                  </a:lnTo>
                  <a:lnTo>
                    <a:pt x="415735" y="480637"/>
                  </a:lnTo>
                  <a:lnTo>
                    <a:pt x="421174" y="477129"/>
                  </a:lnTo>
                  <a:lnTo>
                    <a:pt x="426483" y="473620"/>
                  </a:lnTo>
                  <a:lnTo>
                    <a:pt x="431670" y="470112"/>
                  </a:lnTo>
                  <a:lnTo>
                    <a:pt x="436743" y="466604"/>
                  </a:lnTo>
                  <a:lnTo>
                    <a:pt x="441692" y="463095"/>
                  </a:lnTo>
                  <a:lnTo>
                    <a:pt x="446552" y="459587"/>
                  </a:lnTo>
                  <a:lnTo>
                    <a:pt x="451335" y="456079"/>
                  </a:lnTo>
                  <a:lnTo>
                    <a:pt x="456051" y="452570"/>
                  </a:lnTo>
                  <a:lnTo>
                    <a:pt x="460711" y="449062"/>
                  </a:lnTo>
                  <a:lnTo>
                    <a:pt x="465324" y="445554"/>
                  </a:lnTo>
                  <a:lnTo>
                    <a:pt x="469896" y="442046"/>
                  </a:lnTo>
                  <a:lnTo>
                    <a:pt x="474436" y="438537"/>
                  </a:lnTo>
                  <a:lnTo>
                    <a:pt x="478955" y="435029"/>
                  </a:lnTo>
                  <a:lnTo>
                    <a:pt x="483455" y="431521"/>
                  </a:lnTo>
                  <a:lnTo>
                    <a:pt x="487938" y="428012"/>
                  </a:lnTo>
                  <a:lnTo>
                    <a:pt x="492407" y="424504"/>
                  </a:lnTo>
                  <a:lnTo>
                    <a:pt x="496859" y="420996"/>
                  </a:lnTo>
                  <a:lnTo>
                    <a:pt x="501289" y="417487"/>
                  </a:lnTo>
                  <a:lnTo>
                    <a:pt x="505697" y="413979"/>
                  </a:lnTo>
                  <a:lnTo>
                    <a:pt x="510078" y="410471"/>
                  </a:lnTo>
                  <a:lnTo>
                    <a:pt x="514429" y="406963"/>
                  </a:lnTo>
                  <a:lnTo>
                    <a:pt x="518743" y="403454"/>
                  </a:lnTo>
                  <a:lnTo>
                    <a:pt x="523016" y="399946"/>
                  </a:lnTo>
                  <a:lnTo>
                    <a:pt x="527236" y="396438"/>
                  </a:lnTo>
                  <a:lnTo>
                    <a:pt x="531398" y="392929"/>
                  </a:lnTo>
                  <a:lnTo>
                    <a:pt x="535503" y="389421"/>
                  </a:lnTo>
                  <a:lnTo>
                    <a:pt x="539548" y="385913"/>
                  </a:lnTo>
                  <a:lnTo>
                    <a:pt x="543530" y="382404"/>
                  </a:lnTo>
                  <a:lnTo>
                    <a:pt x="547446" y="378896"/>
                  </a:lnTo>
                  <a:lnTo>
                    <a:pt x="551293" y="375388"/>
                  </a:lnTo>
                  <a:lnTo>
                    <a:pt x="555060" y="371880"/>
                  </a:lnTo>
                  <a:lnTo>
                    <a:pt x="558761" y="368371"/>
                  </a:lnTo>
                  <a:lnTo>
                    <a:pt x="562397" y="364863"/>
                  </a:lnTo>
                  <a:lnTo>
                    <a:pt x="565968" y="361355"/>
                  </a:lnTo>
                  <a:lnTo>
                    <a:pt x="569478" y="357846"/>
                  </a:lnTo>
                  <a:lnTo>
                    <a:pt x="572928" y="354338"/>
                  </a:lnTo>
                  <a:lnTo>
                    <a:pt x="576312" y="350830"/>
                  </a:lnTo>
                  <a:lnTo>
                    <a:pt x="579641" y="347321"/>
                  </a:lnTo>
                  <a:lnTo>
                    <a:pt x="582919" y="343813"/>
                  </a:lnTo>
                  <a:lnTo>
                    <a:pt x="586151" y="340305"/>
                  </a:lnTo>
                  <a:lnTo>
                    <a:pt x="589338" y="336797"/>
                  </a:lnTo>
                  <a:lnTo>
                    <a:pt x="592483" y="333288"/>
                  </a:lnTo>
                  <a:lnTo>
                    <a:pt x="595586" y="329780"/>
                  </a:lnTo>
                  <a:lnTo>
                    <a:pt x="598646" y="326272"/>
                  </a:lnTo>
                  <a:lnTo>
                    <a:pt x="601670" y="322763"/>
                  </a:lnTo>
                  <a:lnTo>
                    <a:pt x="604659" y="319255"/>
                  </a:lnTo>
                  <a:lnTo>
                    <a:pt x="607613" y="315747"/>
                  </a:lnTo>
                  <a:lnTo>
                    <a:pt x="610533" y="312238"/>
                  </a:lnTo>
                  <a:lnTo>
                    <a:pt x="613417" y="308730"/>
                  </a:lnTo>
                  <a:lnTo>
                    <a:pt x="616257" y="305222"/>
                  </a:lnTo>
                  <a:lnTo>
                    <a:pt x="619056" y="301713"/>
                  </a:lnTo>
                  <a:lnTo>
                    <a:pt x="621812" y="298205"/>
                  </a:lnTo>
                  <a:lnTo>
                    <a:pt x="624522" y="294697"/>
                  </a:lnTo>
                  <a:lnTo>
                    <a:pt x="627183" y="291189"/>
                  </a:lnTo>
                  <a:lnTo>
                    <a:pt x="629790" y="287680"/>
                  </a:lnTo>
                  <a:lnTo>
                    <a:pt x="632333" y="284172"/>
                  </a:lnTo>
                  <a:lnTo>
                    <a:pt x="634804" y="280664"/>
                  </a:lnTo>
                  <a:lnTo>
                    <a:pt x="637205" y="277155"/>
                  </a:lnTo>
                  <a:lnTo>
                    <a:pt x="639532" y="273647"/>
                  </a:lnTo>
                  <a:lnTo>
                    <a:pt x="641779" y="270139"/>
                  </a:lnTo>
                  <a:lnTo>
                    <a:pt x="643945" y="266630"/>
                  </a:lnTo>
                  <a:lnTo>
                    <a:pt x="646023" y="263122"/>
                  </a:lnTo>
                  <a:lnTo>
                    <a:pt x="647992" y="259614"/>
                  </a:lnTo>
                  <a:lnTo>
                    <a:pt x="649867" y="256106"/>
                  </a:lnTo>
                  <a:lnTo>
                    <a:pt x="651648" y="252597"/>
                  </a:lnTo>
                  <a:lnTo>
                    <a:pt x="653335" y="249089"/>
                  </a:lnTo>
                  <a:lnTo>
                    <a:pt x="654928" y="245581"/>
                  </a:lnTo>
                  <a:lnTo>
                    <a:pt x="656428" y="242072"/>
                  </a:lnTo>
                  <a:lnTo>
                    <a:pt x="657828" y="238564"/>
                  </a:lnTo>
                  <a:lnTo>
                    <a:pt x="659132" y="235056"/>
                  </a:lnTo>
                  <a:lnTo>
                    <a:pt x="660355" y="231547"/>
                  </a:lnTo>
                  <a:lnTo>
                    <a:pt x="661502" y="228039"/>
                  </a:lnTo>
                  <a:lnTo>
                    <a:pt x="662577" y="224531"/>
                  </a:lnTo>
                  <a:lnTo>
                    <a:pt x="663587" y="221023"/>
                  </a:lnTo>
                  <a:lnTo>
                    <a:pt x="664537" y="217514"/>
                  </a:lnTo>
                  <a:lnTo>
                    <a:pt x="665424" y="214006"/>
                  </a:lnTo>
                  <a:lnTo>
                    <a:pt x="666267" y="210498"/>
                  </a:lnTo>
                  <a:lnTo>
                    <a:pt x="667071" y="206989"/>
                  </a:lnTo>
                  <a:lnTo>
                    <a:pt x="667843" y="203481"/>
                  </a:lnTo>
                  <a:lnTo>
                    <a:pt x="668587" y="199973"/>
                  </a:lnTo>
                  <a:lnTo>
                    <a:pt x="669308" y="196464"/>
                  </a:lnTo>
                  <a:lnTo>
                    <a:pt x="670010" y="192956"/>
                  </a:lnTo>
                  <a:lnTo>
                    <a:pt x="670696" y="189448"/>
                  </a:lnTo>
                  <a:lnTo>
                    <a:pt x="671373" y="185940"/>
                  </a:lnTo>
                  <a:lnTo>
                    <a:pt x="672041" y="182431"/>
                  </a:lnTo>
                  <a:lnTo>
                    <a:pt x="672703" y="178923"/>
                  </a:lnTo>
                  <a:lnTo>
                    <a:pt x="673358" y="175415"/>
                  </a:lnTo>
                  <a:lnTo>
                    <a:pt x="674009" y="171906"/>
                  </a:lnTo>
                  <a:lnTo>
                    <a:pt x="674653" y="168398"/>
                  </a:lnTo>
                  <a:lnTo>
                    <a:pt x="675290" y="164890"/>
                  </a:lnTo>
                  <a:lnTo>
                    <a:pt x="675919" y="161381"/>
                  </a:lnTo>
                  <a:lnTo>
                    <a:pt x="676538" y="157873"/>
                  </a:lnTo>
                  <a:lnTo>
                    <a:pt x="677146" y="154365"/>
                  </a:lnTo>
                  <a:lnTo>
                    <a:pt x="677741" y="150856"/>
                  </a:lnTo>
                  <a:lnTo>
                    <a:pt x="678317" y="147348"/>
                  </a:lnTo>
                  <a:lnTo>
                    <a:pt x="678873" y="143840"/>
                  </a:lnTo>
                  <a:lnTo>
                    <a:pt x="679409" y="140332"/>
                  </a:lnTo>
                  <a:lnTo>
                    <a:pt x="679922" y="136823"/>
                  </a:lnTo>
                  <a:lnTo>
                    <a:pt x="680411" y="133315"/>
                  </a:lnTo>
                  <a:lnTo>
                    <a:pt x="680876" y="129807"/>
                  </a:lnTo>
                  <a:lnTo>
                    <a:pt x="681312" y="126298"/>
                  </a:lnTo>
                  <a:lnTo>
                    <a:pt x="681718" y="122790"/>
                  </a:lnTo>
                  <a:lnTo>
                    <a:pt x="682097" y="119282"/>
                  </a:lnTo>
                  <a:lnTo>
                    <a:pt x="682450" y="115773"/>
                  </a:lnTo>
                  <a:lnTo>
                    <a:pt x="682778" y="112265"/>
                  </a:lnTo>
                  <a:lnTo>
                    <a:pt x="683083" y="108757"/>
                  </a:lnTo>
                  <a:lnTo>
                    <a:pt x="683366" y="105249"/>
                  </a:lnTo>
                  <a:lnTo>
                    <a:pt x="683625" y="101740"/>
                  </a:lnTo>
                  <a:lnTo>
                    <a:pt x="683866" y="98232"/>
                  </a:lnTo>
                  <a:lnTo>
                    <a:pt x="684093" y="94724"/>
                  </a:lnTo>
                  <a:lnTo>
                    <a:pt x="684307" y="91215"/>
                  </a:lnTo>
                  <a:lnTo>
                    <a:pt x="684511" y="87707"/>
                  </a:lnTo>
                  <a:lnTo>
                    <a:pt x="684707" y="84199"/>
                  </a:lnTo>
                  <a:lnTo>
                    <a:pt x="684896" y="80690"/>
                  </a:lnTo>
                  <a:lnTo>
                    <a:pt x="685081" y="77182"/>
                  </a:lnTo>
                  <a:lnTo>
                    <a:pt x="685263" y="73674"/>
                  </a:lnTo>
                  <a:lnTo>
                    <a:pt x="685444" y="70166"/>
                  </a:lnTo>
                  <a:lnTo>
                    <a:pt x="685625" y="66657"/>
                  </a:lnTo>
                  <a:lnTo>
                    <a:pt x="685805" y="63149"/>
                  </a:lnTo>
                  <a:lnTo>
                    <a:pt x="685986" y="59641"/>
                  </a:lnTo>
                  <a:lnTo>
                    <a:pt x="686167" y="56132"/>
                  </a:lnTo>
                  <a:lnTo>
                    <a:pt x="686347" y="52624"/>
                  </a:lnTo>
                  <a:lnTo>
                    <a:pt x="686526" y="49116"/>
                  </a:lnTo>
                  <a:lnTo>
                    <a:pt x="686704" y="45607"/>
                  </a:lnTo>
                  <a:lnTo>
                    <a:pt x="686879" y="42099"/>
                  </a:lnTo>
                  <a:lnTo>
                    <a:pt x="687051" y="38591"/>
                  </a:lnTo>
                  <a:lnTo>
                    <a:pt x="687219" y="35083"/>
                  </a:lnTo>
                  <a:lnTo>
                    <a:pt x="687381" y="31574"/>
                  </a:lnTo>
                  <a:lnTo>
                    <a:pt x="687537" y="28066"/>
                  </a:lnTo>
                  <a:lnTo>
                    <a:pt x="687687" y="24558"/>
                  </a:lnTo>
                  <a:lnTo>
                    <a:pt x="687831" y="21049"/>
                  </a:lnTo>
                  <a:lnTo>
                    <a:pt x="687969" y="17541"/>
                  </a:lnTo>
                  <a:lnTo>
                    <a:pt x="688099" y="14033"/>
                  </a:lnTo>
                  <a:lnTo>
                    <a:pt x="688221" y="10524"/>
                  </a:lnTo>
                  <a:lnTo>
                    <a:pt x="688336" y="7016"/>
                  </a:lnTo>
                  <a:lnTo>
                    <a:pt x="688446" y="3508"/>
                  </a:lnTo>
                  <a:lnTo>
                    <a:pt x="688549" y="0"/>
                  </a:lnTo>
                  <a:lnTo>
                    <a:pt x="691275" y="0"/>
                  </a:lnTo>
                  <a:lnTo>
                    <a:pt x="691378" y="3508"/>
                  </a:lnTo>
                  <a:lnTo>
                    <a:pt x="691487" y="7016"/>
                  </a:lnTo>
                  <a:lnTo>
                    <a:pt x="691603" y="10524"/>
                  </a:lnTo>
                  <a:lnTo>
                    <a:pt x="691725" y="14033"/>
                  </a:lnTo>
                  <a:lnTo>
                    <a:pt x="691855" y="17541"/>
                  </a:lnTo>
                  <a:lnTo>
                    <a:pt x="691992" y="21049"/>
                  </a:lnTo>
                  <a:lnTo>
                    <a:pt x="692136" y="24558"/>
                  </a:lnTo>
                  <a:lnTo>
                    <a:pt x="692286" y="28066"/>
                  </a:lnTo>
                  <a:lnTo>
                    <a:pt x="692443" y="31574"/>
                  </a:lnTo>
                  <a:lnTo>
                    <a:pt x="692605" y="35083"/>
                  </a:lnTo>
                  <a:lnTo>
                    <a:pt x="692772" y="38591"/>
                  </a:lnTo>
                  <a:lnTo>
                    <a:pt x="692944" y="42099"/>
                  </a:lnTo>
                  <a:lnTo>
                    <a:pt x="693120" y="45607"/>
                  </a:lnTo>
                  <a:lnTo>
                    <a:pt x="693297" y="49116"/>
                  </a:lnTo>
                  <a:lnTo>
                    <a:pt x="693477" y="52624"/>
                  </a:lnTo>
                  <a:lnTo>
                    <a:pt x="693657" y="56132"/>
                  </a:lnTo>
                  <a:lnTo>
                    <a:pt x="693838" y="59641"/>
                  </a:lnTo>
                  <a:lnTo>
                    <a:pt x="694018" y="63149"/>
                  </a:lnTo>
                  <a:lnTo>
                    <a:pt x="694199" y="66657"/>
                  </a:lnTo>
                  <a:lnTo>
                    <a:pt x="694379" y="70166"/>
                  </a:lnTo>
                  <a:lnTo>
                    <a:pt x="694561" y="73674"/>
                  </a:lnTo>
                  <a:lnTo>
                    <a:pt x="694743" y="77182"/>
                  </a:lnTo>
                  <a:lnTo>
                    <a:pt x="694928" y="80690"/>
                  </a:lnTo>
                  <a:lnTo>
                    <a:pt x="695117" y="84199"/>
                  </a:lnTo>
                  <a:lnTo>
                    <a:pt x="695312" y="87707"/>
                  </a:lnTo>
                  <a:lnTo>
                    <a:pt x="695516" y="91215"/>
                  </a:lnTo>
                  <a:lnTo>
                    <a:pt x="695730" y="94724"/>
                  </a:lnTo>
                  <a:lnTo>
                    <a:pt x="695957" y="98232"/>
                  </a:lnTo>
                  <a:lnTo>
                    <a:pt x="696199" y="101740"/>
                  </a:lnTo>
                  <a:lnTo>
                    <a:pt x="696458" y="105249"/>
                  </a:lnTo>
                  <a:lnTo>
                    <a:pt x="696740" y="108757"/>
                  </a:lnTo>
                  <a:lnTo>
                    <a:pt x="697045" y="112265"/>
                  </a:lnTo>
                  <a:lnTo>
                    <a:pt x="697374" y="115773"/>
                  </a:lnTo>
                  <a:lnTo>
                    <a:pt x="697727" y="119282"/>
                  </a:lnTo>
                  <a:lnTo>
                    <a:pt x="698106" y="122790"/>
                  </a:lnTo>
                  <a:lnTo>
                    <a:pt x="698511" y="126298"/>
                  </a:lnTo>
                  <a:lnTo>
                    <a:pt x="698948" y="129807"/>
                  </a:lnTo>
                  <a:lnTo>
                    <a:pt x="699412" y="133315"/>
                  </a:lnTo>
                  <a:lnTo>
                    <a:pt x="699901" y="136823"/>
                  </a:lnTo>
                  <a:lnTo>
                    <a:pt x="700415" y="140332"/>
                  </a:lnTo>
                  <a:lnTo>
                    <a:pt x="700950" y="143840"/>
                  </a:lnTo>
                  <a:lnTo>
                    <a:pt x="701506" y="147348"/>
                  </a:lnTo>
                  <a:lnTo>
                    <a:pt x="702082" y="150856"/>
                  </a:lnTo>
                  <a:lnTo>
                    <a:pt x="702677" y="154365"/>
                  </a:lnTo>
                  <a:lnTo>
                    <a:pt x="703285" y="157873"/>
                  </a:lnTo>
                  <a:lnTo>
                    <a:pt x="703905" y="161381"/>
                  </a:lnTo>
                  <a:lnTo>
                    <a:pt x="704534" y="164890"/>
                  </a:lnTo>
                  <a:lnTo>
                    <a:pt x="705171" y="168398"/>
                  </a:lnTo>
                  <a:lnTo>
                    <a:pt x="705815" y="171906"/>
                  </a:lnTo>
                  <a:lnTo>
                    <a:pt x="706465" y="175415"/>
                  </a:lnTo>
                  <a:lnTo>
                    <a:pt x="707121" y="178923"/>
                  </a:lnTo>
                  <a:lnTo>
                    <a:pt x="707783" y="182431"/>
                  </a:lnTo>
                  <a:lnTo>
                    <a:pt x="708451" y="185940"/>
                  </a:lnTo>
                  <a:lnTo>
                    <a:pt x="709127" y="189448"/>
                  </a:lnTo>
                  <a:lnTo>
                    <a:pt x="709814" y="192956"/>
                  </a:lnTo>
                  <a:lnTo>
                    <a:pt x="710515" y="196464"/>
                  </a:lnTo>
                  <a:lnTo>
                    <a:pt x="711236" y="199973"/>
                  </a:lnTo>
                  <a:lnTo>
                    <a:pt x="711981" y="203481"/>
                  </a:lnTo>
                  <a:lnTo>
                    <a:pt x="712752" y="206989"/>
                  </a:lnTo>
                  <a:lnTo>
                    <a:pt x="713557" y="210498"/>
                  </a:lnTo>
                  <a:lnTo>
                    <a:pt x="714400" y="214006"/>
                  </a:lnTo>
                  <a:lnTo>
                    <a:pt x="715286" y="217514"/>
                  </a:lnTo>
                  <a:lnTo>
                    <a:pt x="716236" y="221023"/>
                  </a:lnTo>
                  <a:lnTo>
                    <a:pt x="717246" y="224531"/>
                  </a:lnTo>
                  <a:lnTo>
                    <a:pt x="718322" y="228039"/>
                  </a:lnTo>
                  <a:lnTo>
                    <a:pt x="719468" y="231547"/>
                  </a:lnTo>
                  <a:lnTo>
                    <a:pt x="720691" y="235056"/>
                  </a:lnTo>
                  <a:lnTo>
                    <a:pt x="721996" y="238564"/>
                  </a:lnTo>
                  <a:lnTo>
                    <a:pt x="723396" y="242072"/>
                  </a:lnTo>
                  <a:lnTo>
                    <a:pt x="724896" y="245581"/>
                  </a:lnTo>
                  <a:lnTo>
                    <a:pt x="726488" y="249089"/>
                  </a:lnTo>
                  <a:lnTo>
                    <a:pt x="728175" y="252597"/>
                  </a:lnTo>
                  <a:lnTo>
                    <a:pt x="729956" y="256106"/>
                  </a:lnTo>
                  <a:lnTo>
                    <a:pt x="731831" y="259614"/>
                  </a:lnTo>
                  <a:lnTo>
                    <a:pt x="733800" y="263122"/>
                  </a:lnTo>
                  <a:lnTo>
                    <a:pt x="735879" y="266630"/>
                  </a:lnTo>
                  <a:lnTo>
                    <a:pt x="738044" y="270139"/>
                  </a:lnTo>
                  <a:lnTo>
                    <a:pt x="740292" y="273647"/>
                  </a:lnTo>
                  <a:lnTo>
                    <a:pt x="742619" y="277155"/>
                  </a:lnTo>
                  <a:lnTo>
                    <a:pt x="745020" y="280664"/>
                  </a:lnTo>
                  <a:lnTo>
                    <a:pt x="747490" y="284172"/>
                  </a:lnTo>
                  <a:lnTo>
                    <a:pt x="750034" y="287680"/>
                  </a:lnTo>
                  <a:lnTo>
                    <a:pt x="752641" y="291189"/>
                  </a:lnTo>
                  <a:lnTo>
                    <a:pt x="755302" y="294697"/>
                  </a:lnTo>
                  <a:lnTo>
                    <a:pt x="758012" y="298205"/>
                  </a:lnTo>
                  <a:lnTo>
                    <a:pt x="760768" y="301713"/>
                  </a:lnTo>
                  <a:lnTo>
                    <a:pt x="763567" y="305222"/>
                  </a:lnTo>
                  <a:lnTo>
                    <a:pt x="766407" y="308730"/>
                  </a:lnTo>
                  <a:lnTo>
                    <a:pt x="769291" y="312238"/>
                  </a:lnTo>
                  <a:lnTo>
                    <a:pt x="772210" y="315747"/>
                  </a:lnTo>
                  <a:lnTo>
                    <a:pt x="775165" y="319255"/>
                  </a:lnTo>
                  <a:lnTo>
                    <a:pt x="778154" y="322763"/>
                  </a:lnTo>
                  <a:lnTo>
                    <a:pt x="781178" y="326272"/>
                  </a:lnTo>
                  <a:lnTo>
                    <a:pt x="784238" y="329780"/>
                  </a:lnTo>
                  <a:lnTo>
                    <a:pt x="787340" y="333288"/>
                  </a:lnTo>
                  <a:lnTo>
                    <a:pt x="790486" y="336797"/>
                  </a:lnTo>
                  <a:lnTo>
                    <a:pt x="793673" y="340305"/>
                  </a:lnTo>
                  <a:lnTo>
                    <a:pt x="796904" y="343813"/>
                  </a:lnTo>
                  <a:lnTo>
                    <a:pt x="800183" y="347321"/>
                  </a:lnTo>
                  <a:lnTo>
                    <a:pt x="803511" y="350830"/>
                  </a:lnTo>
                  <a:lnTo>
                    <a:pt x="806895" y="354338"/>
                  </a:lnTo>
                  <a:lnTo>
                    <a:pt x="810346" y="357846"/>
                  </a:lnTo>
                  <a:lnTo>
                    <a:pt x="813855" y="361355"/>
                  </a:lnTo>
                  <a:lnTo>
                    <a:pt x="817427" y="364863"/>
                  </a:lnTo>
                  <a:lnTo>
                    <a:pt x="821062" y="368371"/>
                  </a:lnTo>
                  <a:lnTo>
                    <a:pt x="824763" y="371880"/>
                  </a:lnTo>
                  <a:lnTo>
                    <a:pt x="828531" y="375388"/>
                  </a:lnTo>
                  <a:lnTo>
                    <a:pt x="832377" y="378896"/>
                  </a:lnTo>
                  <a:lnTo>
                    <a:pt x="836294" y="382404"/>
                  </a:lnTo>
                  <a:lnTo>
                    <a:pt x="840275" y="385913"/>
                  </a:lnTo>
                  <a:lnTo>
                    <a:pt x="844320" y="389421"/>
                  </a:lnTo>
                  <a:lnTo>
                    <a:pt x="848425" y="392929"/>
                  </a:lnTo>
                  <a:lnTo>
                    <a:pt x="852588" y="396438"/>
                  </a:lnTo>
                  <a:lnTo>
                    <a:pt x="856807" y="399946"/>
                  </a:lnTo>
                  <a:lnTo>
                    <a:pt x="861081" y="403454"/>
                  </a:lnTo>
                  <a:lnTo>
                    <a:pt x="865395" y="406963"/>
                  </a:lnTo>
                  <a:lnTo>
                    <a:pt x="869745" y="410471"/>
                  </a:lnTo>
                  <a:lnTo>
                    <a:pt x="874127" y="413979"/>
                  </a:lnTo>
                  <a:lnTo>
                    <a:pt x="878534" y="417487"/>
                  </a:lnTo>
                  <a:lnTo>
                    <a:pt x="882965" y="420996"/>
                  </a:lnTo>
                  <a:lnTo>
                    <a:pt x="887417" y="424504"/>
                  </a:lnTo>
                  <a:lnTo>
                    <a:pt x="891885" y="428012"/>
                  </a:lnTo>
                  <a:lnTo>
                    <a:pt x="896369" y="431521"/>
                  </a:lnTo>
                  <a:lnTo>
                    <a:pt x="900869" y="435029"/>
                  </a:lnTo>
                  <a:lnTo>
                    <a:pt x="905387" y="438537"/>
                  </a:lnTo>
                  <a:lnTo>
                    <a:pt x="909928" y="442046"/>
                  </a:lnTo>
                  <a:lnTo>
                    <a:pt x="914500" y="445554"/>
                  </a:lnTo>
                  <a:lnTo>
                    <a:pt x="919113" y="449062"/>
                  </a:lnTo>
                  <a:lnTo>
                    <a:pt x="923772" y="452570"/>
                  </a:lnTo>
                  <a:lnTo>
                    <a:pt x="928489" y="456079"/>
                  </a:lnTo>
                  <a:lnTo>
                    <a:pt x="933272" y="459587"/>
                  </a:lnTo>
                  <a:lnTo>
                    <a:pt x="938132" y="463095"/>
                  </a:lnTo>
                  <a:lnTo>
                    <a:pt x="943081" y="466604"/>
                  </a:lnTo>
                  <a:lnTo>
                    <a:pt x="948153" y="470112"/>
                  </a:lnTo>
                  <a:lnTo>
                    <a:pt x="953340" y="473620"/>
                  </a:lnTo>
                  <a:lnTo>
                    <a:pt x="958650" y="477129"/>
                  </a:lnTo>
                  <a:lnTo>
                    <a:pt x="964089" y="480637"/>
                  </a:lnTo>
                  <a:lnTo>
                    <a:pt x="969662" y="484145"/>
                  </a:lnTo>
                  <a:lnTo>
                    <a:pt x="975373" y="487654"/>
                  </a:lnTo>
                  <a:lnTo>
                    <a:pt x="981242" y="491162"/>
                  </a:lnTo>
                  <a:lnTo>
                    <a:pt x="987262" y="494670"/>
                  </a:lnTo>
                  <a:lnTo>
                    <a:pt x="993412" y="498178"/>
                  </a:lnTo>
                  <a:lnTo>
                    <a:pt x="999686" y="501687"/>
                  </a:lnTo>
                  <a:lnTo>
                    <a:pt x="1006074" y="505195"/>
                  </a:lnTo>
                  <a:lnTo>
                    <a:pt x="1012564" y="508703"/>
                  </a:lnTo>
                  <a:lnTo>
                    <a:pt x="1019143" y="512212"/>
                  </a:lnTo>
                  <a:lnTo>
                    <a:pt x="1025802" y="515720"/>
                  </a:lnTo>
                  <a:lnTo>
                    <a:pt x="1032504" y="519228"/>
                  </a:lnTo>
                  <a:lnTo>
                    <a:pt x="1039231" y="522737"/>
                  </a:lnTo>
                  <a:lnTo>
                    <a:pt x="1045963" y="526245"/>
                  </a:lnTo>
                  <a:lnTo>
                    <a:pt x="1052680" y="529753"/>
                  </a:lnTo>
                  <a:lnTo>
                    <a:pt x="1059363" y="533261"/>
                  </a:lnTo>
                  <a:lnTo>
                    <a:pt x="1065983" y="536770"/>
                  </a:lnTo>
                  <a:lnTo>
                    <a:pt x="1072520" y="540278"/>
                  </a:lnTo>
                  <a:lnTo>
                    <a:pt x="1078965" y="543786"/>
                  </a:lnTo>
                  <a:lnTo>
                    <a:pt x="1085307" y="547295"/>
                  </a:lnTo>
                  <a:lnTo>
                    <a:pt x="1091536" y="550803"/>
                  </a:lnTo>
                  <a:lnTo>
                    <a:pt x="1097645" y="554311"/>
                  </a:lnTo>
                  <a:lnTo>
                    <a:pt x="1103624" y="557820"/>
                  </a:lnTo>
                  <a:lnTo>
                    <a:pt x="1109458" y="561328"/>
                  </a:lnTo>
                  <a:lnTo>
                    <a:pt x="1115173" y="564836"/>
                  </a:lnTo>
                  <a:lnTo>
                    <a:pt x="1120776" y="568344"/>
                  </a:lnTo>
                  <a:lnTo>
                    <a:pt x="1126276" y="571853"/>
                  </a:lnTo>
                  <a:lnTo>
                    <a:pt x="1131685" y="575361"/>
                  </a:lnTo>
                  <a:lnTo>
                    <a:pt x="1137015" y="578869"/>
                  </a:lnTo>
                  <a:lnTo>
                    <a:pt x="1142275" y="582378"/>
                  </a:lnTo>
                  <a:lnTo>
                    <a:pt x="1147494" y="585886"/>
                  </a:lnTo>
                  <a:lnTo>
                    <a:pt x="1152691" y="589394"/>
                  </a:lnTo>
                  <a:lnTo>
                    <a:pt x="1157883" y="592903"/>
                  </a:lnTo>
                  <a:lnTo>
                    <a:pt x="1163083" y="596411"/>
                  </a:lnTo>
                  <a:lnTo>
                    <a:pt x="1168307" y="599919"/>
                  </a:lnTo>
                  <a:lnTo>
                    <a:pt x="1173570" y="603427"/>
                  </a:lnTo>
                  <a:lnTo>
                    <a:pt x="1178889" y="606936"/>
                  </a:lnTo>
                  <a:lnTo>
                    <a:pt x="1184263" y="610444"/>
                  </a:lnTo>
                  <a:lnTo>
                    <a:pt x="1189693" y="613952"/>
                  </a:lnTo>
                  <a:lnTo>
                    <a:pt x="1195180" y="617461"/>
                  </a:lnTo>
                  <a:lnTo>
                    <a:pt x="1200719" y="620969"/>
                  </a:lnTo>
                  <a:lnTo>
                    <a:pt x="1206302" y="624477"/>
                  </a:lnTo>
                  <a:lnTo>
                    <a:pt x="1211922" y="627986"/>
                  </a:lnTo>
                  <a:lnTo>
                    <a:pt x="1217553" y="631494"/>
                  </a:lnTo>
                  <a:lnTo>
                    <a:pt x="1223175" y="635002"/>
                  </a:lnTo>
                  <a:lnTo>
                    <a:pt x="1228768" y="638511"/>
                  </a:lnTo>
                  <a:lnTo>
                    <a:pt x="1234310" y="642019"/>
                  </a:lnTo>
                  <a:lnTo>
                    <a:pt x="1239776" y="645527"/>
                  </a:lnTo>
                  <a:lnTo>
                    <a:pt x="1245131" y="649035"/>
                  </a:lnTo>
                  <a:lnTo>
                    <a:pt x="1250335" y="652544"/>
                  </a:lnTo>
                  <a:lnTo>
                    <a:pt x="1255379" y="656052"/>
                  </a:lnTo>
                  <a:lnTo>
                    <a:pt x="1260244" y="659560"/>
                  </a:lnTo>
                  <a:lnTo>
                    <a:pt x="1264909" y="663069"/>
                  </a:lnTo>
                  <a:lnTo>
                    <a:pt x="1269359" y="666577"/>
                  </a:lnTo>
                  <a:lnTo>
                    <a:pt x="1273582" y="670085"/>
                  </a:lnTo>
                  <a:lnTo>
                    <a:pt x="1277513" y="673594"/>
                  </a:lnTo>
                  <a:lnTo>
                    <a:pt x="1281201" y="677102"/>
                  </a:lnTo>
                  <a:lnTo>
                    <a:pt x="1284648" y="680610"/>
                  </a:lnTo>
                  <a:lnTo>
                    <a:pt x="1287860" y="684118"/>
                  </a:lnTo>
                  <a:lnTo>
                    <a:pt x="1290847" y="687627"/>
                  </a:lnTo>
                  <a:lnTo>
                    <a:pt x="1293621" y="691135"/>
                  </a:lnTo>
                  <a:lnTo>
                    <a:pt x="1296178" y="694643"/>
                  </a:lnTo>
                  <a:lnTo>
                    <a:pt x="1298549" y="698152"/>
                  </a:lnTo>
                  <a:lnTo>
                    <a:pt x="1300775" y="701660"/>
                  </a:lnTo>
                  <a:lnTo>
                    <a:pt x="1302880" y="705168"/>
                  </a:lnTo>
                  <a:lnTo>
                    <a:pt x="1304885" y="708677"/>
                  </a:lnTo>
                  <a:lnTo>
                    <a:pt x="1306812" y="712185"/>
                  </a:lnTo>
                  <a:lnTo>
                    <a:pt x="1308681" y="715693"/>
                  </a:lnTo>
                  <a:lnTo>
                    <a:pt x="1310511" y="719201"/>
                  </a:lnTo>
                  <a:lnTo>
                    <a:pt x="1312325" y="722710"/>
                  </a:lnTo>
                  <a:lnTo>
                    <a:pt x="1314136" y="726218"/>
                  </a:lnTo>
                  <a:lnTo>
                    <a:pt x="1315950" y="729726"/>
                  </a:lnTo>
                  <a:lnTo>
                    <a:pt x="1317771" y="733235"/>
                  </a:lnTo>
                  <a:lnTo>
                    <a:pt x="1319602" y="736743"/>
                  </a:lnTo>
                  <a:lnTo>
                    <a:pt x="1321440" y="740251"/>
                  </a:lnTo>
                  <a:lnTo>
                    <a:pt x="1323276" y="743760"/>
                  </a:lnTo>
                  <a:lnTo>
                    <a:pt x="1325101" y="747268"/>
                  </a:lnTo>
                  <a:lnTo>
                    <a:pt x="1326904" y="750776"/>
                  </a:lnTo>
                  <a:lnTo>
                    <a:pt x="1328676" y="754284"/>
                  </a:lnTo>
                  <a:lnTo>
                    <a:pt x="1330404" y="757793"/>
                  </a:lnTo>
                  <a:lnTo>
                    <a:pt x="1332076" y="761301"/>
                  </a:lnTo>
                  <a:lnTo>
                    <a:pt x="1333671" y="764809"/>
                  </a:lnTo>
                  <a:lnTo>
                    <a:pt x="1335193" y="768318"/>
                  </a:lnTo>
                  <a:lnTo>
                    <a:pt x="1336637" y="771826"/>
                  </a:lnTo>
                  <a:lnTo>
                    <a:pt x="1338005" y="775334"/>
                  </a:lnTo>
                  <a:lnTo>
                    <a:pt x="1339296" y="778843"/>
                  </a:lnTo>
                  <a:lnTo>
                    <a:pt x="1340516" y="782351"/>
                  </a:lnTo>
                  <a:lnTo>
                    <a:pt x="1341664" y="785859"/>
                  </a:lnTo>
                  <a:lnTo>
                    <a:pt x="1342762" y="789368"/>
                  </a:lnTo>
                  <a:lnTo>
                    <a:pt x="1343828" y="792876"/>
                  </a:lnTo>
                  <a:lnTo>
                    <a:pt x="1344876" y="796384"/>
                  </a:lnTo>
                  <a:lnTo>
                    <a:pt x="1345923" y="799892"/>
                  </a:lnTo>
                  <a:lnTo>
                    <a:pt x="1346986" y="803401"/>
                  </a:lnTo>
                  <a:lnTo>
                    <a:pt x="1348084" y="806909"/>
                  </a:lnTo>
                  <a:lnTo>
                    <a:pt x="1349243" y="810417"/>
                  </a:lnTo>
                  <a:lnTo>
                    <a:pt x="1350471" y="813926"/>
                  </a:lnTo>
                  <a:lnTo>
                    <a:pt x="1351777" y="817434"/>
                  </a:lnTo>
                  <a:lnTo>
                    <a:pt x="1353169" y="820942"/>
                  </a:lnTo>
                  <a:lnTo>
                    <a:pt x="1354652" y="824451"/>
                  </a:lnTo>
                  <a:lnTo>
                    <a:pt x="1356227" y="827959"/>
                  </a:lnTo>
                  <a:lnTo>
                    <a:pt x="1357907" y="831467"/>
                  </a:lnTo>
                  <a:lnTo>
                    <a:pt x="1359667" y="834975"/>
                  </a:lnTo>
                  <a:lnTo>
                    <a:pt x="1361492" y="838484"/>
                  </a:lnTo>
                  <a:lnTo>
                    <a:pt x="1363365" y="841992"/>
                  </a:lnTo>
                  <a:lnTo>
                    <a:pt x="1365267" y="845500"/>
                  </a:lnTo>
                  <a:lnTo>
                    <a:pt x="1367175" y="849009"/>
                  </a:lnTo>
                  <a:lnTo>
                    <a:pt x="1369061" y="852517"/>
                  </a:lnTo>
                  <a:lnTo>
                    <a:pt x="1370884" y="856025"/>
                  </a:lnTo>
                  <a:lnTo>
                    <a:pt x="1372619" y="859534"/>
                  </a:lnTo>
                  <a:lnTo>
                    <a:pt x="1374235" y="863042"/>
                  </a:lnTo>
                  <a:lnTo>
                    <a:pt x="1375706" y="866550"/>
                  </a:lnTo>
                  <a:lnTo>
                    <a:pt x="1377004" y="870058"/>
                  </a:lnTo>
                  <a:lnTo>
                    <a:pt x="1378104" y="873567"/>
                  </a:lnTo>
                  <a:lnTo>
                    <a:pt x="1378927" y="877075"/>
                  </a:lnTo>
                  <a:lnTo>
                    <a:pt x="1379495" y="880583"/>
                  </a:lnTo>
                  <a:lnTo>
                    <a:pt x="1379797" y="884092"/>
                  </a:lnTo>
                  <a:lnTo>
                    <a:pt x="1379824" y="887600"/>
                  </a:lnTo>
                  <a:lnTo>
                    <a:pt x="1379569" y="891108"/>
                  </a:lnTo>
                  <a:lnTo>
                    <a:pt x="1379032" y="894617"/>
                  </a:lnTo>
                  <a:lnTo>
                    <a:pt x="1378184" y="898125"/>
                  </a:lnTo>
                  <a:lnTo>
                    <a:pt x="1377039" y="901633"/>
                  </a:lnTo>
                  <a:lnTo>
                    <a:pt x="1375645" y="905141"/>
                  </a:lnTo>
                  <a:lnTo>
                    <a:pt x="1374021" y="908650"/>
                  </a:lnTo>
                  <a:lnTo>
                    <a:pt x="1372189" y="912158"/>
                  </a:lnTo>
                  <a:lnTo>
                    <a:pt x="1370174" y="915666"/>
                  </a:lnTo>
                  <a:lnTo>
                    <a:pt x="1368001" y="919175"/>
                  </a:lnTo>
                  <a:lnTo>
                    <a:pt x="1365685" y="922683"/>
                  </a:lnTo>
                  <a:lnTo>
                    <a:pt x="1363288" y="926191"/>
                  </a:lnTo>
                  <a:lnTo>
                    <a:pt x="1360842" y="929700"/>
                  </a:lnTo>
                  <a:lnTo>
                    <a:pt x="1358373" y="933208"/>
                  </a:lnTo>
                  <a:lnTo>
                    <a:pt x="1355910" y="936716"/>
                  </a:lnTo>
                  <a:lnTo>
                    <a:pt x="1353479" y="940224"/>
                  </a:lnTo>
                  <a:lnTo>
                    <a:pt x="1351115" y="943733"/>
                  </a:lnTo>
                  <a:lnTo>
                    <a:pt x="1348845" y="947241"/>
                  </a:lnTo>
                  <a:lnTo>
                    <a:pt x="1346677" y="950749"/>
                  </a:lnTo>
                  <a:lnTo>
                    <a:pt x="1344627" y="954258"/>
                  </a:lnTo>
                  <a:lnTo>
                    <a:pt x="1342704" y="957766"/>
                  </a:lnTo>
                  <a:lnTo>
                    <a:pt x="1340918" y="961274"/>
                  </a:lnTo>
                  <a:lnTo>
                    <a:pt x="1339279" y="964783"/>
                  </a:lnTo>
                  <a:lnTo>
                    <a:pt x="1337814" y="968291"/>
                  </a:lnTo>
                  <a:lnTo>
                    <a:pt x="1336497" y="971799"/>
                  </a:lnTo>
                  <a:lnTo>
                    <a:pt x="1335325" y="975308"/>
                  </a:lnTo>
                  <a:lnTo>
                    <a:pt x="1334297" y="978816"/>
                  </a:lnTo>
                  <a:lnTo>
                    <a:pt x="1333408" y="982324"/>
                  </a:lnTo>
                  <a:lnTo>
                    <a:pt x="1332655" y="985832"/>
                  </a:lnTo>
                  <a:lnTo>
                    <a:pt x="1332051" y="989341"/>
                  </a:lnTo>
                  <a:lnTo>
                    <a:pt x="1331576" y="992849"/>
                  </a:lnTo>
                  <a:lnTo>
                    <a:pt x="1331214" y="996357"/>
                  </a:lnTo>
                  <a:lnTo>
                    <a:pt x="1330958" y="999866"/>
                  </a:lnTo>
                  <a:lnTo>
                    <a:pt x="1330798" y="1003374"/>
                  </a:lnTo>
                  <a:lnTo>
                    <a:pt x="1330725" y="1006882"/>
                  </a:lnTo>
                  <a:lnTo>
                    <a:pt x="1330733" y="1010391"/>
                  </a:lnTo>
                  <a:lnTo>
                    <a:pt x="1330812" y="1013899"/>
                  </a:lnTo>
                  <a:lnTo>
                    <a:pt x="1330937" y="1017407"/>
                  </a:lnTo>
                  <a:lnTo>
                    <a:pt x="1331092" y="1020915"/>
                  </a:lnTo>
                  <a:lnTo>
                    <a:pt x="1331264" y="1024424"/>
                  </a:lnTo>
                  <a:lnTo>
                    <a:pt x="1331436" y="1027932"/>
                  </a:lnTo>
                  <a:lnTo>
                    <a:pt x="1331591" y="1031440"/>
                  </a:lnTo>
                  <a:lnTo>
                    <a:pt x="1331702" y="1034949"/>
                  </a:lnTo>
                  <a:lnTo>
                    <a:pt x="1331751" y="1038457"/>
                  </a:lnTo>
                  <a:lnTo>
                    <a:pt x="1331723" y="1041965"/>
                  </a:lnTo>
                  <a:lnTo>
                    <a:pt x="1331603" y="1045474"/>
                  </a:lnTo>
                  <a:lnTo>
                    <a:pt x="1331376" y="1048982"/>
                  </a:lnTo>
                  <a:lnTo>
                    <a:pt x="1331029" y="1052490"/>
                  </a:lnTo>
                  <a:lnTo>
                    <a:pt x="1330540" y="1055998"/>
                  </a:lnTo>
                  <a:lnTo>
                    <a:pt x="1329887" y="1059507"/>
                  </a:lnTo>
                  <a:lnTo>
                    <a:pt x="1329087" y="1063015"/>
                  </a:lnTo>
                  <a:lnTo>
                    <a:pt x="1328137" y="1066523"/>
                  </a:lnTo>
                  <a:lnTo>
                    <a:pt x="1327038" y="1070032"/>
                  </a:lnTo>
                  <a:lnTo>
                    <a:pt x="1325791" y="1073540"/>
                  </a:lnTo>
                  <a:lnTo>
                    <a:pt x="1324403" y="1077048"/>
                  </a:lnTo>
                  <a:lnTo>
                    <a:pt x="1322853" y="1080557"/>
                  </a:lnTo>
                  <a:lnTo>
                    <a:pt x="1321180" y="1084065"/>
                  </a:lnTo>
                  <a:lnTo>
                    <a:pt x="1319393" y="1087573"/>
                  </a:lnTo>
                  <a:lnTo>
                    <a:pt x="1317504" y="1091081"/>
                  </a:lnTo>
                  <a:lnTo>
                    <a:pt x="1315520" y="1094590"/>
                  </a:lnTo>
                  <a:lnTo>
                    <a:pt x="1313451" y="1098098"/>
                  </a:lnTo>
                  <a:lnTo>
                    <a:pt x="1311294" y="1101606"/>
                  </a:lnTo>
                  <a:lnTo>
                    <a:pt x="1309055" y="1105115"/>
                  </a:lnTo>
                  <a:lnTo>
                    <a:pt x="1306744" y="1108623"/>
                  </a:lnTo>
                  <a:lnTo>
                    <a:pt x="1304359" y="1112131"/>
                  </a:lnTo>
                  <a:lnTo>
                    <a:pt x="1301897" y="1115640"/>
                  </a:lnTo>
                  <a:lnTo>
                    <a:pt x="1299351" y="1119148"/>
                  </a:lnTo>
                  <a:lnTo>
                    <a:pt x="1296713" y="1122656"/>
                  </a:lnTo>
                  <a:lnTo>
                    <a:pt x="1293948" y="1126165"/>
                  </a:lnTo>
                  <a:lnTo>
                    <a:pt x="1291064" y="1129673"/>
                  </a:lnTo>
                  <a:lnTo>
                    <a:pt x="1288049" y="1133181"/>
                  </a:lnTo>
                  <a:lnTo>
                    <a:pt x="1284893" y="1136689"/>
                  </a:lnTo>
                  <a:lnTo>
                    <a:pt x="1281586" y="1140198"/>
                  </a:lnTo>
                  <a:lnTo>
                    <a:pt x="1278119" y="1143706"/>
                  </a:lnTo>
                  <a:lnTo>
                    <a:pt x="1274464" y="1147214"/>
                  </a:lnTo>
                  <a:lnTo>
                    <a:pt x="1270621" y="1150723"/>
                  </a:lnTo>
                  <a:lnTo>
                    <a:pt x="1266610" y="1154231"/>
                  </a:lnTo>
                  <a:lnTo>
                    <a:pt x="1262435" y="1157739"/>
                  </a:lnTo>
                  <a:lnTo>
                    <a:pt x="1258105" y="1161248"/>
                  </a:lnTo>
                  <a:lnTo>
                    <a:pt x="1253630" y="1164756"/>
                  </a:lnTo>
                  <a:lnTo>
                    <a:pt x="1249020" y="1168264"/>
                  </a:lnTo>
                  <a:lnTo>
                    <a:pt x="1244280" y="1171772"/>
                  </a:lnTo>
                  <a:lnTo>
                    <a:pt x="1239454" y="1175281"/>
                  </a:lnTo>
                  <a:lnTo>
                    <a:pt x="1234562" y="1178789"/>
                  </a:lnTo>
                  <a:lnTo>
                    <a:pt x="1229623" y="1182297"/>
                  </a:lnTo>
                  <a:lnTo>
                    <a:pt x="1224656" y="1185806"/>
                  </a:lnTo>
                  <a:lnTo>
                    <a:pt x="1219677" y="1189314"/>
                  </a:lnTo>
                  <a:lnTo>
                    <a:pt x="1214707" y="1192822"/>
                  </a:lnTo>
                  <a:lnTo>
                    <a:pt x="1209758" y="1196331"/>
                  </a:lnTo>
                  <a:lnTo>
                    <a:pt x="1204838" y="1199839"/>
                  </a:lnTo>
                  <a:lnTo>
                    <a:pt x="1199948" y="1203347"/>
                  </a:lnTo>
                  <a:lnTo>
                    <a:pt x="1195087" y="1206855"/>
                  </a:lnTo>
                  <a:lnTo>
                    <a:pt x="1190251" y="1210364"/>
                  </a:lnTo>
                  <a:lnTo>
                    <a:pt x="1185432" y="1213872"/>
                  </a:lnTo>
                  <a:lnTo>
                    <a:pt x="1180611" y="1217380"/>
                  </a:lnTo>
                  <a:lnTo>
                    <a:pt x="1175768" y="1220889"/>
                  </a:lnTo>
                  <a:lnTo>
                    <a:pt x="1170885" y="1224397"/>
                  </a:lnTo>
                  <a:lnTo>
                    <a:pt x="1165939" y="1227905"/>
                  </a:lnTo>
                  <a:lnTo>
                    <a:pt x="1160911" y="1231414"/>
                  </a:lnTo>
                  <a:lnTo>
                    <a:pt x="1155778" y="1234922"/>
                  </a:lnTo>
                  <a:lnTo>
                    <a:pt x="1150490" y="1238430"/>
                  </a:lnTo>
                  <a:lnTo>
                    <a:pt x="1145039" y="1241938"/>
                  </a:lnTo>
                  <a:lnTo>
                    <a:pt x="1139412" y="1245447"/>
                  </a:lnTo>
                  <a:lnTo>
                    <a:pt x="1133596" y="1248955"/>
                  </a:lnTo>
                  <a:lnTo>
                    <a:pt x="1127578" y="1252463"/>
                  </a:lnTo>
                  <a:lnTo>
                    <a:pt x="1121349" y="1255972"/>
                  </a:lnTo>
                  <a:lnTo>
                    <a:pt x="1114885" y="1259480"/>
                  </a:lnTo>
                  <a:lnTo>
                    <a:pt x="1108167" y="1262988"/>
                  </a:lnTo>
                  <a:lnTo>
                    <a:pt x="1101231" y="1266497"/>
                  </a:lnTo>
                  <a:lnTo>
                    <a:pt x="1094083" y="1270005"/>
                  </a:lnTo>
                  <a:lnTo>
                    <a:pt x="1086730" y="1273513"/>
                  </a:lnTo>
                  <a:lnTo>
                    <a:pt x="1079183" y="1277022"/>
                  </a:lnTo>
                  <a:lnTo>
                    <a:pt x="1071456" y="1280530"/>
                  </a:lnTo>
                  <a:lnTo>
                    <a:pt x="1063534" y="1284038"/>
                  </a:lnTo>
                  <a:lnTo>
                    <a:pt x="1055470" y="1287546"/>
                  </a:lnTo>
                  <a:lnTo>
                    <a:pt x="1047287" y="1291055"/>
                  </a:lnTo>
                  <a:lnTo>
                    <a:pt x="1039005" y="1294563"/>
                  </a:lnTo>
                  <a:lnTo>
                    <a:pt x="1030646" y="1298071"/>
                  </a:lnTo>
                  <a:lnTo>
                    <a:pt x="1022229" y="1301580"/>
                  </a:lnTo>
                  <a:lnTo>
                    <a:pt x="1013778" y="1305088"/>
                  </a:lnTo>
                  <a:lnTo>
                    <a:pt x="1005322" y="1308596"/>
                  </a:lnTo>
                  <a:lnTo>
                    <a:pt x="996887" y="1312105"/>
                  </a:lnTo>
                  <a:lnTo>
                    <a:pt x="988494" y="1315613"/>
                  </a:lnTo>
                  <a:lnTo>
                    <a:pt x="980165" y="1319121"/>
                  </a:lnTo>
                  <a:lnTo>
                    <a:pt x="971917" y="1322629"/>
                  </a:lnTo>
                  <a:lnTo>
                    <a:pt x="963771" y="1326138"/>
                  </a:lnTo>
                  <a:lnTo>
                    <a:pt x="955776" y="1329646"/>
                  </a:lnTo>
                  <a:lnTo>
                    <a:pt x="947924" y="1333154"/>
                  </a:lnTo>
                  <a:lnTo>
                    <a:pt x="940229" y="1336663"/>
                  </a:lnTo>
                  <a:lnTo>
                    <a:pt x="932702" y="1340171"/>
                  </a:lnTo>
                  <a:lnTo>
                    <a:pt x="925352" y="1343679"/>
                  </a:lnTo>
                  <a:lnTo>
                    <a:pt x="918188" y="1347188"/>
                  </a:lnTo>
                  <a:lnTo>
                    <a:pt x="911238" y="1350696"/>
                  </a:lnTo>
                  <a:lnTo>
                    <a:pt x="904502" y="1354204"/>
                  </a:lnTo>
                  <a:lnTo>
                    <a:pt x="897960" y="1357712"/>
                  </a:lnTo>
                  <a:lnTo>
                    <a:pt x="891610" y="1361221"/>
                  </a:lnTo>
                  <a:lnTo>
                    <a:pt x="885447" y="1364729"/>
                  </a:lnTo>
                  <a:lnTo>
                    <a:pt x="879465" y="1368237"/>
                  </a:lnTo>
                  <a:lnTo>
                    <a:pt x="873660" y="1371746"/>
                  </a:lnTo>
                  <a:lnTo>
                    <a:pt x="868050" y="1375254"/>
                  </a:lnTo>
                  <a:lnTo>
                    <a:pt x="862591" y="1378762"/>
                  </a:lnTo>
                  <a:lnTo>
                    <a:pt x="857272" y="1382271"/>
                  </a:lnTo>
                  <a:lnTo>
                    <a:pt x="852084" y="1385779"/>
                  </a:lnTo>
                  <a:lnTo>
                    <a:pt x="847016" y="1389287"/>
                  </a:lnTo>
                  <a:lnTo>
                    <a:pt x="842059" y="1392795"/>
                  </a:lnTo>
                  <a:lnTo>
                    <a:pt x="837220" y="1396304"/>
                  </a:lnTo>
                  <a:lnTo>
                    <a:pt x="832482" y="1399812"/>
                  </a:lnTo>
                  <a:lnTo>
                    <a:pt x="827834" y="1403320"/>
                  </a:lnTo>
                  <a:lnTo>
                    <a:pt x="823272" y="1406829"/>
                  </a:lnTo>
                  <a:lnTo>
                    <a:pt x="818794" y="1410337"/>
                  </a:lnTo>
                  <a:lnTo>
                    <a:pt x="814401" y="1413845"/>
                  </a:lnTo>
                  <a:lnTo>
                    <a:pt x="810097" y="1417354"/>
                  </a:lnTo>
                  <a:lnTo>
                    <a:pt x="805899" y="1420862"/>
                  </a:lnTo>
                  <a:lnTo>
                    <a:pt x="801794" y="1424370"/>
                  </a:lnTo>
                  <a:lnTo>
                    <a:pt x="797789" y="1427879"/>
                  </a:lnTo>
                  <a:lnTo>
                    <a:pt x="793887" y="1431387"/>
                  </a:lnTo>
                  <a:lnTo>
                    <a:pt x="790094" y="1434895"/>
                  </a:lnTo>
                  <a:lnTo>
                    <a:pt x="786415" y="1438403"/>
                  </a:lnTo>
                  <a:lnTo>
                    <a:pt x="782875" y="1441912"/>
                  </a:lnTo>
                  <a:lnTo>
                    <a:pt x="779467" y="1445420"/>
                  </a:lnTo>
                  <a:lnTo>
                    <a:pt x="776186" y="1448928"/>
                  </a:lnTo>
                  <a:lnTo>
                    <a:pt x="773034" y="1452437"/>
                  </a:lnTo>
                  <a:lnTo>
                    <a:pt x="770011" y="1455945"/>
                  </a:lnTo>
                  <a:lnTo>
                    <a:pt x="767118" y="1459453"/>
                  </a:lnTo>
                  <a:lnTo>
                    <a:pt x="764361" y="1462962"/>
                  </a:lnTo>
                  <a:lnTo>
                    <a:pt x="761747" y="1466470"/>
                  </a:lnTo>
                  <a:lnTo>
                    <a:pt x="759253" y="1469978"/>
                  </a:lnTo>
                  <a:lnTo>
                    <a:pt x="756873" y="1473486"/>
                  </a:lnTo>
                  <a:lnTo>
                    <a:pt x="754601" y="1476995"/>
                  </a:lnTo>
                  <a:lnTo>
                    <a:pt x="752433" y="1480503"/>
                  </a:lnTo>
                  <a:lnTo>
                    <a:pt x="750360" y="1484011"/>
                  </a:lnTo>
                  <a:lnTo>
                    <a:pt x="748393" y="1487520"/>
                  </a:lnTo>
                  <a:lnTo>
                    <a:pt x="746507" y="1491028"/>
                  </a:lnTo>
                  <a:lnTo>
                    <a:pt x="744693" y="1494536"/>
                  </a:lnTo>
                  <a:lnTo>
                    <a:pt x="742946" y="1498045"/>
                  </a:lnTo>
                  <a:lnTo>
                    <a:pt x="741258" y="1501553"/>
                  </a:lnTo>
                  <a:lnTo>
                    <a:pt x="739625" y="1505061"/>
                  </a:lnTo>
                  <a:lnTo>
                    <a:pt x="738045" y="1508569"/>
                  </a:lnTo>
                  <a:lnTo>
                    <a:pt x="736514" y="1512078"/>
                  </a:lnTo>
                  <a:lnTo>
                    <a:pt x="735022" y="1515586"/>
                  </a:lnTo>
                  <a:lnTo>
                    <a:pt x="733565" y="1519094"/>
                  </a:lnTo>
                  <a:lnTo>
                    <a:pt x="732140" y="1522603"/>
                  </a:lnTo>
                  <a:lnTo>
                    <a:pt x="730746" y="1526111"/>
                  </a:lnTo>
                  <a:lnTo>
                    <a:pt x="729381" y="1529619"/>
                  </a:lnTo>
                  <a:lnTo>
                    <a:pt x="728047" y="1533128"/>
                  </a:lnTo>
                  <a:lnTo>
                    <a:pt x="726740" y="1536636"/>
                  </a:lnTo>
                  <a:lnTo>
                    <a:pt x="725456" y="1540144"/>
                  </a:lnTo>
                  <a:lnTo>
                    <a:pt x="724196" y="1543652"/>
                  </a:lnTo>
                  <a:lnTo>
                    <a:pt x="722960" y="1547161"/>
                  </a:lnTo>
                  <a:lnTo>
                    <a:pt x="721747" y="1550669"/>
                  </a:lnTo>
                  <a:lnTo>
                    <a:pt x="720559" y="1554177"/>
                  </a:lnTo>
                  <a:lnTo>
                    <a:pt x="719396" y="1557686"/>
                  </a:lnTo>
                  <a:lnTo>
                    <a:pt x="718256" y="1561194"/>
                  </a:lnTo>
                  <a:lnTo>
                    <a:pt x="717138" y="1564702"/>
                  </a:lnTo>
                  <a:lnTo>
                    <a:pt x="716042" y="1568211"/>
                  </a:lnTo>
                  <a:lnTo>
                    <a:pt x="714969" y="1571719"/>
                  </a:lnTo>
                  <a:lnTo>
                    <a:pt x="713918" y="1575227"/>
                  </a:lnTo>
                  <a:lnTo>
                    <a:pt x="712893" y="1578736"/>
                  </a:lnTo>
                  <a:lnTo>
                    <a:pt x="711890" y="1582244"/>
                  </a:lnTo>
                  <a:lnTo>
                    <a:pt x="710909" y="1585752"/>
                  </a:lnTo>
                  <a:lnTo>
                    <a:pt x="709950" y="1589260"/>
                  </a:lnTo>
                  <a:lnTo>
                    <a:pt x="709012" y="1592769"/>
                  </a:lnTo>
                  <a:lnTo>
                    <a:pt x="708096" y="1596277"/>
                  </a:lnTo>
                  <a:lnTo>
                    <a:pt x="707204" y="1599785"/>
                  </a:lnTo>
                  <a:lnTo>
                    <a:pt x="706334" y="1603294"/>
                  </a:lnTo>
                  <a:lnTo>
                    <a:pt x="705486" y="1606802"/>
                  </a:lnTo>
                  <a:lnTo>
                    <a:pt x="704658" y="1610310"/>
                  </a:lnTo>
                  <a:lnTo>
                    <a:pt x="703851" y="1613819"/>
                  </a:lnTo>
                  <a:lnTo>
                    <a:pt x="703064" y="1617327"/>
                  </a:lnTo>
                  <a:lnTo>
                    <a:pt x="702299" y="1620835"/>
                  </a:lnTo>
                  <a:lnTo>
                    <a:pt x="701557" y="1624343"/>
                  </a:lnTo>
                  <a:lnTo>
                    <a:pt x="700836" y="1627852"/>
                  </a:lnTo>
                  <a:lnTo>
                    <a:pt x="700136" y="1631360"/>
                  </a:lnTo>
                  <a:lnTo>
                    <a:pt x="699457" y="1634868"/>
                  </a:lnTo>
                  <a:lnTo>
                    <a:pt x="698798" y="1638377"/>
                  </a:lnTo>
                  <a:lnTo>
                    <a:pt x="698161" y="1641885"/>
                  </a:lnTo>
                  <a:lnTo>
                    <a:pt x="697550" y="1645393"/>
                  </a:lnTo>
                  <a:lnTo>
                    <a:pt x="696962" y="1648902"/>
                  </a:lnTo>
                  <a:lnTo>
                    <a:pt x="696398" y="1652410"/>
                  </a:lnTo>
                  <a:lnTo>
                    <a:pt x="695858" y="1655918"/>
                  </a:lnTo>
                  <a:lnTo>
                    <a:pt x="695341" y="1659426"/>
                  </a:lnTo>
                  <a:lnTo>
                    <a:pt x="694850" y="1662935"/>
                  </a:lnTo>
                  <a:lnTo>
                    <a:pt x="694386" y="1666443"/>
                  </a:lnTo>
                  <a:lnTo>
                    <a:pt x="693952" y="1669951"/>
                  </a:lnTo>
                  <a:lnTo>
                    <a:pt x="693545" y="1673460"/>
                  </a:lnTo>
                  <a:lnTo>
                    <a:pt x="693164" y="1676968"/>
                  </a:lnTo>
                  <a:lnTo>
                    <a:pt x="692810" y="1680476"/>
                  </a:lnTo>
                  <a:lnTo>
                    <a:pt x="692483" y="1683985"/>
                  </a:lnTo>
                  <a:lnTo>
                    <a:pt x="692183" y="1687493"/>
                  </a:lnTo>
                  <a:lnTo>
                    <a:pt x="691913" y="1691001"/>
                  </a:lnTo>
                  <a:lnTo>
                    <a:pt x="691670" y="1694509"/>
                  </a:lnTo>
                  <a:lnTo>
                    <a:pt x="691452" y="1698018"/>
                  </a:lnTo>
                  <a:lnTo>
                    <a:pt x="691258" y="1701526"/>
                  </a:lnTo>
                  <a:lnTo>
                    <a:pt x="691086" y="1705034"/>
                  </a:lnTo>
                  <a:lnTo>
                    <a:pt x="690937" y="1708543"/>
                  </a:lnTo>
                  <a:lnTo>
                    <a:pt x="690810" y="1712051"/>
                  </a:lnTo>
                  <a:lnTo>
                    <a:pt x="690705" y="1715559"/>
                  </a:lnTo>
                  <a:lnTo>
                    <a:pt x="690617" y="1719068"/>
                  </a:lnTo>
                  <a:lnTo>
                    <a:pt x="690546" y="1722576"/>
                  </a:lnTo>
                  <a:lnTo>
                    <a:pt x="690490" y="1726084"/>
                  </a:lnTo>
                  <a:lnTo>
                    <a:pt x="690448" y="1729592"/>
                  </a:lnTo>
                  <a:lnTo>
                    <a:pt x="690418" y="1733101"/>
                  </a:lnTo>
                  <a:lnTo>
                    <a:pt x="690401" y="1736609"/>
                  </a:lnTo>
                  <a:lnTo>
                    <a:pt x="690394" y="1740117"/>
                  </a:lnTo>
                  <a:lnTo>
                    <a:pt x="690395" y="1743626"/>
                  </a:lnTo>
                  <a:lnTo>
                    <a:pt x="690402" y="1747134"/>
                  </a:lnTo>
                  <a:lnTo>
                    <a:pt x="690415" y="1750642"/>
                  </a:lnTo>
                  <a:lnTo>
                    <a:pt x="690433" y="1754151"/>
                  </a:lnTo>
                  <a:lnTo>
                    <a:pt x="690454" y="1757659"/>
                  </a:lnTo>
                  <a:lnTo>
                    <a:pt x="690477" y="1761167"/>
                  </a:lnTo>
                  <a:lnTo>
                    <a:pt x="690501" y="1764676"/>
                  </a:lnTo>
                  <a:lnTo>
                    <a:pt x="690524" y="1768184"/>
                  </a:lnTo>
                  <a:lnTo>
                    <a:pt x="690547" y="1771692"/>
                  </a:lnTo>
                  <a:lnTo>
                    <a:pt x="690567" y="1775200"/>
                  </a:lnTo>
                  <a:lnTo>
                    <a:pt x="690585" y="1778709"/>
                  </a:lnTo>
                  <a:lnTo>
                    <a:pt x="690599" y="1782217"/>
                  </a:lnTo>
                  <a:lnTo>
                    <a:pt x="690609" y="1785725"/>
                  </a:lnTo>
                  <a:lnTo>
                    <a:pt x="690615" y="1789234"/>
                  </a:lnTo>
                  <a:lnTo>
                    <a:pt x="690617" y="1792742"/>
                  </a:lnTo>
                  <a:close/>
                </a:path>
              </a:pathLst>
            </a:custGeom>
            <a:solidFill>
              <a:srgbClr val="4472C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56583" y="5161102"/>
              <a:ext cx="60583" cy="0"/>
            </a:xfrm>
            <a:custGeom>
              <a:avLst/>
              <a:pathLst>
                <a:path w="60583" h="0">
                  <a:moveTo>
                    <a:pt x="0" y="0"/>
                  </a:moveTo>
                  <a:lnTo>
                    <a:pt x="60583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686875" y="5161102"/>
              <a:ext cx="0" cy="1165579"/>
            </a:xfrm>
            <a:custGeom>
              <a:avLst/>
              <a:pathLst>
                <a:path w="0" h="1165579">
                  <a:moveTo>
                    <a:pt x="0" y="0"/>
                  </a:moveTo>
                  <a:lnTo>
                    <a:pt x="0" y="1165579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656583" y="6326682"/>
              <a:ext cx="60583" cy="0"/>
            </a:xfrm>
            <a:custGeom>
              <a:avLst/>
              <a:pathLst>
                <a:path w="60583" h="0">
                  <a:moveTo>
                    <a:pt x="0" y="0"/>
                  </a:moveTo>
                  <a:lnTo>
                    <a:pt x="60583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6565708" y="5597376"/>
              <a:ext cx="242332" cy="291855"/>
            </a:xfrm>
            <a:custGeom>
              <a:avLst/>
              <a:pathLst>
                <a:path w="242332" h="291855">
                  <a:moveTo>
                    <a:pt x="0" y="0"/>
                  </a:moveTo>
                  <a:lnTo>
                    <a:pt x="0" y="291855"/>
                  </a:lnTo>
                  <a:lnTo>
                    <a:pt x="242332" y="291855"/>
                  </a:lnTo>
                  <a:lnTo>
                    <a:pt x="242332" y="0"/>
                  </a:lnTo>
                  <a:close/>
                </a:path>
              </a:pathLst>
            </a:custGeom>
            <a:solidFill>
              <a:srgbClr val="F2975A">
                <a:alpha val="29803"/>
              </a:srgbClr>
            </a:solidFill>
            <a:ln w="13550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565708" y="5757501"/>
              <a:ext cx="242332" cy="0"/>
            </a:xfrm>
            <a:custGeom>
              <a:avLst/>
              <a:pathLst>
                <a:path w="242332" h="0">
                  <a:moveTo>
                    <a:pt x="0" y="0"/>
                  </a:moveTo>
                  <a:lnTo>
                    <a:pt x="242332" y="0"/>
                  </a:lnTo>
                </a:path>
              </a:pathLst>
            </a:custGeom>
            <a:ln w="27101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9079911" y="4586940"/>
              <a:ext cx="60583" cy="0"/>
            </a:xfrm>
            <a:custGeom>
              <a:avLst/>
              <a:pathLst>
                <a:path w="60583" h="0">
                  <a:moveTo>
                    <a:pt x="0" y="0"/>
                  </a:moveTo>
                  <a:lnTo>
                    <a:pt x="60583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110203" y="4586940"/>
              <a:ext cx="0" cy="1561849"/>
            </a:xfrm>
            <a:custGeom>
              <a:avLst/>
              <a:pathLst>
                <a:path w="0" h="1561849">
                  <a:moveTo>
                    <a:pt x="0" y="0"/>
                  </a:moveTo>
                  <a:lnTo>
                    <a:pt x="0" y="1561849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079911" y="6148790"/>
              <a:ext cx="60583" cy="0"/>
            </a:xfrm>
            <a:custGeom>
              <a:avLst/>
              <a:pathLst>
                <a:path w="60583" h="0">
                  <a:moveTo>
                    <a:pt x="0" y="0"/>
                  </a:moveTo>
                  <a:lnTo>
                    <a:pt x="60583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8989036" y="5197846"/>
              <a:ext cx="242332" cy="409486"/>
            </a:xfrm>
            <a:custGeom>
              <a:avLst/>
              <a:pathLst>
                <a:path w="242332" h="409486">
                  <a:moveTo>
                    <a:pt x="0" y="0"/>
                  </a:moveTo>
                  <a:lnTo>
                    <a:pt x="0" y="409486"/>
                  </a:lnTo>
                  <a:lnTo>
                    <a:pt x="242332" y="409486"/>
                  </a:lnTo>
                  <a:lnTo>
                    <a:pt x="242332" y="0"/>
                  </a:lnTo>
                  <a:close/>
                </a:path>
              </a:pathLst>
            </a:custGeom>
            <a:solidFill>
              <a:srgbClr val="4472C4">
                <a:alpha val="29803"/>
              </a:srgbClr>
            </a:solidFill>
            <a:ln w="13550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989036" y="5402066"/>
              <a:ext cx="242332" cy="0"/>
            </a:xfrm>
            <a:custGeom>
              <a:avLst/>
              <a:pathLst>
                <a:path w="242332" h="0">
                  <a:moveTo>
                    <a:pt x="0" y="0"/>
                  </a:moveTo>
                  <a:lnTo>
                    <a:pt x="242332" y="0"/>
                  </a:lnTo>
                </a:path>
              </a:pathLst>
            </a:custGeom>
            <a:ln w="27101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tx25"/>
            <p:cNvSpPr/>
            <p:nvPr/>
          </p:nvSpPr>
          <p:spPr>
            <a:xfrm>
              <a:off x="7184855" y="3428267"/>
              <a:ext cx="1427367" cy="2060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 &lt; 2.22e-16</a:t>
              </a:r>
            </a:p>
          </p:txBody>
        </p:sp>
        <p:sp>
          <p:nvSpPr>
            <p:cNvPr id="26" name="pl26"/>
            <p:cNvSpPr/>
            <p:nvPr/>
          </p:nvSpPr>
          <p:spPr>
            <a:xfrm>
              <a:off x="6686875" y="3680586"/>
              <a:ext cx="0" cy="60348"/>
            </a:xfrm>
            <a:custGeom>
              <a:avLst/>
              <a:pathLst>
                <a:path w="0" h="60348">
                  <a:moveTo>
                    <a:pt x="0" y="60348"/>
                  </a:moveTo>
                  <a:lnTo>
                    <a:pt x="0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686875" y="3680586"/>
              <a:ext cx="2423327" cy="0"/>
            </a:xfrm>
            <a:custGeom>
              <a:avLst/>
              <a:pathLst>
                <a:path w="2423327" h="0">
                  <a:moveTo>
                    <a:pt x="0" y="0"/>
                  </a:moveTo>
                  <a:lnTo>
                    <a:pt x="2423327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9110203" y="3680586"/>
              <a:ext cx="0" cy="60348"/>
            </a:xfrm>
            <a:custGeom>
              <a:avLst/>
              <a:pathLst>
                <a:path w="0" h="60348">
                  <a:moveTo>
                    <a:pt x="0" y="0"/>
                  </a:moveTo>
                  <a:lnTo>
                    <a:pt x="0" y="60348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232878" y="5652190"/>
              <a:ext cx="5331321" cy="0"/>
            </a:xfrm>
            <a:custGeom>
              <a:avLst/>
              <a:pathLst>
                <a:path w="5331321" h="0">
                  <a:moveTo>
                    <a:pt x="0" y="0"/>
                  </a:moveTo>
                  <a:lnTo>
                    <a:pt x="5331321" y="0"/>
                  </a:lnTo>
                  <a:lnTo>
                    <a:pt x="53313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5232878" y="3102921"/>
              <a:ext cx="5331321" cy="46307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232878" y="3102921"/>
              <a:ext cx="0" cy="4630782"/>
            </a:xfrm>
            <a:custGeom>
              <a:avLst/>
              <a:pathLst>
                <a:path w="0" h="4630782">
                  <a:moveTo>
                    <a:pt x="0" y="4630782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>
              <a:off x="4927320" y="7435839"/>
              <a:ext cx="225846" cy="174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-4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927320" y="6497722"/>
              <a:ext cx="225846" cy="1773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011904" y="5559730"/>
              <a:ext cx="141262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5011904" y="4626699"/>
              <a:ext cx="141262" cy="1773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5011904" y="3693792"/>
              <a:ext cx="141262" cy="174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37" name="pl37"/>
            <p:cNvSpPr/>
            <p:nvPr/>
          </p:nvSpPr>
          <p:spPr>
            <a:xfrm>
              <a:off x="5188594" y="7523213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88594" y="658770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88594" y="565219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88594" y="4716678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188594" y="3781166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232878" y="7733703"/>
              <a:ext cx="5331321" cy="0"/>
            </a:xfrm>
            <a:custGeom>
              <a:avLst/>
              <a:pathLst>
                <a:path w="5331321" h="0">
                  <a:moveTo>
                    <a:pt x="0" y="0"/>
                  </a:moveTo>
                  <a:lnTo>
                    <a:pt x="5331321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6686875" y="7733703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9110203" y="7733703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5656302" y="7810934"/>
              <a:ext cx="1214065" cy="1772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Non-UBP5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940937" y="7771246"/>
              <a:ext cx="776510" cy="2169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targets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8354900" y="7810934"/>
              <a:ext cx="663525" cy="1772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UBP5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9088995" y="7771246"/>
              <a:ext cx="776510" cy="2169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targets</a:t>
              </a:r>
            </a:p>
          </p:txBody>
        </p:sp>
        <p:sp>
          <p:nvSpPr>
            <p:cNvPr id="49" name="tx49"/>
            <p:cNvSpPr/>
            <p:nvPr/>
          </p:nvSpPr>
          <p:spPr>
            <a:xfrm rot="-5400000">
              <a:off x="4355115" y="7059933"/>
              <a:ext cx="476094" cy="2973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4669902" y="6811250"/>
              <a:ext cx="141262" cy="1773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4334341" y="6333589"/>
              <a:ext cx="581824" cy="2331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fold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3984518" y="5313729"/>
              <a:ext cx="1217290" cy="2973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change(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4214659" y="4326580"/>
              <a:ext cx="758403" cy="2959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i="1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ubp5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4241169" y="3594687"/>
              <a:ext cx="705383" cy="2959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/Col)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6702147" y="2491008"/>
              <a:ext cx="2392784" cy="2797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0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H2Aub levels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143000" y="777081"/>
            <a:ext cx="12801600" cy="9144000"/>
            <a:chOff x="1143000" y="777081"/>
            <a:chExt cx="12801600" cy="9144000"/>
          </a:xfrm>
        </p:grpSpPr>
        <p:sp>
          <p:nvSpPr>
            <p:cNvPr id="3" name="rc3"/>
            <p:cNvSpPr/>
            <p:nvPr/>
          </p:nvSpPr>
          <p:spPr>
            <a:xfrm>
              <a:off x="1143000" y="777081"/>
              <a:ext cx="12801600" cy="914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143000" y="777081"/>
              <a:ext cx="12801600" cy="914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032478" y="1731321"/>
              <a:ext cx="11732121" cy="737398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032478" y="8770122"/>
              <a:ext cx="11732121" cy="0"/>
            </a:xfrm>
            <a:custGeom>
              <a:avLst/>
              <a:pathLst>
                <a:path w="11732121" h="0">
                  <a:moveTo>
                    <a:pt x="0" y="0"/>
                  </a:moveTo>
                  <a:lnTo>
                    <a:pt x="11732121" y="0"/>
                  </a:lnTo>
                  <a:lnTo>
                    <a:pt x="11732121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032478" y="7280429"/>
              <a:ext cx="11732121" cy="0"/>
            </a:xfrm>
            <a:custGeom>
              <a:avLst/>
              <a:pathLst>
                <a:path w="11732121" h="0">
                  <a:moveTo>
                    <a:pt x="0" y="0"/>
                  </a:moveTo>
                  <a:lnTo>
                    <a:pt x="11732121" y="0"/>
                  </a:lnTo>
                  <a:lnTo>
                    <a:pt x="11732121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032478" y="5790735"/>
              <a:ext cx="11732121" cy="0"/>
            </a:xfrm>
            <a:custGeom>
              <a:avLst/>
              <a:pathLst>
                <a:path w="11732121" h="0">
                  <a:moveTo>
                    <a:pt x="0" y="0"/>
                  </a:moveTo>
                  <a:lnTo>
                    <a:pt x="11732121" y="0"/>
                  </a:lnTo>
                  <a:lnTo>
                    <a:pt x="11732121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32478" y="4301042"/>
              <a:ext cx="11732121" cy="0"/>
            </a:xfrm>
            <a:custGeom>
              <a:avLst/>
              <a:pathLst>
                <a:path w="11732121" h="0">
                  <a:moveTo>
                    <a:pt x="0" y="0"/>
                  </a:moveTo>
                  <a:lnTo>
                    <a:pt x="11732121" y="0"/>
                  </a:lnTo>
                  <a:lnTo>
                    <a:pt x="11732121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32478" y="2811348"/>
              <a:ext cx="11732121" cy="0"/>
            </a:xfrm>
            <a:custGeom>
              <a:avLst/>
              <a:pathLst>
                <a:path w="11732121" h="0">
                  <a:moveTo>
                    <a:pt x="0" y="0"/>
                  </a:moveTo>
                  <a:lnTo>
                    <a:pt x="11732121" y="0"/>
                  </a:lnTo>
                  <a:lnTo>
                    <a:pt x="11732121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232251" y="1731321"/>
              <a:ext cx="0" cy="7373982"/>
            </a:xfrm>
            <a:custGeom>
              <a:avLst/>
              <a:pathLst>
                <a:path w="0" h="7373982">
                  <a:moveTo>
                    <a:pt x="0" y="737398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898539" y="1731321"/>
              <a:ext cx="0" cy="7373982"/>
            </a:xfrm>
            <a:custGeom>
              <a:avLst/>
              <a:pathLst>
                <a:path w="0" h="7373982">
                  <a:moveTo>
                    <a:pt x="0" y="737398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1564827" y="1731321"/>
              <a:ext cx="0" cy="7373982"/>
            </a:xfrm>
            <a:custGeom>
              <a:avLst/>
              <a:pathLst>
                <a:path w="0" h="7373982">
                  <a:moveTo>
                    <a:pt x="0" y="737398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3126507" y="4431373"/>
              <a:ext cx="2211487" cy="1243510"/>
            </a:xfrm>
            <a:custGeom>
              <a:avLst/>
              <a:pathLst>
                <a:path w="2211487" h="1243510">
                  <a:moveTo>
                    <a:pt x="825314" y="1243510"/>
                  </a:moveTo>
                  <a:lnTo>
                    <a:pt x="806681" y="1241077"/>
                  </a:lnTo>
                  <a:lnTo>
                    <a:pt x="787492" y="1238643"/>
                  </a:lnTo>
                  <a:lnTo>
                    <a:pt x="767831" y="1236210"/>
                  </a:lnTo>
                  <a:lnTo>
                    <a:pt x="747727" y="1233776"/>
                  </a:lnTo>
                  <a:lnTo>
                    <a:pt x="727214" y="1231343"/>
                  </a:lnTo>
                  <a:lnTo>
                    <a:pt x="706240" y="1228909"/>
                  </a:lnTo>
                  <a:lnTo>
                    <a:pt x="684941" y="1226476"/>
                  </a:lnTo>
                  <a:lnTo>
                    <a:pt x="663379" y="1224042"/>
                  </a:lnTo>
                  <a:lnTo>
                    <a:pt x="641592" y="1221609"/>
                  </a:lnTo>
                  <a:lnTo>
                    <a:pt x="619621" y="1219175"/>
                  </a:lnTo>
                  <a:lnTo>
                    <a:pt x="597485" y="1216742"/>
                  </a:lnTo>
                  <a:lnTo>
                    <a:pt x="575282" y="1214308"/>
                  </a:lnTo>
                  <a:lnTo>
                    <a:pt x="553058" y="1211875"/>
                  </a:lnTo>
                  <a:lnTo>
                    <a:pt x="530852" y="1209441"/>
                  </a:lnTo>
                  <a:lnTo>
                    <a:pt x="508704" y="1207008"/>
                  </a:lnTo>
                  <a:lnTo>
                    <a:pt x="486712" y="1204574"/>
                  </a:lnTo>
                  <a:lnTo>
                    <a:pt x="464893" y="1202141"/>
                  </a:lnTo>
                  <a:lnTo>
                    <a:pt x="443283" y="1199707"/>
                  </a:lnTo>
                  <a:lnTo>
                    <a:pt x="421916" y="1197274"/>
                  </a:lnTo>
                  <a:lnTo>
                    <a:pt x="400835" y="1194840"/>
                  </a:lnTo>
                  <a:lnTo>
                    <a:pt x="380182" y="1192407"/>
                  </a:lnTo>
                  <a:lnTo>
                    <a:pt x="359896" y="1189973"/>
                  </a:lnTo>
                  <a:lnTo>
                    <a:pt x="340004" y="1187540"/>
                  </a:lnTo>
                  <a:lnTo>
                    <a:pt x="320530" y="1185106"/>
                  </a:lnTo>
                  <a:lnTo>
                    <a:pt x="301526" y="1182673"/>
                  </a:lnTo>
                  <a:lnTo>
                    <a:pt x="283131" y="1180239"/>
                  </a:lnTo>
                  <a:lnTo>
                    <a:pt x="265235" y="1177806"/>
                  </a:lnTo>
                  <a:lnTo>
                    <a:pt x="247853" y="1175372"/>
                  </a:lnTo>
                  <a:lnTo>
                    <a:pt x="230999" y="1172939"/>
                  </a:lnTo>
                  <a:lnTo>
                    <a:pt x="214736" y="1170506"/>
                  </a:lnTo>
                  <a:lnTo>
                    <a:pt x="199169" y="1168072"/>
                  </a:lnTo>
                  <a:lnTo>
                    <a:pt x="184167" y="1165639"/>
                  </a:lnTo>
                  <a:lnTo>
                    <a:pt x="169735" y="1163205"/>
                  </a:lnTo>
                  <a:lnTo>
                    <a:pt x="155878" y="1160772"/>
                  </a:lnTo>
                  <a:lnTo>
                    <a:pt x="142668" y="1158338"/>
                  </a:lnTo>
                  <a:lnTo>
                    <a:pt x="130165" y="1155905"/>
                  </a:lnTo>
                  <a:lnTo>
                    <a:pt x="118239" y="1153471"/>
                  </a:lnTo>
                  <a:lnTo>
                    <a:pt x="106889" y="1151038"/>
                  </a:lnTo>
                  <a:lnTo>
                    <a:pt x="96111" y="1148604"/>
                  </a:lnTo>
                  <a:lnTo>
                    <a:pt x="85991" y="1146171"/>
                  </a:lnTo>
                  <a:lnTo>
                    <a:pt x="76539" y="1143737"/>
                  </a:lnTo>
                  <a:lnTo>
                    <a:pt x="67643" y="1141304"/>
                  </a:lnTo>
                  <a:lnTo>
                    <a:pt x="59299" y="1138870"/>
                  </a:lnTo>
                  <a:lnTo>
                    <a:pt x="51499" y="1136437"/>
                  </a:lnTo>
                  <a:lnTo>
                    <a:pt x="44339" y="1134003"/>
                  </a:lnTo>
                  <a:lnTo>
                    <a:pt x="37790" y="1131570"/>
                  </a:lnTo>
                  <a:lnTo>
                    <a:pt x="31764" y="1129136"/>
                  </a:lnTo>
                  <a:lnTo>
                    <a:pt x="26253" y="1126703"/>
                  </a:lnTo>
                  <a:lnTo>
                    <a:pt x="21252" y="1124269"/>
                  </a:lnTo>
                  <a:lnTo>
                    <a:pt x="16862" y="1121836"/>
                  </a:lnTo>
                  <a:lnTo>
                    <a:pt x="13027" y="1119402"/>
                  </a:lnTo>
                  <a:lnTo>
                    <a:pt x="9677" y="1116969"/>
                  </a:lnTo>
                  <a:lnTo>
                    <a:pt x="6808" y="1114535"/>
                  </a:lnTo>
                  <a:lnTo>
                    <a:pt x="4413" y="1112102"/>
                  </a:lnTo>
                  <a:lnTo>
                    <a:pt x="2600" y="1109668"/>
                  </a:lnTo>
                  <a:lnTo>
                    <a:pt x="1286" y="1107235"/>
                  </a:lnTo>
                  <a:lnTo>
                    <a:pt x="421" y="1104801"/>
                  </a:lnTo>
                  <a:lnTo>
                    <a:pt x="0" y="1102368"/>
                  </a:lnTo>
                  <a:lnTo>
                    <a:pt x="13" y="1099934"/>
                  </a:lnTo>
                  <a:lnTo>
                    <a:pt x="572" y="1097501"/>
                  </a:lnTo>
                  <a:lnTo>
                    <a:pt x="1569" y="1095067"/>
                  </a:lnTo>
                  <a:lnTo>
                    <a:pt x="2970" y="1092634"/>
                  </a:lnTo>
                  <a:lnTo>
                    <a:pt x="4764" y="1090201"/>
                  </a:lnTo>
                  <a:lnTo>
                    <a:pt x="6943" y="1087767"/>
                  </a:lnTo>
                  <a:lnTo>
                    <a:pt x="9604" y="1085334"/>
                  </a:lnTo>
                  <a:lnTo>
                    <a:pt x="12626" y="1082900"/>
                  </a:lnTo>
                  <a:lnTo>
                    <a:pt x="15984" y="1080467"/>
                  </a:lnTo>
                  <a:lnTo>
                    <a:pt x="19663" y="1078033"/>
                  </a:lnTo>
                  <a:lnTo>
                    <a:pt x="23650" y="1075600"/>
                  </a:lnTo>
                  <a:lnTo>
                    <a:pt x="28016" y="1073166"/>
                  </a:lnTo>
                  <a:lnTo>
                    <a:pt x="32639" y="1070733"/>
                  </a:lnTo>
                  <a:lnTo>
                    <a:pt x="37501" y="1068299"/>
                  </a:lnTo>
                  <a:lnTo>
                    <a:pt x="42581" y="1065866"/>
                  </a:lnTo>
                  <a:lnTo>
                    <a:pt x="47867" y="1063432"/>
                  </a:lnTo>
                  <a:lnTo>
                    <a:pt x="53373" y="1060999"/>
                  </a:lnTo>
                  <a:lnTo>
                    <a:pt x="59016" y="1058565"/>
                  </a:lnTo>
                  <a:lnTo>
                    <a:pt x="64773" y="1056132"/>
                  </a:lnTo>
                  <a:lnTo>
                    <a:pt x="70624" y="1053698"/>
                  </a:lnTo>
                  <a:lnTo>
                    <a:pt x="76548" y="1051265"/>
                  </a:lnTo>
                  <a:lnTo>
                    <a:pt x="82518" y="1048831"/>
                  </a:lnTo>
                  <a:lnTo>
                    <a:pt x="88494" y="1046398"/>
                  </a:lnTo>
                  <a:lnTo>
                    <a:pt x="94455" y="1043964"/>
                  </a:lnTo>
                  <a:lnTo>
                    <a:pt x="100381" y="1041531"/>
                  </a:lnTo>
                  <a:lnTo>
                    <a:pt x="106246" y="1039097"/>
                  </a:lnTo>
                  <a:lnTo>
                    <a:pt x="112006" y="1036664"/>
                  </a:lnTo>
                  <a:lnTo>
                    <a:pt x="117661" y="1034230"/>
                  </a:lnTo>
                  <a:lnTo>
                    <a:pt x="123198" y="1031797"/>
                  </a:lnTo>
                  <a:lnTo>
                    <a:pt x="128603" y="1029363"/>
                  </a:lnTo>
                  <a:lnTo>
                    <a:pt x="133846" y="1026930"/>
                  </a:lnTo>
                  <a:lnTo>
                    <a:pt x="138898" y="1024496"/>
                  </a:lnTo>
                  <a:lnTo>
                    <a:pt x="143786" y="1022063"/>
                  </a:lnTo>
                  <a:lnTo>
                    <a:pt x="148509" y="1019629"/>
                  </a:lnTo>
                  <a:lnTo>
                    <a:pt x="153064" y="1017196"/>
                  </a:lnTo>
                  <a:lnTo>
                    <a:pt x="157425" y="1014763"/>
                  </a:lnTo>
                  <a:lnTo>
                    <a:pt x="161597" y="1012329"/>
                  </a:lnTo>
                  <a:lnTo>
                    <a:pt x="165616" y="1009896"/>
                  </a:lnTo>
                  <a:lnTo>
                    <a:pt x="169492" y="1007462"/>
                  </a:lnTo>
                  <a:lnTo>
                    <a:pt x="173234" y="1005029"/>
                  </a:lnTo>
                  <a:lnTo>
                    <a:pt x="176835" y="1002595"/>
                  </a:lnTo>
                  <a:lnTo>
                    <a:pt x="180324" y="1000162"/>
                  </a:lnTo>
                  <a:lnTo>
                    <a:pt x="183735" y="997728"/>
                  </a:lnTo>
                  <a:lnTo>
                    <a:pt x="187085" y="995295"/>
                  </a:lnTo>
                  <a:lnTo>
                    <a:pt x="190389" y="992861"/>
                  </a:lnTo>
                  <a:lnTo>
                    <a:pt x="193669" y="990428"/>
                  </a:lnTo>
                  <a:lnTo>
                    <a:pt x="196956" y="987994"/>
                  </a:lnTo>
                  <a:lnTo>
                    <a:pt x="200273" y="985561"/>
                  </a:lnTo>
                  <a:lnTo>
                    <a:pt x="203638" y="983127"/>
                  </a:lnTo>
                  <a:lnTo>
                    <a:pt x="207068" y="980694"/>
                  </a:lnTo>
                  <a:lnTo>
                    <a:pt x="210610" y="978260"/>
                  </a:lnTo>
                  <a:lnTo>
                    <a:pt x="214279" y="975827"/>
                  </a:lnTo>
                  <a:lnTo>
                    <a:pt x="218079" y="973393"/>
                  </a:lnTo>
                  <a:lnTo>
                    <a:pt x="222026" y="970960"/>
                  </a:lnTo>
                  <a:lnTo>
                    <a:pt x="226133" y="968526"/>
                  </a:lnTo>
                  <a:lnTo>
                    <a:pt x="230467" y="966093"/>
                  </a:lnTo>
                  <a:lnTo>
                    <a:pt x="235004" y="963659"/>
                  </a:lnTo>
                  <a:lnTo>
                    <a:pt x="239741" y="961226"/>
                  </a:lnTo>
                  <a:lnTo>
                    <a:pt x="244684" y="958792"/>
                  </a:lnTo>
                  <a:lnTo>
                    <a:pt x="249839" y="956359"/>
                  </a:lnTo>
                  <a:lnTo>
                    <a:pt x="255280" y="953925"/>
                  </a:lnTo>
                  <a:lnTo>
                    <a:pt x="260943" y="951492"/>
                  </a:lnTo>
                  <a:lnTo>
                    <a:pt x="266823" y="949058"/>
                  </a:lnTo>
                  <a:lnTo>
                    <a:pt x="272917" y="946625"/>
                  </a:lnTo>
                  <a:lnTo>
                    <a:pt x="279222" y="944191"/>
                  </a:lnTo>
                  <a:lnTo>
                    <a:pt x="285796" y="941758"/>
                  </a:lnTo>
                  <a:lnTo>
                    <a:pt x="292560" y="939324"/>
                  </a:lnTo>
                  <a:lnTo>
                    <a:pt x="299505" y="936891"/>
                  </a:lnTo>
                  <a:lnTo>
                    <a:pt x="306620" y="934458"/>
                  </a:lnTo>
                  <a:lnTo>
                    <a:pt x="313899" y="932024"/>
                  </a:lnTo>
                  <a:lnTo>
                    <a:pt x="321360" y="929591"/>
                  </a:lnTo>
                  <a:lnTo>
                    <a:pt x="328940" y="927157"/>
                  </a:lnTo>
                  <a:lnTo>
                    <a:pt x="336625" y="924724"/>
                  </a:lnTo>
                  <a:lnTo>
                    <a:pt x="344400" y="922290"/>
                  </a:lnTo>
                  <a:lnTo>
                    <a:pt x="352251" y="919857"/>
                  </a:lnTo>
                  <a:lnTo>
                    <a:pt x="360165" y="917423"/>
                  </a:lnTo>
                  <a:lnTo>
                    <a:pt x="368104" y="914990"/>
                  </a:lnTo>
                  <a:lnTo>
                    <a:pt x="376053" y="912556"/>
                  </a:lnTo>
                  <a:lnTo>
                    <a:pt x="383996" y="910123"/>
                  </a:lnTo>
                  <a:lnTo>
                    <a:pt x="391912" y="907689"/>
                  </a:lnTo>
                  <a:lnTo>
                    <a:pt x="399771" y="905256"/>
                  </a:lnTo>
                  <a:lnTo>
                    <a:pt x="407563" y="902822"/>
                  </a:lnTo>
                  <a:lnTo>
                    <a:pt x="415276" y="900389"/>
                  </a:lnTo>
                  <a:lnTo>
                    <a:pt x="422897" y="897955"/>
                  </a:lnTo>
                  <a:lnTo>
                    <a:pt x="430398" y="895522"/>
                  </a:lnTo>
                  <a:lnTo>
                    <a:pt x="437751" y="893088"/>
                  </a:lnTo>
                  <a:lnTo>
                    <a:pt x="444971" y="890655"/>
                  </a:lnTo>
                  <a:lnTo>
                    <a:pt x="452049" y="888221"/>
                  </a:lnTo>
                  <a:lnTo>
                    <a:pt x="458979" y="885788"/>
                  </a:lnTo>
                  <a:lnTo>
                    <a:pt x="465729" y="883354"/>
                  </a:lnTo>
                  <a:lnTo>
                    <a:pt x="472287" y="880921"/>
                  </a:lnTo>
                  <a:lnTo>
                    <a:pt x="478681" y="878487"/>
                  </a:lnTo>
                  <a:lnTo>
                    <a:pt x="484909" y="876054"/>
                  </a:lnTo>
                  <a:lnTo>
                    <a:pt x="490969" y="873620"/>
                  </a:lnTo>
                  <a:lnTo>
                    <a:pt x="496830" y="871187"/>
                  </a:lnTo>
                  <a:lnTo>
                    <a:pt x="502502" y="868753"/>
                  </a:lnTo>
                  <a:lnTo>
                    <a:pt x="508014" y="866320"/>
                  </a:lnTo>
                  <a:lnTo>
                    <a:pt x="513368" y="863886"/>
                  </a:lnTo>
                  <a:lnTo>
                    <a:pt x="518568" y="861453"/>
                  </a:lnTo>
                  <a:lnTo>
                    <a:pt x="523586" y="859020"/>
                  </a:lnTo>
                  <a:lnTo>
                    <a:pt x="528448" y="856586"/>
                  </a:lnTo>
                  <a:lnTo>
                    <a:pt x="533177" y="854153"/>
                  </a:lnTo>
                  <a:lnTo>
                    <a:pt x="537777" y="851719"/>
                  </a:lnTo>
                  <a:lnTo>
                    <a:pt x="542255" y="849286"/>
                  </a:lnTo>
                  <a:lnTo>
                    <a:pt x="546590" y="846852"/>
                  </a:lnTo>
                  <a:lnTo>
                    <a:pt x="550812" y="844419"/>
                  </a:lnTo>
                  <a:lnTo>
                    <a:pt x="554936" y="841985"/>
                  </a:lnTo>
                  <a:lnTo>
                    <a:pt x="558969" y="839552"/>
                  </a:lnTo>
                  <a:lnTo>
                    <a:pt x="562916" y="837118"/>
                  </a:lnTo>
                  <a:lnTo>
                    <a:pt x="566763" y="834685"/>
                  </a:lnTo>
                  <a:lnTo>
                    <a:pt x="570539" y="832251"/>
                  </a:lnTo>
                  <a:lnTo>
                    <a:pt x="574251" y="829818"/>
                  </a:lnTo>
                  <a:lnTo>
                    <a:pt x="577907" y="827384"/>
                  </a:lnTo>
                  <a:lnTo>
                    <a:pt x="581510" y="824951"/>
                  </a:lnTo>
                  <a:lnTo>
                    <a:pt x="585054" y="822517"/>
                  </a:lnTo>
                  <a:lnTo>
                    <a:pt x="588561" y="820084"/>
                  </a:lnTo>
                  <a:lnTo>
                    <a:pt x="592035" y="817650"/>
                  </a:lnTo>
                  <a:lnTo>
                    <a:pt x="595481" y="815217"/>
                  </a:lnTo>
                  <a:lnTo>
                    <a:pt x="598903" y="812783"/>
                  </a:lnTo>
                  <a:lnTo>
                    <a:pt x="602304" y="810350"/>
                  </a:lnTo>
                  <a:lnTo>
                    <a:pt x="605694" y="807916"/>
                  </a:lnTo>
                  <a:lnTo>
                    <a:pt x="609079" y="805483"/>
                  </a:lnTo>
                  <a:lnTo>
                    <a:pt x="612461" y="803049"/>
                  </a:lnTo>
                  <a:lnTo>
                    <a:pt x="615846" y="800616"/>
                  </a:lnTo>
                  <a:lnTo>
                    <a:pt x="619241" y="798182"/>
                  </a:lnTo>
                  <a:lnTo>
                    <a:pt x="622651" y="795749"/>
                  </a:lnTo>
                  <a:lnTo>
                    <a:pt x="626077" y="793315"/>
                  </a:lnTo>
                  <a:lnTo>
                    <a:pt x="629525" y="790882"/>
                  </a:lnTo>
                  <a:lnTo>
                    <a:pt x="632998" y="788448"/>
                  </a:lnTo>
                  <a:lnTo>
                    <a:pt x="636509" y="786015"/>
                  </a:lnTo>
                  <a:lnTo>
                    <a:pt x="640053" y="783581"/>
                  </a:lnTo>
                  <a:lnTo>
                    <a:pt x="643632" y="781148"/>
                  </a:lnTo>
                  <a:lnTo>
                    <a:pt x="647250" y="778715"/>
                  </a:lnTo>
                  <a:lnTo>
                    <a:pt x="650911" y="776281"/>
                  </a:lnTo>
                  <a:lnTo>
                    <a:pt x="654625" y="773848"/>
                  </a:lnTo>
                  <a:lnTo>
                    <a:pt x="658382" y="771414"/>
                  </a:lnTo>
                  <a:lnTo>
                    <a:pt x="662183" y="768981"/>
                  </a:lnTo>
                  <a:lnTo>
                    <a:pt x="666028" y="766547"/>
                  </a:lnTo>
                  <a:lnTo>
                    <a:pt x="669922" y="764114"/>
                  </a:lnTo>
                  <a:lnTo>
                    <a:pt x="673867" y="761680"/>
                  </a:lnTo>
                  <a:lnTo>
                    <a:pt x="677851" y="759247"/>
                  </a:lnTo>
                  <a:lnTo>
                    <a:pt x="681871" y="756813"/>
                  </a:lnTo>
                  <a:lnTo>
                    <a:pt x="685926" y="754380"/>
                  </a:lnTo>
                  <a:lnTo>
                    <a:pt x="690015" y="751946"/>
                  </a:lnTo>
                  <a:lnTo>
                    <a:pt x="694132" y="749513"/>
                  </a:lnTo>
                  <a:lnTo>
                    <a:pt x="698266" y="747079"/>
                  </a:lnTo>
                  <a:lnTo>
                    <a:pt x="702412" y="744646"/>
                  </a:lnTo>
                  <a:lnTo>
                    <a:pt x="706564" y="742212"/>
                  </a:lnTo>
                  <a:lnTo>
                    <a:pt x="710714" y="739779"/>
                  </a:lnTo>
                  <a:lnTo>
                    <a:pt x="714852" y="737345"/>
                  </a:lnTo>
                  <a:lnTo>
                    <a:pt x="718969" y="734912"/>
                  </a:lnTo>
                  <a:lnTo>
                    <a:pt x="723059" y="732478"/>
                  </a:lnTo>
                  <a:lnTo>
                    <a:pt x="727114" y="730045"/>
                  </a:lnTo>
                  <a:lnTo>
                    <a:pt x="731115" y="727611"/>
                  </a:lnTo>
                  <a:lnTo>
                    <a:pt x="735053" y="725178"/>
                  </a:lnTo>
                  <a:lnTo>
                    <a:pt x="738926" y="722744"/>
                  </a:lnTo>
                  <a:lnTo>
                    <a:pt x="742727" y="720311"/>
                  </a:lnTo>
                  <a:lnTo>
                    <a:pt x="746448" y="717877"/>
                  </a:lnTo>
                  <a:lnTo>
                    <a:pt x="750057" y="715444"/>
                  </a:lnTo>
                  <a:lnTo>
                    <a:pt x="753559" y="713010"/>
                  </a:lnTo>
                  <a:lnTo>
                    <a:pt x="756956" y="710577"/>
                  </a:lnTo>
                  <a:lnTo>
                    <a:pt x="760241" y="708143"/>
                  </a:lnTo>
                  <a:lnTo>
                    <a:pt x="763411" y="705710"/>
                  </a:lnTo>
                  <a:lnTo>
                    <a:pt x="766422" y="703277"/>
                  </a:lnTo>
                  <a:lnTo>
                    <a:pt x="769300" y="700843"/>
                  </a:lnTo>
                  <a:lnTo>
                    <a:pt x="772047" y="698410"/>
                  </a:lnTo>
                  <a:lnTo>
                    <a:pt x="774662" y="695976"/>
                  </a:lnTo>
                  <a:lnTo>
                    <a:pt x="777145" y="693543"/>
                  </a:lnTo>
                  <a:lnTo>
                    <a:pt x="779449" y="691109"/>
                  </a:lnTo>
                  <a:lnTo>
                    <a:pt x="781619" y="688676"/>
                  </a:lnTo>
                  <a:lnTo>
                    <a:pt x="783659" y="686242"/>
                  </a:lnTo>
                  <a:lnTo>
                    <a:pt x="785570" y="683809"/>
                  </a:lnTo>
                  <a:lnTo>
                    <a:pt x="787355" y="681375"/>
                  </a:lnTo>
                  <a:lnTo>
                    <a:pt x="788982" y="678942"/>
                  </a:lnTo>
                  <a:lnTo>
                    <a:pt x="790498" y="676508"/>
                  </a:lnTo>
                  <a:lnTo>
                    <a:pt x="791910" y="674075"/>
                  </a:lnTo>
                  <a:lnTo>
                    <a:pt x="793224" y="671641"/>
                  </a:lnTo>
                  <a:lnTo>
                    <a:pt x="794443" y="669208"/>
                  </a:lnTo>
                  <a:lnTo>
                    <a:pt x="795560" y="666774"/>
                  </a:lnTo>
                  <a:lnTo>
                    <a:pt x="796610" y="664341"/>
                  </a:lnTo>
                  <a:lnTo>
                    <a:pt x="797603" y="661907"/>
                  </a:lnTo>
                  <a:lnTo>
                    <a:pt x="798548" y="659474"/>
                  </a:lnTo>
                  <a:lnTo>
                    <a:pt x="799452" y="657040"/>
                  </a:lnTo>
                  <a:lnTo>
                    <a:pt x="800326" y="654607"/>
                  </a:lnTo>
                  <a:lnTo>
                    <a:pt x="801191" y="652173"/>
                  </a:lnTo>
                  <a:lnTo>
                    <a:pt x="802056" y="649740"/>
                  </a:lnTo>
                  <a:lnTo>
                    <a:pt x="802930" y="647306"/>
                  </a:lnTo>
                  <a:lnTo>
                    <a:pt x="803827" y="644873"/>
                  </a:lnTo>
                  <a:lnTo>
                    <a:pt x="804766" y="642439"/>
                  </a:lnTo>
                  <a:lnTo>
                    <a:pt x="805751" y="640006"/>
                  </a:lnTo>
                  <a:lnTo>
                    <a:pt x="806791" y="637572"/>
                  </a:lnTo>
                  <a:lnTo>
                    <a:pt x="807892" y="635139"/>
                  </a:lnTo>
                  <a:lnTo>
                    <a:pt x="809074" y="632705"/>
                  </a:lnTo>
                  <a:lnTo>
                    <a:pt x="810352" y="630272"/>
                  </a:lnTo>
                  <a:lnTo>
                    <a:pt x="811718" y="627838"/>
                  </a:lnTo>
                  <a:lnTo>
                    <a:pt x="813177" y="625405"/>
                  </a:lnTo>
                  <a:lnTo>
                    <a:pt x="814732" y="622972"/>
                  </a:lnTo>
                  <a:lnTo>
                    <a:pt x="816405" y="620538"/>
                  </a:lnTo>
                  <a:lnTo>
                    <a:pt x="818202" y="618105"/>
                  </a:lnTo>
                  <a:lnTo>
                    <a:pt x="820106" y="615671"/>
                  </a:lnTo>
                  <a:lnTo>
                    <a:pt x="822117" y="613238"/>
                  </a:lnTo>
                  <a:lnTo>
                    <a:pt x="824237" y="610804"/>
                  </a:lnTo>
                  <a:lnTo>
                    <a:pt x="826486" y="608371"/>
                  </a:lnTo>
                  <a:lnTo>
                    <a:pt x="828855" y="605937"/>
                  </a:lnTo>
                  <a:lnTo>
                    <a:pt x="831327" y="603504"/>
                  </a:lnTo>
                  <a:lnTo>
                    <a:pt x="833900" y="601070"/>
                  </a:lnTo>
                  <a:lnTo>
                    <a:pt x="836569" y="598637"/>
                  </a:lnTo>
                  <a:lnTo>
                    <a:pt x="839353" y="596203"/>
                  </a:lnTo>
                  <a:lnTo>
                    <a:pt x="842232" y="593770"/>
                  </a:lnTo>
                  <a:lnTo>
                    <a:pt x="845192" y="591336"/>
                  </a:lnTo>
                  <a:lnTo>
                    <a:pt x="848227" y="588903"/>
                  </a:lnTo>
                  <a:lnTo>
                    <a:pt x="851334" y="586469"/>
                  </a:lnTo>
                  <a:lnTo>
                    <a:pt x="854522" y="584036"/>
                  </a:lnTo>
                  <a:lnTo>
                    <a:pt x="857771" y="581602"/>
                  </a:lnTo>
                  <a:lnTo>
                    <a:pt x="861069" y="579169"/>
                  </a:lnTo>
                  <a:lnTo>
                    <a:pt x="864413" y="576735"/>
                  </a:lnTo>
                  <a:lnTo>
                    <a:pt x="867796" y="574302"/>
                  </a:lnTo>
                  <a:lnTo>
                    <a:pt x="871221" y="571868"/>
                  </a:lnTo>
                  <a:lnTo>
                    <a:pt x="874672" y="569435"/>
                  </a:lnTo>
                  <a:lnTo>
                    <a:pt x="878143" y="567001"/>
                  </a:lnTo>
                  <a:lnTo>
                    <a:pt x="881629" y="564568"/>
                  </a:lnTo>
                  <a:lnTo>
                    <a:pt x="885126" y="562134"/>
                  </a:lnTo>
                  <a:lnTo>
                    <a:pt x="888629" y="559701"/>
                  </a:lnTo>
                  <a:lnTo>
                    <a:pt x="892130" y="557267"/>
                  </a:lnTo>
                  <a:lnTo>
                    <a:pt x="895624" y="554834"/>
                  </a:lnTo>
                  <a:lnTo>
                    <a:pt x="899110" y="552400"/>
                  </a:lnTo>
                  <a:lnTo>
                    <a:pt x="902582" y="549967"/>
                  </a:lnTo>
                  <a:lnTo>
                    <a:pt x="906029" y="547533"/>
                  </a:lnTo>
                  <a:lnTo>
                    <a:pt x="909454" y="545100"/>
                  </a:lnTo>
                  <a:lnTo>
                    <a:pt x="912851" y="542667"/>
                  </a:lnTo>
                  <a:lnTo>
                    <a:pt x="916220" y="540233"/>
                  </a:lnTo>
                  <a:lnTo>
                    <a:pt x="919553" y="537800"/>
                  </a:lnTo>
                  <a:lnTo>
                    <a:pt x="922839" y="535366"/>
                  </a:lnTo>
                  <a:lnTo>
                    <a:pt x="926083" y="532933"/>
                  </a:lnTo>
                  <a:lnTo>
                    <a:pt x="929283" y="530499"/>
                  </a:lnTo>
                  <a:lnTo>
                    <a:pt x="932436" y="528066"/>
                  </a:lnTo>
                  <a:lnTo>
                    <a:pt x="935536" y="525632"/>
                  </a:lnTo>
                  <a:lnTo>
                    <a:pt x="938568" y="523199"/>
                  </a:lnTo>
                  <a:lnTo>
                    <a:pt x="941543" y="520765"/>
                  </a:lnTo>
                  <a:lnTo>
                    <a:pt x="944459" y="518332"/>
                  </a:lnTo>
                  <a:lnTo>
                    <a:pt x="947314" y="515898"/>
                  </a:lnTo>
                  <a:lnTo>
                    <a:pt x="950098" y="513465"/>
                  </a:lnTo>
                  <a:lnTo>
                    <a:pt x="952800" y="511031"/>
                  </a:lnTo>
                  <a:lnTo>
                    <a:pt x="955434" y="508598"/>
                  </a:lnTo>
                  <a:lnTo>
                    <a:pt x="957998" y="506164"/>
                  </a:lnTo>
                  <a:lnTo>
                    <a:pt x="960490" y="503731"/>
                  </a:lnTo>
                  <a:lnTo>
                    <a:pt x="962900" y="501297"/>
                  </a:lnTo>
                  <a:lnTo>
                    <a:pt x="965222" y="498864"/>
                  </a:lnTo>
                  <a:lnTo>
                    <a:pt x="967469" y="496430"/>
                  </a:lnTo>
                  <a:lnTo>
                    <a:pt x="969642" y="493997"/>
                  </a:lnTo>
                  <a:lnTo>
                    <a:pt x="971740" y="491563"/>
                  </a:lnTo>
                  <a:lnTo>
                    <a:pt x="973750" y="489130"/>
                  </a:lnTo>
                  <a:lnTo>
                    <a:pt x="975673" y="486696"/>
                  </a:lnTo>
                  <a:lnTo>
                    <a:pt x="977522" y="484263"/>
                  </a:lnTo>
                  <a:lnTo>
                    <a:pt x="979298" y="481829"/>
                  </a:lnTo>
                  <a:lnTo>
                    <a:pt x="981000" y="479396"/>
                  </a:lnTo>
                  <a:lnTo>
                    <a:pt x="982616" y="476962"/>
                  </a:lnTo>
                  <a:lnTo>
                    <a:pt x="984153" y="474529"/>
                  </a:lnTo>
                  <a:lnTo>
                    <a:pt x="985620" y="472095"/>
                  </a:lnTo>
                  <a:lnTo>
                    <a:pt x="987019" y="469662"/>
                  </a:lnTo>
                  <a:lnTo>
                    <a:pt x="988351" y="467229"/>
                  </a:lnTo>
                  <a:lnTo>
                    <a:pt x="989603" y="464795"/>
                  </a:lnTo>
                  <a:lnTo>
                    <a:pt x="990786" y="462362"/>
                  </a:lnTo>
                  <a:lnTo>
                    <a:pt x="991907" y="459928"/>
                  </a:lnTo>
                  <a:lnTo>
                    <a:pt x="992969" y="457495"/>
                  </a:lnTo>
                  <a:lnTo>
                    <a:pt x="993974" y="455061"/>
                  </a:lnTo>
                  <a:lnTo>
                    <a:pt x="994908" y="452628"/>
                  </a:lnTo>
                  <a:lnTo>
                    <a:pt x="995788" y="450194"/>
                  </a:lnTo>
                  <a:lnTo>
                    <a:pt x="996617" y="447761"/>
                  </a:lnTo>
                  <a:lnTo>
                    <a:pt x="997401" y="445327"/>
                  </a:lnTo>
                  <a:lnTo>
                    <a:pt x="998139" y="442894"/>
                  </a:lnTo>
                  <a:lnTo>
                    <a:pt x="998826" y="440460"/>
                  </a:lnTo>
                  <a:lnTo>
                    <a:pt x="999475" y="438027"/>
                  </a:lnTo>
                  <a:lnTo>
                    <a:pt x="1000092" y="435593"/>
                  </a:lnTo>
                  <a:lnTo>
                    <a:pt x="1000681" y="433160"/>
                  </a:lnTo>
                  <a:lnTo>
                    <a:pt x="1001244" y="430726"/>
                  </a:lnTo>
                  <a:lnTo>
                    <a:pt x="1001781" y="428293"/>
                  </a:lnTo>
                  <a:lnTo>
                    <a:pt x="1002304" y="425859"/>
                  </a:lnTo>
                  <a:lnTo>
                    <a:pt x="1002818" y="423426"/>
                  </a:lnTo>
                  <a:lnTo>
                    <a:pt x="1003326" y="420992"/>
                  </a:lnTo>
                  <a:lnTo>
                    <a:pt x="1003832" y="418559"/>
                  </a:lnTo>
                  <a:lnTo>
                    <a:pt x="1004346" y="416125"/>
                  </a:lnTo>
                  <a:lnTo>
                    <a:pt x="1004870" y="413692"/>
                  </a:lnTo>
                  <a:lnTo>
                    <a:pt x="1005408" y="411258"/>
                  </a:lnTo>
                  <a:lnTo>
                    <a:pt x="1005966" y="408825"/>
                  </a:lnTo>
                  <a:lnTo>
                    <a:pt x="1006546" y="406391"/>
                  </a:lnTo>
                  <a:lnTo>
                    <a:pt x="1007162" y="403958"/>
                  </a:lnTo>
                  <a:lnTo>
                    <a:pt x="1007808" y="401524"/>
                  </a:lnTo>
                  <a:lnTo>
                    <a:pt x="1008489" y="399091"/>
                  </a:lnTo>
                  <a:lnTo>
                    <a:pt x="1009204" y="396657"/>
                  </a:lnTo>
                  <a:lnTo>
                    <a:pt x="1009961" y="394224"/>
                  </a:lnTo>
                  <a:lnTo>
                    <a:pt x="1010766" y="391790"/>
                  </a:lnTo>
                  <a:lnTo>
                    <a:pt x="1011612" y="389357"/>
                  </a:lnTo>
                  <a:lnTo>
                    <a:pt x="1012497" y="386924"/>
                  </a:lnTo>
                  <a:lnTo>
                    <a:pt x="1013421" y="384490"/>
                  </a:lnTo>
                  <a:lnTo>
                    <a:pt x="1014388" y="382057"/>
                  </a:lnTo>
                  <a:lnTo>
                    <a:pt x="1015399" y="379623"/>
                  </a:lnTo>
                  <a:lnTo>
                    <a:pt x="1016443" y="377190"/>
                  </a:lnTo>
                  <a:lnTo>
                    <a:pt x="1017518" y="374756"/>
                  </a:lnTo>
                  <a:lnTo>
                    <a:pt x="1018621" y="372323"/>
                  </a:lnTo>
                  <a:lnTo>
                    <a:pt x="1019752" y="369889"/>
                  </a:lnTo>
                  <a:lnTo>
                    <a:pt x="1020906" y="367456"/>
                  </a:lnTo>
                  <a:lnTo>
                    <a:pt x="1022075" y="365022"/>
                  </a:lnTo>
                  <a:lnTo>
                    <a:pt x="1023255" y="362589"/>
                  </a:lnTo>
                  <a:lnTo>
                    <a:pt x="1024443" y="360155"/>
                  </a:lnTo>
                  <a:lnTo>
                    <a:pt x="1025634" y="357722"/>
                  </a:lnTo>
                  <a:lnTo>
                    <a:pt x="1026823" y="355288"/>
                  </a:lnTo>
                  <a:lnTo>
                    <a:pt x="1028004" y="352855"/>
                  </a:lnTo>
                  <a:lnTo>
                    <a:pt x="1029176" y="350421"/>
                  </a:lnTo>
                  <a:lnTo>
                    <a:pt x="1030335" y="347988"/>
                  </a:lnTo>
                  <a:lnTo>
                    <a:pt x="1031475" y="345554"/>
                  </a:lnTo>
                  <a:lnTo>
                    <a:pt x="1032593" y="343121"/>
                  </a:lnTo>
                  <a:lnTo>
                    <a:pt x="1033689" y="340687"/>
                  </a:lnTo>
                  <a:lnTo>
                    <a:pt x="1034763" y="338254"/>
                  </a:lnTo>
                  <a:lnTo>
                    <a:pt x="1035814" y="335820"/>
                  </a:lnTo>
                  <a:lnTo>
                    <a:pt x="1036834" y="333387"/>
                  </a:lnTo>
                  <a:lnTo>
                    <a:pt x="1037827" y="330953"/>
                  </a:lnTo>
                  <a:lnTo>
                    <a:pt x="1038796" y="328520"/>
                  </a:lnTo>
                  <a:lnTo>
                    <a:pt x="1039742" y="326086"/>
                  </a:lnTo>
                  <a:lnTo>
                    <a:pt x="1040665" y="323653"/>
                  </a:lnTo>
                  <a:lnTo>
                    <a:pt x="1041563" y="321219"/>
                  </a:lnTo>
                  <a:lnTo>
                    <a:pt x="1042442" y="318786"/>
                  </a:lnTo>
                  <a:lnTo>
                    <a:pt x="1043305" y="316352"/>
                  </a:lnTo>
                  <a:lnTo>
                    <a:pt x="1044155" y="313919"/>
                  </a:lnTo>
                  <a:lnTo>
                    <a:pt x="1044993" y="311486"/>
                  </a:lnTo>
                  <a:lnTo>
                    <a:pt x="1045821" y="309052"/>
                  </a:lnTo>
                  <a:lnTo>
                    <a:pt x="1046644" y="306619"/>
                  </a:lnTo>
                  <a:lnTo>
                    <a:pt x="1047464" y="304185"/>
                  </a:lnTo>
                  <a:lnTo>
                    <a:pt x="1048285" y="301752"/>
                  </a:lnTo>
                  <a:lnTo>
                    <a:pt x="1049107" y="299318"/>
                  </a:lnTo>
                  <a:lnTo>
                    <a:pt x="1049937" y="296885"/>
                  </a:lnTo>
                  <a:lnTo>
                    <a:pt x="1050774" y="294451"/>
                  </a:lnTo>
                  <a:lnTo>
                    <a:pt x="1051622" y="292018"/>
                  </a:lnTo>
                  <a:lnTo>
                    <a:pt x="1052480" y="289584"/>
                  </a:lnTo>
                  <a:lnTo>
                    <a:pt x="1053351" y="287151"/>
                  </a:lnTo>
                  <a:lnTo>
                    <a:pt x="1054241" y="284717"/>
                  </a:lnTo>
                  <a:lnTo>
                    <a:pt x="1055146" y="282284"/>
                  </a:lnTo>
                  <a:lnTo>
                    <a:pt x="1056066" y="279850"/>
                  </a:lnTo>
                  <a:lnTo>
                    <a:pt x="1057003" y="277417"/>
                  </a:lnTo>
                  <a:lnTo>
                    <a:pt x="1057957" y="274983"/>
                  </a:lnTo>
                  <a:lnTo>
                    <a:pt x="1058931" y="272550"/>
                  </a:lnTo>
                  <a:lnTo>
                    <a:pt x="1059920" y="270116"/>
                  </a:lnTo>
                  <a:lnTo>
                    <a:pt x="1060924" y="267683"/>
                  </a:lnTo>
                  <a:lnTo>
                    <a:pt x="1061941" y="265249"/>
                  </a:lnTo>
                  <a:lnTo>
                    <a:pt x="1062971" y="262816"/>
                  </a:lnTo>
                  <a:lnTo>
                    <a:pt x="1064015" y="260382"/>
                  </a:lnTo>
                  <a:lnTo>
                    <a:pt x="1065066" y="257949"/>
                  </a:lnTo>
                  <a:lnTo>
                    <a:pt x="1066124" y="255515"/>
                  </a:lnTo>
                  <a:lnTo>
                    <a:pt x="1067186" y="253082"/>
                  </a:lnTo>
                  <a:lnTo>
                    <a:pt x="1068250" y="250648"/>
                  </a:lnTo>
                  <a:lnTo>
                    <a:pt x="1069313" y="248215"/>
                  </a:lnTo>
                  <a:lnTo>
                    <a:pt x="1070371" y="245781"/>
                  </a:lnTo>
                  <a:lnTo>
                    <a:pt x="1071422" y="243348"/>
                  </a:lnTo>
                  <a:lnTo>
                    <a:pt x="1072464" y="240914"/>
                  </a:lnTo>
                  <a:lnTo>
                    <a:pt x="1073493" y="238481"/>
                  </a:lnTo>
                  <a:lnTo>
                    <a:pt x="1074502" y="236047"/>
                  </a:lnTo>
                  <a:lnTo>
                    <a:pt x="1075492" y="233614"/>
                  </a:lnTo>
                  <a:lnTo>
                    <a:pt x="1076460" y="231181"/>
                  </a:lnTo>
                  <a:lnTo>
                    <a:pt x="1077405" y="228747"/>
                  </a:lnTo>
                  <a:lnTo>
                    <a:pt x="1078319" y="226314"/>
                  </a:lnTo>
                  <a:lnTo>
                    <a:pt x="1079198" y="223880"/>
                  </a:lnTo>
                  <a:lnTo>
                    <a:pt x="1080045" y="221447"/>
                  </a:lnTo>
                  <a:lnTo>
                    <a:pt x="1080859" y="219013"/>
                  </a:lnTo>
                  <a:lnTo>
                    <a:pt x="1081638" y="216580"/>
                  </a:lnTo>
                  <a:lnTo>
                    <a:pt x="1082372" y="214146"/>
                  </a:lnTo>
                  <a:lnTo>
                    <a:pt x="1083063" y="211713"/>
                  </a:lnTo>
                  <a:lnTo>
                    <a:pt x="1083716" y="209279"/>
                  </a:lnTo>
                  <a:lnTo>
                    <a:pt x="1084329" y="206846"/>
                  </a:lnTo>
                  <a:lnTo>
                    <a:pt x="1084903" y="204412"/>
                  </a:lnTo>
                  <a:lnTo>
                    <a:pt x="1085427" y="201979"/>
                  </a:lnTo>
                  <a:lnTo>
                    <a:pt x="1085909" y="199545"/>
                  </a:lnTo>
                  <a:lnTo>
                    <a:pt x="1086352" y="197112"/>
                  </a:lnTo>
                  <a:lnTo>
                    <a:pt x="1086758" y="194678"/>
                  </a:lnTo>
                  <a:lnTo>
                    <a:pt x="1087127" y="192245"/>
                  </a:lnTo>
                  <a:lnTo>
                    <a:pt x="1087452" y="189811"/>
                  </a:lnTo>
                  <a:lnTo>
                    <a:pt x="1087742" y="187378"/>
                  </a:lnTo>
                  <a:lnTo>
                    <a:pt x="1088001" y="184944"/>
                  </a:lnTo>
                  <a:lnTo>
                    <a:pt x="1088230" y="182511"/>
                  </a:lnTo>
                  <a:lnTo>
                    <a:pt x="1088432" y="180077"/>
                  </a:lnTo>
                  <a:lnTo>
                    <a:pt x="1088602" y="177644"/>
                  </a:lnTo>
                  <a:lnTo>
                    <a:pt x="1088749" y="175210"/>
                  </a:lnTo>
                  <a:lnTo>
                    <a:pt x="1088876" y="172777"/>
                  </a:lnTo>
                  <a:lnTo>
                    <a:pt x="1088986" y="170343"/>
                  </a:lnTo>
                  <a:lnTo>
                    <a:pt x="1089080" y="167910"/>
                  </a:lnTo>
                  <a:lnTo>
                    <a:pt x="1089157" y="165476"/>
                  </a:lnTo>
                  <a:lnTo>
                    <a:pt x="1089225" y="163043"/>
                  </a:lnTo>
                  <a:lnTo>
                    <a:pt x="1089285" y="160609"/>
                  </a:lnTo>
                  <a:lnTo>
                    <a:pt x="1089340" y="158176"/>
                  </a:lnTo>
                  <a:lnTo>
                    <a:pt x="1089391" y="155743"/>
                  </a:lnTo>
                  <a:lnTo>
                    <a:pt x="1089442" y="153309"/>
                  </a:lnTo>
                  <a:lnTo>
                    <a:pt x="1089494" y="150876"/>
                  </a:lnTo>
                  <a:lnTo>
                    <a:pt x="1089551" y="148442"/>
                  </a:lnTo>
                  <a:lnTo>
                    <a:pt x="1089612" y="146009"/>
                  </a:lnTo>
                  <a:lnTo>
                    <a:pt x="1089681" y="143575"/>
                  </a:lnTo>
                  <a:lnTo>
                    <a:pt x="1089762" y="141142"/>
                  </a:lnTo>
                  <a:lnTo>
                    <a:pt x="1089853" y="138708"/>
                  </a:lnTo>
                  <a:lnTo>
                    <a:pt x="1089957" y="136275"/>
                  </a:lnTo>
                  <a:lnTo>
                    <a:pt x="1090074" y="133841"/>
                  </a:lnTo>
                  <a:lnTo>
                    <a:pt x="1090206" y="131408"/>
                  </a:lnTo>
                  <a:lnTo>
                    <a:pt x="1090357" y="128974"/>
                  </a:lnTo>
                  <a:lnTo>
                    <a:pt x="1090524" y="126541"/>
                  </a:lnTo>
                  <a:lnTo>
                    <a:pt x="1090707" y="124107"/>
                  </a:lnTo>
                  <a:lnTo>
                    <a:pt x="1090906" y="121674"/>
                  </a:lnTo>
                  <a:lnTo>
                    <a:pt x="1091123" y="119240"/>
                  </a:lnTo>
                  <a:lnTo>
                    <a:pt x="1091360" y="116807"/>
                  </a:lnTo>
                  <a:lnTo>
                    <a:pt x="1091612" y="114373"/>
                  </a:lnTo>
                  <a:lnTo>
                    <a:pt x="1091878" y="111940"/>
                  </a:lnTo>
                  <a:lnTo>
                    <a:pt x="1092158" y="109506"/>
                  </a:lnTo>
                  <a:lnTo>
                    <a:pt x="1092452" y="107073"/>
                  </a:lnTo>
                  <a:lnTo>
                    <a:pt x="1092758" y="104639"/>
                  </a:lnTo>
                  <a:lnTo>
                    <a:pt x="1093073" y="102206"/>
                  </a:lnTo>
                  <a:lnTo>
                    <a:pt x="1093395" y="99772"/>
                  </a:lnTo>
                  <a:lnTo>
                    <a:pt x="1093722" y="97339"/>
                  </a:lnTo>
                  <a:lnTo>
                    <a:pt x="1094053" y="94905"/>
                  </a:lnTo>
                  <a:lnTo>
                    <a:pt x="1094384" y="92472"/>
                  </a:lnTo>
                  <a:lnTo>
                    <a:pt x="1094713" y="90038"/>
                  </a:lnTo>
                  <a:lnTo>
                    <a:pt x="1095038" y="87605"/>
                  </a:lnTo>
                  <a:lnTo>
                    <a:pt x="1095358" y="85171"/>
                  </a:lnTo>
                  <a:lnTo>
                    <a:pt x="1095667" y="82738"/>
                  </a:lnTo>
                  <a:lnTo>
                    <a:pt x="1095965" y="80304"/>
                  </a:lnTo>
                  <a:lnTo>
                    <a:pt x="1096251" y="77871"/>
                  </a:lnTo>
                  <a:lnTo>
                    <a:pt x="1096523" y="75438"/>
                  </a:lnTo>
                  <a:lnTo>
                    <a:pt x="1096781" y="73004"/>
                  </a:lnTo>
                  <a:lnTo>
                    <a:pt x="1097018" y="70571"/>
                  </a:lnTo>
                  <a:lnTo>
                    <a:pt x="1097237" y="68137"/>
                  </a:lnTo>
                  <a:lnTo>
                    <a:pt x="1097438" y="65704"/>
                  </a:lnTo>
                  <a:lnTo>
                    <a:pt x="1097622" y="63270"/>
                  </a:lnTo>
                  <a:lnTo>
                    <a:pt x="1097788" y="60837"/>
                  </a:lnTo>
                  <a:lnTo>
                    <a:pt x="1097931" y="58403"/>
                  </a:lnTo>
                  <a:lnTo>
                    <a:pt x="1098057" y="55970"/>
                  </a:lnTo>
                  <a:lnTo>
                    <a:pt x="1098168" y="53536"/>
                  </a:lnTo>
                  <a:lnTo>
                    <a:pt x="1098264" y="51103"/>
                  </a:lnTo>
                  <a:lnTo>
                    <a:pt x="1098347" y="48669"/>
                  </a:lnTo>
                  <a:lnTo>
                    <a:pt x="1098414" y="46236"/>
                  </a:lnTo>
                  <a:lnTo>
                    <a:pt x="1098472" y="43802"/>
                  </a:lnTo>
                  <a:lnTo>
                    <a:pt x="1098522" y="41369"/>
                  </a:lnTo>
                  <a:lnTo>
                    <a:pt x="1098567" y="38935"/>
                  </a:lnTo>
                  <a:lnTo>
                    <a:pt x="1098607" y="36502"/>
                  </a:lnTo>
                  <a:lnTo>
                    <a:pt x="1098645" y="34068"/>
                  </a:lnTo>
                  <a:lnTo>
                    <a:pt x="1098684" y="31635"/>
                  </a:lnTo>
                  <a:lnTo>
                    <a:pt x="1098726" y="29201"/>
                  </a:lnTo>
                  <a:lnTo>
                    <a:pt x="1098771" y="26768"/>
                  </a:lnTo>
                  <a:lnTo>
                    <a:pt x="1098823" y="24334"/>
                  </a:lnTo>
                  <a:lnTo>
                    <a:pt x="1098884" y="21901"/>
                  </a:lnTo>
                  <a:lnTo>
                    <a:pt x="1098954" y="19467"/>
                  </a:lnTo>
                  <a:lnTo>
                    <a:pt x="1099033" y="17034"/>
                  </a:lnTo>
                  <a:lnTo>
                    <a:pt x="1099124" y="14600"/>
                  </a:lnTo>
                  <a:lnTo>
                    <a:pt x="1099227" y="12167"/>
                  </a:lnTo>
                  <a:lnTo>
                    <a:pt x="1099344" y="9733"/>
                  </a:lnTo>
                  <a:lnTo>
                    <a:pt x="1099474" y="7300"/>
                  </a:lnTo>
                  <a:lnTo>
                    <a:pt x="1099616" y="4866"/>
                  </a:lnTo>
                  <a:lnTo>
                    <a:pt x="1099769" y="2433"/>
                  </a:lnTo>
                  <a:lnTo>
                    <a:pt x="1099935" y="0"/>
                  </a:lnTo>
                  <a:lnTo>
                    <a:pt x="1111552" y="0"/>
                  </a:lnTo>
                  <a:lnTo>
                    <a:pt x="1111717" y="2433"/>
                  </a:lnTo>
                  <a:lnTo>
                    <a:pt x="1111871" y="4866"/>
                  </a:lnTo>
                  <a:lnTo>
                    <a:pt x="1112013" y="7300"/>
                  </a:lnTo>
                  <a:lnTo>
                    <a:pt x="1112143" y="9733"/>
                  </a:lnTo>
                  <a:lnTo>
                    <a:pt x="1112260" y="12167"/>
                  </a:lnTo>
                  <a:lnTo>
                    <a:pt x="1112363" y="14600"/>
                  </a:lnTo>
                  <a:lnTo>
                    <a:pt x="1112453" y="17034"/>
                  </a:lnTo>
                  <a:lnTo>
                    <a:pt x="1112533" y="19467"/>
                  </a:lnTo>
                  <a:lnTo>
                    <a:pt x="1112603" y="21901"/>
                  </a:lnTo>
                  <a:lnTo>
                    <a:pt x="1112664" y="24334"/>
                  </a:lnTo>
                  <a:lnTo>
                    <a:pt x="1112716" y="26768"/>
                  </a:lnTo>
                  <a:lnTo>
                    <a:pt x="1112761" y="29201"/>
                  </a:lnTo>
                  <a:lnTo>
                    <a:pt x="1112803" y="31635"/>
                  </a:lnTo>
                  <a:lnTo>
                    <a:pt x="1112842" y="34068"/>
                  </a:lnTo>
                  <a:lnTo>
                    <a:pt x="1112880" y="36502"/>
                  </a:lnTo>
                  <a:lnTo>
                    <a:pt x="1112920" y="38935"/>
                  </a:lnTo>
                  <a:lnTo>
                    <a:pt x="1112965" y="41369"/>
                  </a:lnTo>
                  <a:lnTo>
                    <a:pt x="1113015" y="43802"/>
                  </a:lnTo>
                  <a:lnTo>
                    <a:pt x="1113073" y="46236"/>
                  </a:lnTo>
                  <a:lnTo>
                    <a:pt x="1113140" y="48669"/>
                  </a:lnTo>
                  <a:lnTo>
                    <a:pt x="1113223" y="51103"/>
                  </a:lnTo>
                  <a:lnTo>
                    <a:pt x="1113319" y="53536"/>
                  </a:lnTo>
                  <a:lnTo>
                    <a:pt x="1113429" y="55970"/>
                  </a:lnTo>
                  <a:lnTo>
                    <a:pt x="1113556" y="58403"/>
                  </a:lnTo>
                  <a:lnTo>
                    <a:pt x="1113699" y="60837"/>
                  </a:lnTo>
                  <a:lnTo>
                    <a:pt x="1113865" y="63270"/>
                  </a:lnTo>
                  <a:lnTo>
                    <a:pt x="1114049" y="65704"/>
                  </a:lnTo>
                  <a:lnTo>
                    <a:pt x="1114250" y="68137"/>
                  </a:lnTo>
                  <a:lnTo>
                    <a:pt x="1114469" y="70571"/>
                  </a:lnTo>
                  <a:lnTo>
                    <a:pt x="1114706" y="73004"/>
                  </a:lnTo>
                  <a:lnTo>
                    <a:pt x="1114964" y="75438"/>
                  </a:lnTo>
                  <a:lnTo>
                    <a:pt x="1115236" y="77871"/>
                  </a:lnTo>
                  <a:lnTo>
                    <a:pt x="1115522" y="80304"/>
                  </a:lnTo>
                  <a:lnTo>
                    <a:pt x="1115819" y="82738"/>
                  </a:lnTo>
                  <a:lnTo>
                    <a:pt x="1116129" y="85171"/>
                  </a:lnTo>
                  <a:lnTo>
                    <a:pt x="1116449" y="87605"/>
                  </a:lnTo>
                  <a:lnTo>
                    <a:pt x="1116774" y="90038"/>
                  </a:lnTo>
                  <a:lnTo>
                    <a:pt x="1117103" y="92472"/>
                  </a:lnTo>
                  <a:lnTo>
                    <a:pt x="1117434" y="94905"/>
                  </a:lnTo>
                  <a:lnTo>
                    <a:pt x="1117765" y="97339"/>
                  </a:lnTo>
                  <a:lnTo>
                    <a:pt x="1118092" y="99772"/>
                  </a:lnTo>
                  <a:lnTo>
                    <a:pt x="1118414" y="102206"/>
                  </a:lnTo>
                  <a:lnTo>
                    <a:pt x="1118728" y="104639"/>
                  </a:lnTo>
                  <a:lnTo>
                    <a:pt x="1119035" y="107073"/>
                  </a:lnTo>
                  <a:lnTo>
                    <a:pt x="1119329" y="109506"/>
                  </a:lnTo>
                  <a:lnTo>
                    <a:pt x="1119609" y="111940"/>
                  </a:lnTo>
                  <a:lnTo>
                    <a:pt x="1119875" y="114373"/>
                  </a:lnTo>
                  <a:lnTo>
                    <a:pt x="1120127" y="116807"/>
                  </a:lnTo>
                  <a:lnTo>
                    <a:pt x="1120364" y="119240"/>
                  </a:lnTo>
                  <a:lnTo>
                    <a:pt x="1120581" y="121674"/>
                  </a:lnTo>
                  <a:lnTo>
                    <a:pt x="1120780" y="124107"/>
                  </a:lnTo>
                  <a:lnTo>
                    <a:pt x="1120963" y="126541"/>
                  </a:lnTo>
                  <a:lnTo>
                    <a:pt x="1121130" y="128974"/>
                  </a:lnTo>
                  <a:lnTo>
                    <a:pt x="1121281" y="131408"/>
                  </a:lnTo>
                  <a:lnTo>
                    <a:pt x="1121413" y="133841"/>
                  </a:lnTo>
                  <a:lnTo>
                    <a:pt x="1121530" y="136275"/>
                  </a:lnTo>
                  <a:lnTo>
                    <a:pt x="1121634" y="138708"/>
                  </a:lnTo>
                  <a:lnTo>
                    <a:pt x="1121725" y="141142"/>
                  </a:lnTo>
                  <a:lnTo>
                    <a:pt x="1121806" y="143575"/>
                  </a:lnTo>
                  <a:lnTo>
                    <a:pt x="1121875" y="146009"/>
                  </a:lnTo>
                  <a:lnTo>
                    <a:pt x="1121936" y="148442"/>
                  </a:lnTo>
                  <a:lnTo>
                    <a:pt x="1121993" y="150876"/>
                  </a:lnTo>
                  <a:lnTo>
                    <a:pt x="1122045" y="153309"/>
                  </a:lnTo>
                  <a:lnTo>
                    <a:pt x="1122096" y="155743"/>
                  </a:lnTo>
                  <a:lnTo>
                    <a:pt x="1122147" y="158176"/>
                  </a:lnTo>
                  <a:lnTo>
                    <a:pt x="1122202" y="160609"/>
                  </a:lnTo>
                  <a:lnTo>
                    <a:pt x="1122262" y="163043"/>
                  </a:lnTo>
                  <a:lnTo>
                    <a:pt x="1122330" y="165476"/>
                  </a:lnTo>
                  <a:lnTo>
                    <a:pt x="1122407" y="167910"/>
                  </a:lnTo>
                  <a:lnTo>
                    <a:pt x="1122501" y="170343"/>
                  </a:lnTo>
                  <a:lnTo>
                    <a:pt x="1122611" y="172777"/>
                  </a:lnTo>
                  <a:lnTo>
                    <a:pt x="1122738" y="175210"/>
                  </a:lnTo>
                  <a:lnTo>
                    <a:pt x="1122885" y="177644"/>
                  </a:lnTo>
                  <a:lnTo>
                    <a:pt x="1123055" y="180077"/>
                  </a:lnTo>
                  <a:lnTo>
                    <a:pt x="1123257" y="182511"/>
                  </a:lnTo>
                  <a:lnTo>
                    <a:pt x="1123486" y="184944"/>
                  </a:lnTo>
                  <a:lnTo>
                    <a:pt x="1123745" y="187378"/>
                  </a:lnTo>
                  <a:lnTo>
                    <a:pt x="1124035" y="189811"/>
                  </a:lnTo>
                  <a:lnTo>
                    <a:pt x="1124360" y="192245"/>
                  </a:lnTo>
                  <a:lnTo>
                    <a:pt x="1124729" y="194678"/>
                  </a:lnTo>
                  <a:lnTo>
                    <a:pt x="1125135" y="197112"/>
                  </a:lnTo>
                  <a:lnTo>
                    <a:pt x="1125578" y="199545"/>
                  </a:lnTo>
                  <a:lnTo>
                    <a:pt x="1126060" y="201979"/>
                  </a:lnTo>
                  <a:lnTo>
                    <a:pt x="1126584" y="204412"/>
                  </a:lnTo>
                  <a:lnTo>
                    <a:pt x="1127158" y="206846"/>
                  </a:lnTo>
                  <a:lnTo>
                    <a:pt x="1127771" y="209279"/>
                  </a:lnTo>
                  <a:lnTo>
                    <a:pt x="1128424" y="211713"/>
                  </a:lnTo>
                  <a:lnTo>
                    <a:pt x="1129115" y="214146"/>
                  </a:lnTo>
                  <a:lnTo>
                    <a:pt x="1129849" y="216580"/>
                  </a:lnTo>
                  <a:lnTo>
                    <a:pt x="1130628" y="219013"/>
                  </a:lnTo>
                  <a:lnTo>
                    <a:pt x="1131442" y="221447"/>
                  </a:lnTo>
                  <a:lnTo>
                    <a:pt x="1132289" y="223880"/>
                  </a:lnTo>
                  <a:lnTo>
                    <a:pt x="1133168" y="226314"/>
                  </a:lnTo>
                  <a:lnTo>
                    <a:pt x="1134082" y="228747"/>
                  </a:lnTo>
                  <a:lnTo>
                    <a:pt x="1135027" y="231181"/>
                  </a:lnTo>
                  <a:lnTo>
                    <a:pt x="1135995" y="233614"/>
                  </a:lnTo>
                  <a:lnTo>
                    <a:pt x="1136985" y="236047"/>
                  </a:lnTo>
                  <a:lnTo>
                    <a:pt x="1137994" y="238481"/>
                  </a:lnTo>
                  <a:lnTo>
                    <a:pt x="1139023" y="240914"/>
                  </a:lnTo>
                  <a:lnTo>
                    <a:pt x="1140065" y="243348"/>
                  </a:lnTo>
                  <a:lnTo>
                    <a:pt x="1141116" y="245781"/>
                  </a:lnTo>
                  <a:lnTo>
                    <a:pt x="1142174" y="248215"/>
                  </a:lnTo>
                  <a:lnTo>
                    <a:pt x="1143237" y="250648"/>
                  </a:lnTo>
                  <a:lnTo>
                    <a:pt x="1144301" y="253082"/>
                  </a:lnTo>
                  <a:lnTo>
                    <a:pt x="1145363" y="255515"/>
                  </a:lnTo>
                  <a:lnTo>
                    <a:pt x="1146421" y="257949"/>
                  </a:lnTo>
                  <a:lnTo>
                    <a:pt x="1147472" y="260382"/>
                  </a:lnTo>
                  <a:lnTo>
                    <a:pt x="1148516" y="262816"/>
                  </a:lnTo>
                  <a:lnTo>
                    <a:pt x="1149546" y="265249"/>
                  </a:lnTo>
                  <a:lnTo>
                    <a:pt x="1150563" y="267683"/>
                  </a:lnTo>
                  <a:lnTo>
                    <a:pt x="1151567" y="270116"/>
                  </a:lnTo>
                  <a:lnTo>
                    <a:pt x="1152556" y="272550"/>
                  </a:lnTo>
                  <a:lnTo>
                    <a:pt x="1153530" y="274983"/>
                  </a:lnTo>
                  <a:lnTo>
                    <a:pt x="1154484" y="277417"/>
                  </a:lnTo>
                  <a:lnTo>
                    <a:pt x="1155421" y="279850"/>
                  </a:lnTo>
                  <a:lnTo>
                    <a:pt x="1156341" y="282284"/>
                  </a:lnTo>
                  <a:lnTo>
                    <a:pt x="1157246" y="284717"/>
                  </a:lnTo>
                  <a:lnTo>
                    <a:pt x="1158136" y="287151"/>
                  </a:lnTo>
                  <a:lnTo>
                    <a:pt x="1159007" y="289584"/>
                  </a:lnTo>
                  <a:lnTo>
                    <a:pt x="1159865" y="292018"/>
                  </a:lnTo>
                  <a:lnTo>
                    <a:pt x="1160713" y="294451"/>
                  </a:lnTo>
                  <a:lnTo>
                    <a:pt x="1161550" y="296885"/>
                  </a:lnTo>
                  <a:lnTo>
                    <a:pt x="1162380" y="299318"/>
                  </a:lnTo>
                  <a:lnTo>
                    <a:pt x="1163202" y="301752"/>
                  </a:lnTo>
                  <a:lnTo>
                    <a:pt x="1164023" y="304185"/>
                  </a:lnTo>
                  <a:lnTo>
                    <a:pt x="1164843" y="306619"/>
                  </a:lnTo>
                  <a:lnTo>
                    <a:pt x="1165666" y="309052"/>
                  </a:lnTo>
                  <a:lnTo>
                    <a:pt x="1166494" y="311486"/>
                  </a:lnTo>
                  <a:lnTo>
                    <a:pt x="1167332" y="313919"/>
                  </a:lnTo>
                  <a:lnTo>
                    <a:pt x="1168182" y="316352"/>
                  </a:lnTo>
                  <a:lnTo>
                    <a:pt x="1169045" y="318786"/>
                  </a:lnTo>
                  <a:lnTo>
                    <a:pt x="1169924" y="321219"/>
                  </a:lnTo>
                  <a:lnTo>
                    <a:pt x="1170822" y="323653"/>
                  </a:lnTo>
                  <a:lnTo>
                    <a:pt x="1171745" y="326086"/>
                  </a:lnTo>
                  <a:lnTo>
                    <a:pt x="1172691" y="328520"/>
                  </a:lnTo>
                  <a:lnTo>
                    <a:pt x="1173660" y="330953"/>
                  </a:lnTo>
                  <a:lnTo>
                    <a:pt x="1174653" y="333387"/>
                  </a:lnTo>
                  <a:lnTo>
                    <a:pt x="1175673" y="335820"/>
                  </a:lnTo>
                  <a:lnTo>
                    <a:pt x="1176724" y="338254"/>
                  </a:lnTo>
                  <a:lnTo>
                    <a:pt x="1177798" y="340687"/>
                  </a:lnTo>
                  <a:lnTo>
                    <a:pt x="1178894" y="343121"/>
                  </a:lnTo>
                  <a:lnTo>
                    <a:pt x="1180012" y="345554"/>
                  </a:lnTo>
                  <a:lnTo>
                    <a:pt x="1181152" y="347988"/>
                  </a:lnTo>
                  <a:lnTo>
                    <a:pt x="1182311" y="350421"/>
                  </a:lnTo>
                  <a:lnTo>
                    <a:pt x="1183483" y="352855"/>
                  </a:lnTo>
                  <a:lnTo>
                    <a:pt x="1184664" y="355288"/>
                  </a:lnTo>
                  <a:lnTo>
                    <a:pt x="1185853" y="357722"/>
                  </a:lnTo>
                  <a:lnTo>
                    <a:pt x="1187044" y="360155"/>
                  </a:lnTo>
                  <a:lnTo>
                    <a:pt x="1188231" y="362589"/>
                  </a:lnTo>
                  <a:lnTo>
                    <a:pt x="1189412" y="365022"/>
                  </a:lnTo>
                  <a:lnTo>
                    <a:pt x="1190581" y="367456"/>
                  </a:lnTo>
                  <a:lnTo>
                    <a:pt x="1191735" y="369889"/>
                  </a:lnTo>
                  <a:lnTo>
                    <a:pt x="1192866" y="372323"/>
                  </a:lnTo>
                  <a:lnTo>
                    <a:pt x="1193969" y="374756"/>
                  </a:lnTo>
                  <a:lnTo>
                    <a:pt x="1195044" y="377190"/>
                  </a:lnTo>
                  <a:lnTo>
                    <a:pt x="1196088" y="379623"/>
                  </a:lnTo>
                  <a:lnTo>
                    <a:pt x="1197099" y="382057"/>
                  </a:lnTo>
                  <a:lnTo>
                    <a:pt x="1198066" y="384490"/>
                  </a:lnTo>
                  <a:lnTo>
                    <a:pt x="1198990" y="386924"/>
                  </a:lnTo>
                  <a:lnTo>
                    <a:pt x="1199875" y="389357"/>
                  </a:lnTo>
                  <a:lnTo>
                    <a:pt x="1200721" y="391790"/>
                  </a:lnTo>
                  <a:lnTo>
                    <a:pt x="1201526" y="394224"/>
                  </a:lnTo>
                  <a:lnTo>
                    <a:pt x="1202283" y="396657"/>
                  </a:lnTo>
                  <a:lnTo>
                    <a:pt x="1202998" y="399091"/>
                  </a:lnTo>
                  <a:lnTo>
                    <a:pt x="1203678" y="401524"/>
                  </a:lnTo>
                  <a:lnTo>
                    <a:pt x="1204325" y="403958"/>
                  </a:lnTo>
                  <a:lnTo>
                    <a:pt x="1204941" y="406391"/>
                  </a:lnTo>
                  <a:lnTo>
                    <a:pt x="1205521" y="408825"/>
                  </a:lnTo>
                  <a:lnTo>
                    <a:pt x="1206078" y="411258"/>
                  </a:lnTo>
                  <a:lnTo>
                    <a:pt x="1206617" y="413692"/>
                  </a:lnTo>
                  <a:lnTo>
                    <a:pt x="1207141" y="416125"/>
                  </a:lnTo>
                  <a:lnTo>
                    <a:pt x="1207655" y="418559"/>
                  </a:lnTo>
                  <a:lnTo>
                    <a:pt x="1208161" y="420992"/>
                  </a:lnTo>
                  <a:lnTo>
                    <a:pt x="1208669" y="423426"/>
                  </a:lnTo>
                  <a:lnTo>
                    <a:pt x="1209183" y="425859"/>
                  </a:lnTo>
                  <a:lnTo>
                    <a:pt x="1209706" y="428293"/>
                  </a:lnTo>
                  <a:lnTo>
                    <a:pt x="1210243" y="430726"/>
                  </a:lnTo>
                  <a:lnTo>
                    <a:pt x="1210806" y="433160"/>
                  </a:lnTo>
                  <a:lnTo>
                    <a:pt x="1211395" y="435593"/>
                  </a:lnTo>
                  <a:lnTo>
                    <a:pt x="1212012" y="438027"/>
                  </a:lnTo>
                  <a:lnTo>
                    <a:pt x="1212661" y="440460"/>
                  </a:lnTo>
                  <a:lnTo>
                    <a:pt x="1213348" y="442894"/>
                  </a:lnTo>
                  <a:lnTo>
                    <a:pt x="1214086" y="445327"/>
                  </a:lnTo>
                  <a:lnTo>
                    <a:pt x="1214869" y="447761"/>
                  </a:lnTo>
                  <a:lnTo>
                    <a:pt x="1215699" y="450194"/>
                  </a:lnTo>
                  <a:lnTo>
                    <a:pt x="1216579" y="452628"/>
                  </a:lnTo>
                  <a:lnTo>
                    <a:pt x="1217513" y="455061"/>
                  </a:lnTo>
                  <a:lnTo>
                    <a:pt x="1218518" y="457495"/>
                  </a:lnTo>
                  <a:lnTo>
                    <a:pt x="1219580" y="459928"/>
                  </a:lnTo>
                  <a:lnTo>
                    <a:pt x="1220701" y="462362"/>
                  </a:lnTo>
                  <a:lnTo>
                    <a:pt x="1221884" y="464795"/>
                  </a:lnTo>
                  <a:lnTo>
                    <a:pt x="1223136" y="467229"/>
                  </a:lnTo>
                  <a:lnTo>
                    <a:pt x="1224468" y="469662"/>
                  </a:lnTo>
                  <a:lnTo>
                    <a:pt x="1225867" y="472095"/>
                  </a:lnTo>
                  <a:lnTo>
                    <a:pt x="1227334" y="474529"/>
                  </a:lnTo>
                  <a:lnTo>
                    <a:pt x="1228871" y="476962"/>
                  </a:lnTo>
                  <a:lnTo>
                    <a:pt x="1230487" y="479396"/>
                  </a:lnTo>
                  <a:lnTo>
                    <a:pt x="1232189" y="481829"/>
                  </a:lnTo>
                  <a:lnTo>
                    <a:pt x="1233965" y="484263"/>
                  </a:lnTo>
                  <a:lnTo>
                    <a:pt x="1235814" y="486696"/>
                  </a:lnTo>
                  <a:lnTo>
                    <a:pt x="1237737" y="489130"/>
                  </a:lnTo>
                  <a:lnTo>
                    <a:pt x="1239747" y="491563"/>
                  </a:lnTo>
                  <a:lnTo>
                    <a:pt x="1241845" y="493997"/>
                  </a:lnTo>
                  <a:lnTo>
                    <a:pt x="1244018" y="496430"/>
                  </a:lnTo>
                  <a:lnTo>
                    <a:pt x="1246265" y="498864"/>
                  </a:lnTo>
                  <a:lnTo>
                    <a:pt x="1248587" y="501297"/>
                  </a:lnTo>
                  <a:lnTo>
                    <a:pt x="1250997" y="503731"/>
                  </a:lnTo>
                  <a:lnTo>
                    <a:pt x="1253489" y="506164"/>
                  </a:lnTo>
                  <a:lnTo>
                    <a:pt x="1256053" y="508598"/>
                  </a:lnTo>
                  <a:lnTo>
                    <a:pt x="1258687" y="511031"/>
                  </a:lnTo>
                  <a:lnTo>
                    <a:pt x="1261389" y="513465"/>
                  </a:lnTo>
                  <a:lnTo>
                    <a:pt x="1264173" y="515898"/>
                  </a:lnTo>
                  <a:lnTo>
                    <a:pt x="1267028" y="518332"/>
                  </a:lnTo>
                  <a:lnTo>
                    <a:pt x="1269944" y="520765"/>
                  </a:lnTo>
                  <a:lnTo>
                    <a:pt x="1272919" y="523199"/>
                  </a:lnTo>
                  <a:lnTo>
                    <a:pt x="1275951" y="525632"/>
                  </a:lnTo>
                  <a:lnTo>
                    <a:pt x="1279051" y="528066"/>
                  </a:lnTo>
                  <a:lnTo>
                    <a:pt x="1282204" y="530499"/>
                  </a:lnTo>
                  <a:lnTo>
                    <a:pt x="1285404" y="532933"/>
                  </a:lnTo>
                  <a:lnTo>
                    <a:pt x="1288648" y="535366"/>
                  </a:lnTo>
                  <a:lnTo>
                    <a:pt x="1291934" y="537800"/>
                  </a:lnTo>
                  <a:lnTo>
                    <a:pt x="1295267" y="540233"/>
                  </a:lnTo>
                  <a:lnTo>
                    <a:pt x="1298636" y="542667"/>
                  </a:lnTo>
                  <a:lnTo>
                    <a:pt x="1302033" y="545100"/>
                  </a:lnTo>
                  <a:lnTo>
                    <a:pt x="1305458" y="547533"/>
                  </a:lnTo>
                  <a:lnTo>
                    <a:pt x="1308905" y="549967"/>
                  </a:lnTo>
                  <a:lnTo>
                    <a:pt x="1312377" y="552400"/>
                  </a:lnTo>
                  <a:lnTo>
                    <a:pt x="1315862" y="554834"/>
                  </a:lnTo>
                  <a:lnTo>
                    <a:pt x="1319357" y="557267"/>
                  </a:lnTo>
                  <a:lnTo>
                    <a:pt x="1322858" y="559701"/>
                  </a:lnTo>
                  <a:lnTo>
                    <a:pt x="1326361" y="562134"/>
                  </a:lnTo>
                  <a:lnTo>
                    <a:pt x="1329858" y="564568"/>
                  </a:lnTo>
                  <a:lnTo>
                    <a:pt x="1333344" y="567001"/>
                  </a:lnTo>
                  <a:lnTo>
                    <a:pt x="1336815" y="569435"/>
                  </a:lnTo>
                  <a:lnTo>
                    <a:pt x="1340266" y="571868"/>
                  </a:lnTo>
                  <a:lnTo>
                    <a:pt x="1343691" y="574302"/>
                  </a:lnTo>
                  <a:lnTo>
                    <a:pt x="1347074" y="576735"/>
                  </a:lnTo>
                  <a:lnTo>
                    <a:pt x="1350418" y="579169"/>
                  </a:lnTo>
                  <a:lnTo>
                    <a:pt x="1353716" y="581602"/>
                  </a:lnTo>
                  <a:lnTo>
                    <a:pt x="1356965" y="584036"/>
                  </a:lnTo>
                  <a:lnTo>
                    <a:pt x="1360153" y="586469"/>
                  </a:lnTo>
                  <a:lnTo>
                    <a:pt x="1363260" y="588903"/>
                  </a:lnTo>
                  <a:lnTo>
                    <a:pt x="1366295" y="591336"/>
                  </a:lnTo>
                  <a:lnTo>
                    <a:pt x="1369255" y="593770"/>
                  </a:lnTo>
                  <a:lnTo>
                    <a:pt x="1372134" y="596203"/>
                  </a:lnTo>
                  <a:lnTo>
                    <a:pt x="1374918" y="598637"/>
                  </a:lnTo>
                  <a:lnTo>
                    <a:pt x="1377587" y="601070"/>
                  </a:lnTo>
                  <a:lnTo>
                    <a:pt x="1380160" y="603504"/>
                  </a:lnTo>
                  <a:lnTo>
                    <a:pt x="1382632" y="605937"/>
                  </a:lnTo>
                  <a:lnTo>
                    <a:pt x="1385001" y="608371"/>
                  </a:lnTo>
                  <a:lnTo>
                    <a:pt x="1387250" y="610804"/>
                  </a:lnTo>
                  <a:lnTo>
                    <a:pt x="1389370" y="613238"/>
                  </a:lnTo>
                  <a:lnTo>
                    <a:pt x="1391381" y="615671"/>
                  </a:lnTo>
                  <a:lnTo>
                    <a:pt x="1393285" y="618105"/>
                  </a:lnTo>
                  <a:lnTo>
                    <a:pt x="1395082" y="620538"/>
                  </a:lnTo>
                  <a:lnTo>
                    <a:pt x="1396755" y="622972"/>
                  </a:lnTo>
                  <a:lnTo>
                    <a:pt x="1398310" y="625405"/>
                  </a:lnTo>
                  <a:lnTo>
                    <a:pt x="1399769" y="627838"/>
                  </a:lnTo>
                  <a:lnTo>
                    <a:pt x="1401135" y="630272"/>
                  </a:lnTo>
                  <a:lnTo>
                    <a:pt x="1402413" y="632705"/>
                  </a:lnTo>
                  <a:lnTo>
                    <a:pt x="1403595" y="635139"/>
                  </a:lnTo>
                  <a:lnTo>
                    <a:pt x="1404696" y="637572"/>
                  </a:lnTo>
                  <a:lnTo>
                    <a:pt x="1405735" y="640006"/>
                  </a:lnTo>
                  <a:lnTo>
                    <a:pt x="1406721" y="642439"/>
                  </a:lnTo>
                  <a:lnTo>
                    <a:pt x="1407660" y="644873"/>
                  </a:lnTo>
                  <a:lnTo>
                    <a:pt x="1408557" y="647306"/>
                  </a:lnTo>
                  <a:lnTo>
                    <a:pt x="1409431" y="649740"/>
                  </a:lnTo>
                  <a:lnTo>
                    <a:pt x="1410296" y="652173"/>
                  </a:lnTo>
                  <a:lnTo>
                    <a:pt x="1411161" y="654607"/>
                  </a:lnTo>
                  <a:lnTo>
                    <a:pt x="1412035" y="657040"/>
                  </a:lnTo>
                  <a:lnTo>
                    <a:pt x="1412939" y="659474"/>
                  </a:lnTo>
                  <a:lnTo>
                    <a:pt x="1413884" y="661907"/>
                  </a:lnTo>
                  <a:lnTo>
                    <a:pt x="1414877" y="664341"/>
                  </a:lnTo>
                  <a:lnTo>
                    <a:pt x="1415927" y="666774"/>
                  </a:lnTo>
                  <a:lnTo>
                    <a:pt x="1417044" y="669208"/>
                  </a:lnTo>
                  <a:lnTo>
                    <a:pt x="1418263" y="671641"/>
                  </a:lnTo>
                  <a:lnTo>
                    <a:pt x="1419577" y="674075"/>
                  </a:lnTo>
                  <a:lnTo>
                    <a:pt x="1420989" y="676508"/>
                  </a:lnTo>
                  <a:lnTo>
                    <a:pt x="1422505" y="678942"/>
                  </a:lnTo>
                  <a:lnTo>
                    <a:pt x="1424132" y="681375"/>
                  </a:lnTo>
                  <a:lnTo>
                    <a:pt x="1425917" y="683809"/>
                  </a:lnTo>
                  <a:lnTo>
                    <a:pt x="1427828" y="686242"/>
                  </a:lnTo>
                  <a:lnTo>
                    <a:pt x="1429868" y="688676"/>
                  </a:lnTo>
                  <a:lnTo>
                    <a:pt x="1432038" y="691109"/>
                  </a:lnTo>
                  <a:lnTo>
                    <a:pt x="1434342" y="693543"/>
                  </a:lnTo>
                  <a:lnTo>
                    <a:pt x="1436825" y="695976"/>
                  </a:lnTo>
                  <a:lnTo>
                    <a:pt x="1439440" y="698410"/>
                  </a:lnTo>
                  <a:lnTo>
                    <a:pt x="1442187" y="700843"/>
                  </a:lnTo>
                  <a:lnTo>
                    <a:pt x="1445065" y="703277"/>
                  </a:lnTo>
                  <a:lnTo>
                    <a:pt x="1448076" y="705710"/>
                  </a:lnTo>
                  <a:lnTo>
                    <a:pt x="1451246" y="708143"/>
                  </a:lnTo>
                  <a:lnTo>
                    <a:pt x="1454531" y="710577"/>
                  </a:lnTo>
                  <a:lnTo>
                    <a:pt x="1457928" y="713010"/>
                  </a:lnTo>
                  <a:lnTo>
                    <a:pt x="1461430" y="715444"/>
                  </a:lnTo>
                  <a:lnTo>
                    <a:pt x="1465039" y="717877"/>
                  </a:lnTo>
                  <a:lnTo>
                    <a:pt x="1468760" y="720311"/>
                  </a:lnTo>
                  <a:lnTo>
                    <a:pt x="1472561" y="722744"/>
                  </a:lnTo>
                  <a:lnTo>
                    <a:pt x="1476434" y="725178"/>
                  </a:lnTo>
                  <a:lnTo>
                    <a:pt x="1480372" y="727611"/>
                  </a:lnTo>
                  <a:lnTo>
                    <a:pt x="1484373" y="730045"/>
                  </a:lnTo>
                  <a:lnTo>
                    <a:pt x="1488428" y="732478"/>
                  </a:lnTo>
                  <a:lnTo>
                    <a:pt x="1492518" y="734912"/>
                  </a:lnTo>
                  <a:lnTo>
                    <a:pt x="1496635" y="737345"/>
                  </a:lnTo>
                  <a:lnTo>
                    <a:pt x="1500773" y="739779"/>
                  </a:lnTo>
                  <a:lnTo>
                    <a:pt x="1504923" y="742212"/>
                  </a:lnTo>
                  <a:lnTo>
                    <a:pt x="1509075" y="744646"/>
                  </a:lnTo>
                  <a:lnTo>
                    <a:pt x="1513221" y="747079"/>
                  </a:lnTo>
                  <a:lnTo>
                    <a:pt x="1517355" y="749513"/>
                  </a:lnTo>
                  <a:lnTo>
                    <a:pt x="1521472" y="751946"/>
                  </a:lnTo>
                  <a:lnTo>
                    <a:pt x="1525561" y="754380"/>
                  </a:lnTo>
                  <a:lnTo>
                    <a:pt x="1529616" y="756813"/>
                  </a:lnTo>
                  <a:lnTo>
                    <a:pt x="1533636" y="759247"/>
                  </a:lnTo>
                  <a:lnTo>
                    <a:pt x="1537620" y="761680"/>
                  </a:lnTo>
                  <a:lnTo>
                    <a:pt x="1541565" y="764114"/>
                  </a:lnTo>
                  <a:lnTo>
                    <a:pt x="1545459" y="766547"/>
                  </a:lnTo>
                  <a:lnTo>
                    <a:pt x="1549304" y="768981"/>
                  </a:lnTo>
                  <a:lnTo>
                    <a:pt x="1553105" y="771414"/>
                  </a:lnTo>
                  <a:lnTo>
                    <a:pt x="1556862" y="773848"/>
                  </a:lnTo>
                  <a:lnTo>
                    <a:pt x="1560576" y="776281"/>
                  </a:lnTo>
                  <a:lnTo>
                    <a:pt x="1564237" y="778715"/>
                  </a:lnTo>
                  <a:lnTo>
                    <a:pt x="1567855" y="781148"/>
                  </a:lnTo>
                  <a:lnTo>
                    <a:pt x="1571434" y="783581"/>
                  </a:lnTo>
                  <a:lnTo>
                    <a:pt x="1574978" y="786015"/>
                  </a:lnTo>
                  <a:lnTo>
                    <a:pt x="1578489" y="788448"/>
                  </a:lnTo>
                  <a:lnTo>
                    <a:pt x="1581962" y="790882"/>
                  </a:lnTo>
                  <a:lnTo>
                    <a:pt x="1585410" y="793315"/>
                  </a:lnTo>
                  <a:lnTo>
                    <a:pt x="1588836" y="795749"/>
                  </a:lnTo>
                  <a:lnTo>
                    <a:pt x="1592246" y="798182"/>
                  </a:lnTo>
                  <a:lnTo>
                    <a:pt x="1595641" y="800616"/>
                  </a:lnTo>
                  <a:lnTo>
                    <a:pt x="1599026" y="803049"/>
                  </a:lnTo>
                  <a:lnTo>
                    <a:pt x="1602408" y="805483"/>
                  </a:lnTo>
                  <a:lnTo>
                    <a:pt x="1605793" y="807916"/>
                  </a:lnTo>
                  <a:lnTo>
                    <a:pt x="1609183" y="810350"/>
                  </a:lnTo>
                  <a:lnTo>
                    <a:pt x="1612584" y="812783"/>
                  </a:lnTo>
                  <a:lnTo>
                    <a:pt x="1616006" y="815217"/>
                  </a:lnTo>
                  <a:lnTo>
                    <a:pt x="1619452" y="817650"/>
                  </a:lnTo>
                  <a:lnTo>
                    <a:pt x="1622926" y="820084"/>
                  </a:lnTo>
                  <a:lnTo>
                    <a:pt x="1626433" y="822517"/>
                  </a:lnTo>
                  <a:lnTo>
                    <a:pt x="1629977" y="824951"/>
                  </a:lnTo>
                  <a:lnTo>
                    <a:pt x="1633580" y="827384"/>
                  </a:lnTo>
                  <a:lnTo>
                    <a:pt x="1637236" y="829818"/>
                  </a:lnTo>
                  <a:lnTo>
                    <a:pt x="1640948" y="832251"/>
                  </a:lnTo>
                  <a:lnTo>
                    <a:pt x="1644724" y="834685"/>
                  </a:lnTo>
                  <a:lnTo>
                    <a:pt x="1648571" y="837118"/>
                  </a:lnTo>
                  <a:lnTo>
                    <a:pt x="1652518" y="839552"/>
                  </a:lnTo>
                  <a:lnTo>
                    <a:pt x="1656551" y="841985"/>
                  </a:lnTo>
                  <a:lnTo>
                    <a:pt x="1660675" y="844419"/>
                  </a:lnTo>
                  <a:lnTo>
                    <a:pt x="1664897" y="846852"/>
                  </a:lnTo>
                  <a:lnTo>
                    <a:pt x="1669232" y="849286"/>
                  </a:lnTo>
                  <a:lnTo>
                    <a:pt x="1673710" y="851719"/>
                  </a:lnTo>
                  <a:lnTo>
                    <a:pt x="1678310" y="854153"/>
                  </a:lnTo>
                  <a:lnTo>
                    <a:pt x="1683039" y="856586"/>
                  </a:lnTo>
                  <a:lnTo>
                    <a:pt x="1687901" y="859020"/>
                  </a:lnTo>
                  <a:lnTo>
                    <a:pt x="1692919" y="861453"/>
                  </a:lnTo>
                  <a:lnTo>
                    <a:pt x="1698119" y="863886"/>
                  </a:lnTo>
                  <a:lnTo>
                    <a:pt x="1703473" y="866320"/>
                  </a:lnTo>
                  <a:lnTo>
                    <a:pt x="1708985" y="868753"/>
                  </a:lnTo>
                  <a:lnTo>
                    <a:pt x="1714657" y="871187"/>
                  </a:lnTo>
                  <a:lnTo>
                    <a:pt x="1720518" y="873620"/>
                  </a:lnTo>
                  <a:lnTo>
                    <a:pt x="1726578" y="876054"/>
                  </a:lnTo>
                  <a:lnTo>
                    <a:pt x="1732806" y="878487"/>
                  </a:lnTo>
                  <a:lnTo>
                    <a:pt x="1739200" y="880921"/>
                  </a:lnTo>
                  <a:lnTo>
                    <a:pt x="1745758" y="883354"/>
                  </a:lnTo>
                  <a:lnTo>
                    <a:pt x="1752507" y="885788"/>
                  </a:lnTo>
                  <a:lnTo>
                    <a:pt x="1759438" y="888221"/>
                  </a:lnTo>
                  <a:lnTo>
                    <a:pt x="1766516" y="890655"/>
                  </a:lnTo>
                  <a:lnTo>
                    <a:pt x="1773736" y="893088"/>
                  </a:lnTo>
                  <a:lnTo>
                    <a:pt x="1781089" y="895522"/>
                  </a:lnTo>
                  <a:lnTo>
                    <a:pt x="1788590" y="897955"/>
                  </a:lnTo>
                  <a:lnTo>
                    <a:pt x="1796211" y="900389"/>
                  </a:lnTo>
                  <a:lnTo>
                    <a:pt x="1803924" y="902822"/>
                  </a:lnTo>
                  <a:lnTo>
                    <a:pt x="1811716" y="905256"/>
                  </a:lnTo>
                  <a:lnTo>
                    <a:pt x="1819575" y="907689"/>
                  </a:lnTo>
                  <a:lnTo>
                    <a:pt x="1827491" y="910123"/>
                  </a:lnTo>
                  <a:lnTo>
                    <a:pt x="1835434" y="912556"/>
                  </a:lnTo>
                  <a:lnTo>
                    <a:pt x="1843383" y="914990"/>
                  </a:lnTo>
                  <a:lnTo>
                    <a:pt x="1851322" y="917423"/>
                  </a:lnTo>
                  <a:lnTo>
                    <a:pt x="1859236" y="919857"/>
                  </a:lnTo>
                  <a:lnTo>
                    <a:pt x="1867087" y="922290"/>
                  </a:lnTo>
                  <a:lnTo>
                    <a:pt x="1874862" y="924724"/>
                  </a:lnTo>
                  <a:lnTo>
                    <a:pt x="1882547" y="927157"/>
                  </a:lnTo>
                  <a:lnTo>
                    <a:pt x="1890127" y="929591"/>
                  </a:lnTo>
                  <a:lnTo>
                    <a:pt x="1897588" y="932024"/>
                  </a:lnTo>
                  <a:lnTo>
                    <a:pt x="1904867" y="934458"/>
                  </a:lnTo>
                  <a:lnTo>
                    <a:pt x="1911982" y="936891"/>
                  </a:lnTo>
                  <a:lnTo>
                    <a:pt x="1918927" y="939324"/>
                  </a:lnTo>
                  <a:lnTo>
                    <a:pt x="1925691" y="941758"/>
                  </a:lnTo>
                  <a:lnTo>
                    <a:pt x="1932265" y="944191"/>
                  </a:lnTo>
                  <a:lnTo>
                    <a:pt x="1938570" y="946625"/>
                  </a:lnTo>
                  <a:lnTo>
                    <a:pt x="1944664" y="949058"/>
                  </a:lnTo>
                  <a:lnTo>
                    <a:pt x="1950544" y="951492"/>
                  </a:lnTo>
                  <a:lnTo>
                    <a:pt x="1956207" y="953925"/>
                  </a:lnTo>
                  <a:lnTo>
                    <a:pt x="1961648" y="956359"/>
                  </a:lnTo>
                  <a:lnTo>
                    <a:pt x="1966803" y="958792"/>
                  </a:lnTo>
                  <a:lnTo>
                    <a:pt x="1971746" y="961226"/>
                  </a:lnTo>
                  <a:lnTo>
                    <a:pt x="1976483" y="963659"/>
                  </a:lnTo>
                  <a:lnTo>
                    <a:pt x="1981020" y="966093"/>
                  </a:lnTo>
                  <a:lnTo>
                    <a:pt x="1985354" y="968526"/>
                  </a:lnTo>
                  <a:lnTo>
                    <a:pt x="1989461" y="970960"/>
                  </a:lnTo>
                  <a:lnTo>
                    <a:pt x="1993408" y="973393"/>
                  </a:lnTo>
                  <a:lnTo>
                    <a:pt x="1997208" y="975827"/>
                  </a:lnTo>
                  <a:lnTo>
                    <a:pt x="2000876" y="978260"/>
                  </a:lnTo>
                  <a:lnTo>
                    <a:pt x="2004419" y="980694"/>
                  </a:lnTo>
                  <a:lnTo>
                    <a:pt x="2007849" y="983127"/>
                  </a:lnTo>
                  <a:lnTo>
                    <a:pt x="2011214" y="985561"/>
                  </a:lnTo>
                  <a:lnTo>
                    <a:pt x="2014530" y="987994"/>
                  </a:lnTo>
                  <a:lnTo>
                    <a:pt x="2017818" y="990428"/>
                  </a:lnTo>
                  <a:lnTo>
                    <a:pt x="2021098" y="992861"/>
                  </a:lnTo>
                  <a:lnTo>
                    <a:pt x="2024402" y="995295"/>
                  </a:lnTo>
                  <a:lnTo>
                    <a:pt x="2027752" y="997728"/>
                  </a:lnTo>
                  <a:lnTo>
                    <a:pt x="2031163" y="1000162"/>
                  </a:lnTo>
                  <a:lnTo>
                    <a:pt x="2034652" y="1002595"/>
                  </a:lnTo>
                  <a:lnTo>
                    <a:pt x="2038253" y="1005029"/>
                  </a:lnTo>
                  <a:lnTo>
                    <a:pt x="2041995" y="1007462"/>
                  </a:lnTo>
                  <a:lnTo>
                    <a:pt x="2045871" y="1009896"/>
                  </a:lnTo>
                  <a:lnTo>
                    <a:pt x="2049890" y="1012329"/>
                  </a:lnTo>
                  <a:lnTo>
                    <a:pt x="2054062" y="1014763"/>
                  </a:lnTo>
                  <a:lnTo>
                    <a:pt x="2058423" y="1017196"/>
                  </a:lnTo>
                  <a:lnTo>
                    <a:pt x="2062978" y="1019629"/>
                  </a:lnTo>
                  <a:lnTo>
                    <a:pt x="2067701" y="1022063"/>
                  </a:lnTo>
                  <a:lnTo>
                    <a:pt x="2072589" y="1024496"/>
                  </a:lnTo>
                  <a:lnTo>
                    <a:pt x="2077641" y="1026930"/>
                  </a:lnTo>
                  <a:lnTo>
                    <a:pt x="2082884" y="1029363"/>
                  </a:lnTo>
                  <a:lnTo>
                    <a:pt x="2088289" y="1031797"/>
                  </a:lnTo>
                  <a:lnTo>
                    <a:pt x="2093826" y="1034230"/>
                  </a:lnTo>
                  <a:lnTo>
                    <a:pt x="2099481" y="1036664"/>
                  </a:lnTo>
                  <a:lnTo>
                    <a:pt x="2105241" y="1039097"/>
                  </a:lnTo>
                  <a:lnTo>
                    <a:pt x="2111105" y="1041531"/>
                  </a:lnTo>
                  <a:lnTo>
                    <a:pt x="2117032" y="1043964"/>
                  </a:lnTo>
                  <a:lnTo>
                    <a:pt x="2122993" y="1046398"/>
                  </a:lnTo>
                  <a:lnTo>
                    <a:pt x="2128969" y="1048831"/>
                  </a:lnTo>
                  <a:lnTo>
                    <a:pt x="2134939" y="1051265"/>
                  </a:lnTo>
                  <a:lnTo>
                    <a:pt x="2140863" y="1053698"/>
                  </a:lnTo>
                  <a:lnTo>
                    <a:pt x="2146714" y="1056132"/>
                  </a:lnTo>
                  <a:lnTo>
                    <a:pt x="2152471" y="1058565"/>
                  </a:lnTo>
                  <a:lnTo>
                    <a:pt x="2158114" y="1060999"/>
                  </a:lnTo>
                  <a:lnTo>
                    <a:pt x="2163620" y="1063432"/>
                  </a:lnTo>
                  <a:lnTo>
                    <a:pt x="2168906" y="1065866"/>
                  </a:lnTo>
                  <a:lnTo>
                    <a:pt x="2173986" y="1068299"/>
                  </a:lnTo>
                  <a:lnTo>
                    <a:pt x="2178848" y="1070733"/>
                  </a:lnTo>
                  <a:lnTo>
                    <a:pt x="2183471" y="1073166"/>
                  </a:lnTo>
                  <a:lnTo>
                    <a:pt x="2187837" y="1075600"/>
                  </a:lnTo>
                  <a:lnTo>
                    <a:pt x="2191824" y="1078033"/>
                  </a:lnTo>
                  <a:lnTo>
                    <a:pt x="2195503" y="1080467"/>
                  </a:lnTo>
                  <a:lnTo>
                    <a:pt x="2198861" y="1082900"/>
                  </a:lnTo>
                  <a:lnTo>
                    <a:pt x="2201883" y="1085334"/>
                  </a:lnTo>
                  <a:lnTo>
                    <a:pt x="2204544" y="1087767"/>
                  </a:lnTo>
                  <a:lnTo>
                    <a:pt x="2206723" y="1090201"/>
                  </a:lnTo>
                  <a:lnTo>
                    <a:pt x="2208517" y="1092634"/>
                  </a:lnTo>
                  <a:lnTo>
                    <a:pt x="2209918" y="1095067"/>
                  </a:lnTo>
                  <a:lnTo>
                    <a:pt x="2210915" y="1097501"/>
                  </a:lnTo>
                  <a:lnTo>
                    <a:pt x="2211474" y="1099934"/>
                  </a:lnTo>
                  <a:lnTo>
                    <a:pt x="2211487" y="1102368"/>
                  </a:lnTo>
                  <a:lnTo>
                    <a:pt x="2211066" y="1104801"/>
                  </a:lnTo>
                  <a:lnTo>
                    <a:pt x="2210201" y="1107235"/>
                  </a:lnTo>
                  <a:lnTo>
                    <a:pt x="2208887" y="1109668"/>
                  </a:lnTo>
                  <a:lnTo>
                    <a:pt x="2207074" y="1112102"/>
                  </a:lnTo>
                  <a:lnTo>
                    <a:pt x="2204679" y="1114535"/>
                  </a:lnTo>
                  <a:lnTo>
                    <a:pt x="2201810" y="1116969"/>
                  </a:lnTo>
                  <a:lnTo>
                    <a:pt x="2198460" y="1119402"/>
                  </a:lnTo>
                  <a:lnTo>
                    <a:pt x="2194625" y="1121836"/>
                  </a:lnTo>
                  <a:lnTo>
                    <a:pt x="2190235" y="1124269"/>
                  </a:lnTo>
                  <a:lnTo>
                    <a:pt x="2185234" y="1126703"/>
                  </a:lnTo>
                  <a:lnTo>
                    <a:pt x="2179723" y="1129136"/>
                  </a:lnTo>
                  <a:lnTo>
                    <a:pt x="2173696" y="1131570"/>
                  </a:lnTo>
                  <a:lnTo>
                    <a:pt x="2167148" y="1134003"/>
                  </a:lnTo>
                  <a:lnTo>
                    <a:pt x="2159987" y="1136437"/>
                  </a:lnTo>
                  <a:lnTo>
                    <a:pt x="2152188" y="1138870"/>
                  </a:lnTo>
                  <a:lnTo>
                    <a:pt x="2143844" y="1141304"/>
                  </a:lnTo>
                  <a:lnTo>
                    <a:pt x="2134948" y="1143737"/>
                  </a:lnTo>
                  <a:lnTo>
                    <a:pt x="2125496" y="1146171"/>
                  </a:lnTo>
                  <a:lnTo>
                    <a:pt x="2115376" y="1148604"/>
                  </a:lnTo>
                  <a:lnTo>
                    <a:pt x="2104598" y="1151038"/>
                  </a:lnTo>
                  <a:lnTo>
                    <a:pt x="2093248" y="1153471"/>
                  </a:lnTo>
                  <a:lnTo>
                    <a:pt x="2081322" y="1155905"/>
                  </a:lnTo>
                  <a:lnTo>
                    <a:pt x="2068819" y="1158338"/>
                  </a:lnTo>
                  <a:lnTo>
                    <a:pt x="2055609" y="1160772"/>
                  </a:lnTo>
                  <a:lnTo>
                    <a:pt x="2041752" y="1163205"/>
                  </a:lnTo>
                  <a:lnTo>
                    <a:pt x="2027320" y="1165639"/>
                  </a:lnTo>
                  <a:lnTo>
                    <a:pt x="2012318" y="1168072"/>
                  </a:lnTo>
                  <a:lnTo>
                    <a:pt x="1996751" y="1170506"/>
                  </a:lnTo>
                  <a:lnTo>
                    <a:pt x="1980488" y="1172939"/>
                  </a:lnTo>
                  <a:lnTo>
                    <a:pt x="1963634" y="1175372"/>
                  </a:lnTo>
                  <a:lnTo>
                    <a:pt x="1946252" y="1177806"/>
                  </a:lnTo>
                  <a:lnTo>
                    <a:pt x="1928356" y="1180239"/>
                  </a:lnTo>
                  <a:lnTo>
                    <a:pt x="1909961" y="1182673"/>
                  </a:lnTo>
                  <a:lnTo>
                    <a:pt x="1890957" y="1185106"/>
                  </a:lnTo>
                  <a:lnTo>
                    <a:pt x="1871483" y="1187540"/>
                  </a:lnTo>
                  <a:lnTo>
                    <a:pt x="1851591" y="1189973"/>
                  </a:lnTo>
                  <a:lnTo>
                    <a:pt x="1831305" y="1192407"/>
                  </a:lnTo>
                  <a:lnTo>
                    <a:pt x="1810652" y="1194840"/>
                  </a:lnTo>
                  <a:lnTo>
                    <a:pt x="1789571" y="1197274"/>
                  </a:lnTo>
                  <a:lnTo>
                    <a:pt x="1768204" y="1199707"/>
                  </a:lnTo>
                  <a:lnTo>
                    <a:pt x="1746594" y="1202141"/>
                  </a:lnTo>
                  <a:lnTo>
                    <a:pt x="1724775" y="1204574"/>
                  </a:lnTo>
                  <a:lnTo>
                    <a:pt x="1702783" y="1207008"/>
                  </a:lnTo>
                  <a:lnTo>
                    <a:pt x="1680635" y="1209441"/>
                  </a:lnTo>
                  <a:lnTo>
                    <a:pt x="1658429" y="1211875"/>
                  </a:lnTo>
                  <a:lnTo>
                    <a:pt x="1636205" y="1214308"/>
                  </a:lnTo>
                  <a:lnTo>
                    <a:pt x="1614002" y="1216742"/>
                  </a:lnTo>
                  <a:lnTo>
                    <a:pt x="1591866" y="1219175"/>
                  </a:lnTo>
                  <a:lnTo>
                    <a:pt x="1569895" y="1221609"/>
                  </a:lnTo>
                  <a:lnTo>
                    <a:pt x="1548108" y="1224042"/>
                  </a:lnTo>
                  <a:lnTo>
                    <a:pt x="1526546" y="1226476"/>
                  </a:lnTo>
                  <a:lnTo>
                    <a:pt x="1505246" y="1228909"/>
                  </a:lnTo>
                  <a:lnTo>
                    <a:pt x="1484273" y="1231343"/>
                  </a:lnTo>
                  <a:lnTo>
                    <a:pt x="1463760" y="1233776"/>
                  </a:lnTo>
                  <a:lnTo>
                    <a:pt x="1443656" y="1236210"/>
                  </a:lnTo>
                  <a:lnTo>
                    <a:pt x="1423995" y="1238643"/>
                  </a:lnTo>
                  <a:lnTo>
                    <a:pt x="1404806" y="1241077"/>
                  </a:lnTo>
                  <a:lnTo>
                    <a:pt x="1386173" y="1243510"/>
                  </a:lnTo>
                  <a:close/>
                </a:path>
              </a:pathLst>
            </a:custGeom>
            <a:solidFill>
              <a:srgbClr val="F2975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6719716" y="5892583"/>
              <a:ext cx="2357645" cy="1269114"/>
            </a:xfrm>
            <a:custGeom>
              <a:avLst/>
              <a:pathLst>
                <a:path w="2357645" h="1269114">
                  <a:moveTo>
                    <a:pt x="1177696" y="1269114"/>
                  </a:moveTo>
                  <a:lnTo>
                    <a:pt x="1177668" y="1266630"/>
                  </a:lnTo>
                  <a:lnTo>
                    <a:pt x="1177643" y="1264147"/>
                  </a:lnTo>
                  <a:lnTo>
                    <a:pt x="1177621" y="1261663"/>
                  </a:lnTo>
                  <a:lnTo>
                    <a:pt x="1177603" y="1259179"/>
                  </a:lnTo>
                  <a:lnTo>
                    <a:pt x="1177588" y="1256696"/>
                  </a:lnTo>
                  <a:lnTo>
                    <a:pt x="1177574" y="1254212"/>
                  </a:lnTo>
                  <a:lnTo>
                    <a:pt x="1177563" y="1251729"/>
                  </a:lnTo>
                  <a:lnTo>
                    <a:pt x="1177553" y="1249245"/>
                  </a:lnTo>
                  <a:lnTo>
                    <a:pt x="1177544" y="1246761"/>
                  </a:lnTo>
                  <a:lnTo>
                    <a:pt x="1177536" y="1244278"/>
                  </a:lnTo>
                  <a:lnTo>
                    <a:pt x="1177530" y="1241794"/>
                  </a:lnTo>
                  <a:lnTo>
                    <a:pt x="1177523" y="1239311"/>
                  </a:lnTo>
                  <a:lnTo>
                    <a:pt x="1177517" y="1236827"/>
                  </a:lnTo>
                  <a:lnTo>
                    <a:pt x="1177512" y="1234344"/>
                  </a:lnTo>
                  <a:lnTo>
                    <a:pt x="1177506" y="1231860"/>
                  </a:lnTo>
                  <a:lnTo>
                    <a:pt x="1177501" y="1229376"/>
                  </a:lnTo>
                  <a:lnTo>
                    <a:pt x="1177497" y="1226893"/>
                  </a:lnTo>
                  <a:lnTo>
                    <a:pt x="1177493" y="1224409"/>
                  </a:lnTo>
                  <a:lnTo>
                    <a:pt x="1177489" y="1221926"/>
                  </a:lnTo>
                  <a:lnTo>
                    <a:pt x="1177487" y="1219442"/>
                  </a:lnTo>
                  <a:lnTo>
                    <a:pt x="1177484" y="1216958"/>
                  </a:lnTo>
                  <a:lnTo>
                    <a:pt x="1177483" y="1214475"/>
                  </a:lnTo>
                  <a:lnTo>
                    <a:pt x="1177483" y="1211991"/>
                  </a:lnTo>
                  <a:lnTo>
                    <a:pt x="1177483" y="1209508"/>
                  </a:lnTo>
                  <a:lnTo>
                    <a:pt x="1177484" y="1207024"/>
                  </a:lnTo>
                  <a:lnTo>
                    <a:pt x="1177486" y="1204540"/>
                  </a:lnTo>
                  <a:lnTo>
                    <a:pt x="1177488" y="1202057"/>
                  </a:lnTo>
                  <a:lnTo>
                    <a:pt x="1177492" y="1199573"/>
                  </a:lnTo>
                  <a:lnTo>
                    <a:pt x="1177496" y="1197090"/>
                  </a:lnTo>
                  <a:lnTo>
                    <a:pt x="1177501" y="1194606"/>
                  </a:lnTo>
                  <a:lnTo>
                    <a:pt x="1177508" y="1192122"/>
                  </a:lnTo>
                  <a:lnTo>
                    <a:pt x="1177515" y="1189639"/>
                  </a:lnTo>
                  <a:lnTo>
                    <a:pt x="1177524" y="1187155"/>
                  </a:lnTo>
                  <a:lnTo>
                    <a:pt x="1177534" y="1184672"/>
                  </a:lnTo>
                  <a:lnTo>
                    <a:pt x="1177546" y="1182188"/>
                  </a:lnTo>
                  <a:lnTo>
                    <a:pt x="1177561" y="1179705"/>
                  </a:lnTo>
                  <a:lnTo>
                    <a:pt x="1177579" y="1177221"/>
                  </a:lnTo>
                  <a:lnTo>
                    <a:pt x="1177599" y="1174737"/>
                  </a:lnTo>
                  <a:lnTo>
                    <a:pt x="1177622" y="1172254"/>
                  </a:lnTo>
                  <a:lnTo>
                    <a:pt x="1177648" y="1169770"/>
                  </a:lnTo>
                  <a:lnTo>
                    <a:pt x="1177677" y="1167287"/>
                  </a:lnTo>
                  <a:lnTo>
                    <a:pt x="1177710" y="1164803"/>
                  </a:lnTo>
                  <a:lnTo>
                    <a:pt x="1177745" y="1162319"/>
                  </a:lnTo>
                  <a:lnTo>
                    <a:pt x="1177784" y="1159836"/>
                  </a:lnTo>
                  <a:lnTo>
                    <a:pt x="1177824" y="1157352"/>
                  </a:lnTo>
                  <a:lnTo>
                    <a:pt x="1177866" y="1154869"/>
                  </a:lnTo>
                  <a:lnTo>
                    <a:pt x="1177909" y="1152385"/>
                  </a:lnTo>
                  <a:lnTo>
                    <a:pt x="1177953" y="1149901"/>
                  </a:lnTo>
                  <a:lnTo>
                    <a:pt x="1177996" y="1147418"/>
                  </a:lnTo>
                  <a:lnTo>
                    <a:pt x="1178037" y="1144934"/>
                  </a:lnTo>
                  <a:lnTo>
                    <a:pt x="1178075" y="1142451"/>
                  </a:lnTo>
                  <a:lnTo>
                    <a:pt x="1178110" y="1139967"/>
                  </a:lnTo>
                  <a:lnTo>
                    <a:pt x="1178140" y="1137484"/>
                  </a:lnTo>
                  <a:lnTo>
                    <a:pt x="1178164" y="1135000"/>
                  </a:lnTo>
                  <a:lnTo>
                    <a:pt x="1178180" y="1132516"/>
                  </a:lnTo>
                  <a:lnTo>
                    <a:pt x="1178186" y="1130033"/>
                  </a:lnTo>
                  <a:lnTo>
                    <a:pt x="1178184" y="1127549"/>
                  </a:lnTo>
                  <a:lnTo>
                    <a:pt x="1178170" y="1125066"/>
                  </a:lnTo>
                  <a:lnTo>
                    <a:pt x="1178146" y="1122582"/>
                  </a:lnTo>
                  <a:lnTo>
                    <a:pt x="1178109" y="1120098"/>
                  </a:lnTo>
                  <a:lnTo>
                    <a:pt x="1178059" y="1117615"/>
                  </a:lnTo>
                  <a:lnTo>
                    <a:pt x="1177993" y="1115131"/>
                  </a:lnTo>
                  <a:lnTo>
                    <a:pt x="1177912" y="1112648"/>
                  </a:lnTo>
                  <a:lnTo>
                    <a:pt x="1177818" y="1110164"/>
                  </a:lnTo>
                  <a:lnTo>
                    <a:pt x="1177708" y="1107680"/>
                  </a:lnTo>
                  <a:lnTo>
                    <a:pt x="1177585" y="1105197"/>
                  </a:lnTo>
                  <a:lnTo>
                    <a:pt x="1177447" y="1102713"/>
                  </a:lnTo>
                  <a:lnTo>
                    <a:pt x="1177292" y="1100230"/>
                  </a:lnTo>
                  <a:lnTo>
                    <a:pt x="1177124" y="1097746"/>
                  </a:lnTo>
                  <a:lnTo>
                    <a:pt x="1176943" y="1095263"/>
                  </a:lnTo>
                  <a:lnTo>
                    <a:pt x="1176750" y="1092779"/>
                  </a:lnTo>
                  <a:lnTo>
                    <a:pt x="1176547" y="1090295"/>
                  </a:lnTo>
                  <a:lnTo>
                    <a:pt x="1176333" y="1087812"/>
                  </a:lnTo>
                  <a:lnTo>
                    <a:pt x="1176111" y="1085328"/>
                  </a:lnTo>
                  <a:lnTo>
                    <a:pt x="1175879" y="1082845"/>
                  </a:lnTo>
                  <a:lnTo>
                    <a:pt x="1175642" y="1080361"/>
                  </a:lnTo>
                  <a:lnTo>
                    <a:pt x="1175399" y="1077877"/>
                  </a:lnTo>
                  <a:lnTo>
                    <a:pt x="1175151" y="1075394"/>
                  </a:lnTo>
                  <a:lnTo>
                    <a:pt x="1174901" y="1072910"/>
                  </a:lnTo>
                  <a:lnTo>
                    <a:pt x="1174647" y="1070427"/>
                  </a:lnTo>
                  <a:lnTo>
                    <a:pt x="1174391" y="1067943"/>
                  </a:lnTo>
                  <a:lnTo>
                    <a:pt x="1174134" y="1065459"/>
                  </a:lnTo>
                  <a:lnTo>
                    <a:pt x="1173875" y="1062976"/>
                  </a:lnTo>
                  <a:lnTo>
                    <a:pt x="1173615" y="1060492"/>
                  </a:lnTo>
                  <a:lnTo>
                    <a:pt x="1173354" y="1058009"/>
                  </a:lnTo>
                  <a:lnTo>
                    <a:pt x="1173091" y="1055525"/>
                  </a:lnTo>
                  <a:lnTo>
                    <a:pt x="1172826" y="1053041"/>
                  </a:lnTo>
                  <a:lnTo>
                    <a:pt x="1172558" y="1050558"/>
                  </a:lnTo>
                  <a:lnTo>
                    <a:pt x="1172286" y="1048074"/>
                  </a:lnTo>
                  <a:lnTo>
                    <a:pt x="1172010" y="1045591"/>
                  </a:lnTo>
                  <a:lnTo>
                    <a:pt x="1171728" y="1043107"/>
                  </a:lnTo>
                  <a:lnTo>
                    <a:pt x="1171441" y="1040624"/>
                  </a:lnTo>
                  <a:lnTo>
                    <a:pt x="1171146" y="1038140"/>
                  </a:lnTo>
                  <a:lnTo>
                    <a:pt x="1170842" y="1035656"/>
                  </a:lnTo>
                  <a:lnTo>
                    <a:pt x="1170527" y="1033173"/>
                  </a:lnTo>
                  <a:lnTo>
                    <a:pt x="1170202" y="1030689"/>
                  </a:lnTo>
                  <a:lnTo>
                    <a:pt x="1169864" y="1028206"/>
                  </a:lnTo>
                  <a:lnTo>
                    <a:pt x="1169513" y="1025722"/>
                  </a:lnTo>
                  <a:lnTo>
                    <a:pt x="1169147" y="1023238"/>
                  </a:lnTo>
                  <a:lnTo>
                    <a:pt x="1168766" y="1020755"/>
                  </a:lnTo>
                  <a:lnTo>
                    <a:pt x="1168366" y="1018271"/>
                  </a:lnTo>
                  <a:lnTo>
                    <a:pt x="1167948" y="1015788"/>
                  </a:lnTo>
                  <a:lnTo>
                    <a:pt x="1167514" y="1013304"/>
                  </a:lnTo>
                  <a:lnTo>
                    <a:pt x="1167062" y="1010820"/>
                  </a:lnTo>
                  <a:lnTo>
                    <a:pt x="1166593" y="1008337"/>
                  </a:lnTo>
                  <a:lnTo>
                    <a:pt x="1166107" y="1005853"/>
                  </a:lnTo>
                  <a:lnTo>
                    <a:pt x="1165603" y="1003370"/>
                  </a:lnTo>
                  <a:lnTo>
                    <a:pt x="1165084" y="1000886"/>
                  </a:lnTo>
                  <a:lnTo>
                    <a:pt x="1164554" y="998403"/>
                  </a:lnTo>
                  <a:lnTo>
                    <a:pt x="1164013" y="995919"/>
                  </a:lnTo>
                  <a:lnTo>
                    <a:pt x="1163465" y="993435"/>
                  </a:lnTo>
                  <a:lnTo>
                    <a:pt x="1162912" y="990952"/>
                  </a:lnTo>
                  <a:lnTo>
                    <a:pt x="1162356" y="988468"/>
                  </a:lnTo>
                  <a:lnTo>
                    <a:pt x="1161801" y="985985"/>
                  </a:lnTo>
                  <a:lnTo>
                    <a:pt x="1161250" y="983501"/>
                  </a:lnTo>
                  <a:lnTo>
                    <a:pt x="1160705" y="981017"/>
                  </a:lnTo>
                  <a:lnTo>
                    <a:pt x="1160168" y="978534"/>
                  </a:lnTo>
                  <a:lnTo>
                    <a:pt x="1159641" y="976050"/>
                  </a:lnTo>
                  <a:lnTo>
                    <a:pt x="1159124" y="973567"/>
                  </a:lnTo>
                  <a:lnTo>
                    <a:pt x="1158619" y="971083"/>
                  </a:lnTo>
                  <a:lnTo>
                    <a:pt x="1158125" y="968599"/>
                  </a:lnTo>
                  <a:lnTo>
                    <a:pt x="1157639" y="966116"/>
                  </a:lnTo>
                  <a:lnTo>
                    <a:pt x="1157159" y="963632"/>
                  </a:lnTo>
                  <a:lnTo>
                    <a:pt x="1156683" y="961149"/>
                  </a:lnTo>
                  <a:lnTo>
                    <a:pt x="1156207" y="958665"/>
                  </a:lnTo>
                  <a:lnTo>
                    <a:pt x="1155727" y="956181"/>
                  </a:lnTo>
                  <a:lnTo>
                    <a:pt x="1155237" y="953698"/>
                  </a:lnTo>
                  <a:lnTo>
                    <a:pt x="1154732" y="951214"/>
                  </a:lnTo>
                  <a:lnTo>
                    <a:pt x="1154210" y="948731"/>
                  </a:lnTo>
                  <a:lnTo>
                    <a:pt x="1153666" y="946247"/>
                  </a:lnTo>
                  <a:lnTo>
                    <a:pt x="1153097" y="943764"/>
                  </a:lnTo>
                  <a:lnTo>
                    <a:pt x="1152499" y="941280"/>
                  </a:lnTo>
                  <a:lnTo>
                    <a:pt x="1151865" y="938796"/>
                  </a:lnTo>
                  <a:lnTo>
                    <a:pt x="1151196" y="936313"/>
                  </a:lnTo>
                  <a:lnTo>
                    <a:pt x="1150495" y="933829"/>
                  </a:lnTo>
                  <a:lnTo>
                    <a:pt x="1149762" y="931346"/>
                  </a:lnTo>
                  <a:lnTo>
                    <a:pt x="1148999" y="928862"/>
                  </a:lnTo>
                  <a:lnTo>
                    <a:pt x="1148209" y="926378"/>
                  </a:lnTo>
                  <a:lnTo>
                    <a:pt x="1147394" y="923895"/>
                  </a:lnTo>
                  <a:lnTo>
                    <a:pt x="1146559" y="921411"/>
                  </a:lnTo>
                  <a:lnTo>
                    <a:pt x="1145712" y="918928"/>
                  </a:lnTo>
                  <a:lnTo>
                    <a:pt x="1144860" y="916444"/>
                  </a:lnTo>
                  <a:lnTo>
                    <a:pt x="1144008" y="913960"/>
                  </a:lnTo>
                  <a:lnTo>
                    <a:pt x="1143162" y="911477"/>
                  </a:lnTo>
                  <a:lnTo>
                    <a:pt x="1142327" y="908993"/>
                  </a:lnTo>
                  <a:lnTo>
                    <a:pt x="1141514" y="906510"/>
                  </a:lnTo>
                  <a:lnTo>
                    <a:pt x="1140726" y="904026"/>
                  </a:lnTo>
                  <a:lnTo>
                    <a:pt x="1139965" y="901543"/>
                  </a:lnTo>
                  <a:lnTo>
                    <a:pt x="1139236" y="899059"/>
                  </a:lnTo>
                  <a:lnTo>
                    <a:pt x="1138539" y="896575"/>
                  </a:lnTo>
                  <a:lnTo>
                    <a:pt x="1137877" y="894092"/>
                  </a:lnTo>
                  <a:lnTo>
                    <a:pt x="1137251" y="891608"/>
                  </a:lnTo>
                  <a:lnTo>
                    <a:pt x="1136662" y="889125"/>
                  </a:lnTo>
                  <a:lnTo>
                    <a:pt x="1136104" y="886641"/>
                  </a:lnTo>
                  <a:lnTo>
                    <a:pt x="1135574" y="884157"/>
                  </a:lnTo>
                  <a:lnTo>
                    <a:pt x="1135067" y="881674"/>
                  </a:lnTo>
                  <a:lnTo>
                    <a:pt x="1134580" y="879190"/>
                  </a:lnTo>
                  <a:lnTo>
                    <a:pt x="1134109" y="876707"/>
                  </a:lnTo>
                  <a:lnTo>
                    <a:pt x="1133651" y="874223"/>
                  </a:lnTo>
                  <a:lnTo>
                    <a:pt x="1133197" y="871739"/>
                  </a:lnTo>
                  <a:lnTo>
                    <a:pt x="1132745" y="869256"/>
                  </a:lnTo>
                  <a:lnTo>
                    <a:pt x="1132290" y="866772"/>
                  </a:lnTo>
                  <a:lnTo>
                    <a:pt x="1131830" y="864289"/>
                  </a:lnTo>
                  <a:lnTo>
                    <a:pt x="1131362" y="861805"/>
                  </a:lnTo>
                  <a:lnTo>
                    <a:pt x="1130884" y="859321"/>
                  </a:lnTo>
                  <a:lnTo>
                    <a:pt x="1130393" y="856838"/>
                  </a:lnTo>
                  <a:lnTo>
                    <a:pt x="1129891" y="854354"/>
                  </a:lnTo>
                  <a:lnTo>
                    <a:pt x="1129379" y="851871"/>
                  </a:lnTo>
                  <a:lnTo>
                    <a:pt x="1128857" y="849387"/>
                  </a:lnTo>
                  <a:lnTo>
                    <a:pt x="1128327" y="846904"/>
                  </a:lnTo>
                  <a:lnTo>
                    <a:pt x="1127790" y="844420"/>
                  </a:lnTo>
                  <a:lnTo>
                    <a:pt x="1127246" y="841936"/>
                  </a:lnTo>
                  <a:lnTo>
                    <a:pt x="1126698" y="839453"/>
                  </a:lnTo>
                  <a:lnTo>
                    <a:pt x="1126146" y="836969"/>
                  </a:lnTo>
                  <a:lnTo>
                    <a:pt x="1125590" y="834486"/>
                  </a:lnTo>
                  <a:lnTo>
                    <a:pt x="1125028" y="832002"/>
                  </a:lnTo>
                  <a:lnTo>
                    <a:pt x="1124458" y="829518"/>
                  </a:lnTo>
                  <a:lnTo>
                    <a:pt x="1123878" y="827035"/>
                  </a:lnTo>
                  <a:lnTo>
                    <a:pt x="1123280" y="824551"/>
                  </a:lnTo>
                  <a:lnTo>
                    <a:pt x="1122661" y="822068"/>
                  </a:lnTo>
                  <a:lnTo>
                    <a:pt x="1122014" y="819584"/>
                  </a:lnTo>
                  <a:lnTo>
                    <a:pt x="1121334" y="817100"/>
                  </a:lnTo>
                  <a:lnTo>
                    <a:pt x="1120614" y="814617"/>
                  </a:lnTo>
                  <a:lnTo>
                    <a:pt x="1119847" y="812133"/>
                  </a:lnTo>
                  <a:lnTo>
                    <a:pt x="1119012" y="809650"/>
                  </a:lnTo>
                  <a:lnTo>
                    <a:pt x="1118112" y="807166"/>
                  </a:lnTo>
                  <a:lnTo>
                    <a:pt x="1117141" y="804683"/>
                  </a:lnTo>
                  <a:lnTo>
                    <a:pt x="1116095" y="802199"/>
                  </a:lnTo>
                  <a:lnTo>
                    <a:pt x="1114968" y="799715"/>
                  </a:lnTo>
                  <a:lnTo>
                    <a:pt x="1113759" y="797232"/>
                  </a:lnTo>
                  <a:lnTo>
                    <a:pt x="1112458" y="794748"/>
                  </a:lnTo>
                  <a:lnTo>
                    <a:pt x="1111059" y="792265"/>
                  </a:lnTo>
                  <a:lnTo>
                    <a:pt x="1109576" y="789781"/>
                  </a:lnTo>
                  <a:lnTo>
                    <a:pt x="1108011" y="787297"/>
                  </a:lnTo>
                  <a:lnTo>
                    <a:pt x="1106368" y="784814"/>
                  </a:lnTo>
                  <a:lnTo>
                    <a:pt x="1104651" y="782330"/>
                  </a:lnTo>
                  <a:lnTo>
                    <a:pt x="1102864" y="779847"/>
                  </a:lnTo>
                  <a:lnTo>
                    <a:pt x="1101001" y="777363"/>
                  </a:lnTo>
                  <a:lnTo>
                    <a:pt x="1099081" y="774879"/>
                  </a:lnTo>
                  <a:lnTo>
                    <a:pt x="1097111" y="772396"/>
                  </a:lnTo>
                  <a:lnTo>
                    <a:pt x="1095096" y="769912"/>
                  </a:lnTo>
                  <a:lnTo>
                    <a:pt x="1093040" y="767429"/>
                  </a:lnTo>
                  <a:lnTo>
                    <a:pt x="1090947" y="764945"/>
                  </a:lnTo>
                  <a:lnTo>
                    <a:pt x="1088819" y="762461"/>
                  </a:lnTo>
                  <a:lnTo>
                    <a:pt x="1086657" y="759978"/>
                  </a:lnTo>
                  <a:lnTo>
                    <a:pt x="1084465" y="757494"/>
                  </a:lnTo>
                  <a:lnTo>
                    <a:pt x="1082246" y="755011"/>
                  </a:lnTo>
                  <a:lnTo>
                    <a:pt x="1079997" y="752527"/>
                  </a:lnTo>
                  <a:lnTo>
                    <a:pt x="1077717" y="750044"/>
                  </a:lnTo>
                  <a:lnTo>
                    <a:pt x="1075405" y="747560"/>
                  </a:lnTo>
                  <a:lnTo>
                    <a:pt x="1073051" y="745076"/>
                  </a:lnTo>
                  <a:lnTo>
                    <a:pt x="1070657" y="742593"/>
                  </a:lnTo>
                  <a:lnTo>
                    <a:pt x="1068220" y="740109"/>
                  </a:lnTo>
                  <a:lnTo>
                    <a:pt x="1065738" y="737626"/>
                  </a:lnTo>
                  <a:lnTo>
                    <a:pt x="1063207" y="735142"/>
                  </a:lnTo>
                  <a:lnTo>
                    <a:pt x="1060625" y="732658"/>
                  </a:lnTo>
                  <a:lnTo>
                    <a:pt x="1057981" y="730175"/>
                  </a:lnTo>
                  <a:lnTo>
                    <a:pt x="1055271" y="727691"/>
                  </a:lnTo>
                  <a:lnTo>
                    <a:pt x="1052499" y="725208"/>
                  </a:lnTo>
                  <a:lnTo>
                    <a:pt x="1049662" y="722724"/>
                  </a:lnTo>
                  <a:lnTo>
                    <a:pt x="1046760" y="720240"/>
                  </a:lnTo>
                  <a:lnTo>
                    <a:pt x="1043789" y="717757"/>
                  </a:lnTo>
                  <a:lnTo>
                    <a:pt x="1040748" y="715273"/>
                  </a:lnTo>
                  <a:lnTo>
                    <a:pt x="1037621" y="712790"/>
                  </a:lnTo>
                  <a:lnTo>
                    <a:pt x="1034420" y="710306"/>
                  </a:lnTo>
                  <a:lnTo>
                    <a:pt x="1031147" y="707823"/>
                  </a:lnTo>
                  <a:lnTo>
                    <a:pt x="1027801" y="705339"/>
                  </a:lnTo>
                  <a:lnTo>
                    <a:pt x="1024383" y="702855"/>
                  </a:lnTo>
                  <a:lnTo>
                    <a:pt x="1020897" y="700372"/>
                  </a:lnTo>
                  <a:lnTo>
                    <a:pt x="1017338" y="697888"/>
                  </a:lnTo>
                  <a:lnTo>
                    <a:pt x="1013711" y="695405"/>
                  </a:lnTo>
                  <a:lnTo>
                    <a:pt x="1010032" y="692921"/>
                  </a:lnTo>
                  <a:lnTo>
                    <a:pt x="1006309" y="690437"/>
                  </a:lnTo>
                  <a:lnTo>
                    <a:pt x="1002552" y="687954"/>
                  </a:lnTo>
                  <a:lnTo>
                    <a:pt x="998772" y="685470"/>
                  </a:lnTo>
                  <a:lnTo>
                    <a:pt x="994982" y="682987"/>
                  </a:lnTo>
                  <a:lnTo>
                    <a:pt x="991203" y="680503"/>
                  </a:lnTo>
                  <a:lnTo>
                    <a:pt x="987456" y="678019"/>
                  </a:lnTo>
                  <a:lnTo>
                    <a:pt x="983757" y="675536"/>
                  </a:lnTo>
                  <a:lnTo>
                    <a:pt x="980126" y="673052"/>
                  </a:lnTo>
                  <a:lnTo>
                    <a:pt x="976581" y="670569"/>
                  </a:lnTo>
                  <a:lnTo>
                    <a:pt x="973141" y="668085"/>
                  </a:lnTo>
                  <a:lnTo>
                    <a:pt x="969837" y="665602"/>
                  </a:lnTo>
                  <a:lnTo>
                    <a:pt x="966694" y="663118"/>
                  </a:lnTo>
                  <a:lnTo>
                    <a:pt x="963710" y="660634"/>
                  </a:lnTo>
                  <a:lnTo>
                    <a:pt x="960894" y="658151"/>
                  </a:lnTo>
                  <a:lnTo>
                    <a:pt x="958254" y="655667"/>
                  </a:lnTo>
                  <a:lnTo>
                    <a:pt x="955791" y="653184"/>
                  </a:lnTo>
                  <a:lnTo>
                    <a:pt x="953508" y="650700"/>
                  </a:lnTo>
                  <a:lnTo>
                    <a:pt x="951435" y="648216"/>
                  </a:lnTo>
                  <a:lnTo>
                    <a:pt x="949522" y="645733"/>
                  </a:lnTo>
                  <a:lnTo>
                    <a:pt x="947753" y="643249"/>
                  </a:lnTo>
                  <a:lnTo>
                    <a:pt x="946111" y="640766"/>
                  </a:lnTo>
                  <a:lnTo>
                    <a:pt x="944573" y="638282"/>
                  </a:lnTo>
                  <a:lnTo>
                    <a:pt x="943117" y="635798"/>
                  </a:lnTo>
                  <a:lnTo>
                    <a:pt x="941719" y="633315"/>
                  </a:lnTo>
                  <a:lnTo>
                    <a:pt x="940338" y="630831"/>
                  </a:lnTo>
                  <a:lnTo>
                    <a:pt x="938941" y="628348"/>
                  </a:lnTo>
                  <a:lnTo>
                    <a:pt x="937498" y="625864"/>
                  </a:lnTo>
                  <a:lnTo>
                    <a:pt x="935985" y="623380"/>
                  </a:lnTo>
                  <a:lnTo>
                    <a:pt x="934374" y="620897"/>
                  </a:lnTo>
                  <a:lnTo>
                    <a:pt x="932642" y="618413"/>
                  </a:lnTo>
                  <a:lnTo>
                    <a:pt x="930733" y="615930"/>
                  </a:lnTo>
                  <a:lnTo>
                    <a:pt x="928659" y="613446"/>
                  </a:lnTo>
                  <a:lnTo>
                    <a:pt x="926410" y="610963"/>
                  </a:lnTo>
                  <a:lnTo>
                    <a:pt x="923980" y="608479"/>
                  </a:lnTo>
                  <a:lnTo>
                    <a:pt x="921367" y="605995"/>
                  </a:lnTo>
                  <a:lnTo>
                    <a:pt x="918570" y="603512"/>
                  </a:lnTo>
                  <a:lnTo>
                    <a:pt x="915576" y="601028"/>
                  </a:lnTo>
                  <a:lnTo>
                    <a:pt x="912399" y="598545"/>
                  </a:lnTo>
                  <a:lnTo>
                    <a:pt x="909072" y="596061"/>
                  </a:lnTo>
                  <a:lnTo>
                    <a:pt x="905608" y="593577"/>
                  </a:lnTo>
                  <a:lnTo>
                    <a:pt x="902023" y="591094"/>
                  </a:lnTo>
                  <a:lnTo>
                    <a:pt x="898334" y="588610"/>
                  </a:lnTo>
                  <a:lnTo>
                    <a:pt x="894557" y="586127"/>
                  </a:lnTo>
                  <a:lnTo>
                    <a:pt x="890697" y="583643"/>
                  </a:lnTo>
                  <a:lnTo>
                    <a:pt x="886786" y="581159"/>
                  </a:lnTo>
                  <a:lnTo>
                    <a:pt x="882836" y="578676"/>
                  </a:lnTo>
                  <a:lnTo>
                    <a:pt x="878854" y="576192"/>
                  </a:lnTo>
                  <a:lnTo>
                    <a:pt x="874847" y="573709"/>
                  </a:lnTo>
                  <a:lnTo>
                    <a:pt x="870819" y="571225"/>
                  </a:lnTo>
                  <a:lnTo>
                    <a:pt x="866767" y="568742"/>
                  </a:lnTo>
                  <a:lnTo>
                    <a:pt x="862687" y="566258"/>
                  </a:lnTo>
                  <a:lnTo>
                    <a:pt x="858576" y="563774"/>
                  </a:lnTo>
                  <a:lnTo>
                    <a:pt x="854426" y="561291"/>
                  </a:lnTo>
                  <a:lnTo>
                    <a:pt x="850226" y="558807"/>
                  </a:lnTo>
                  <a:lnTo>
                    <a:pt x="845967" y="556324"/>
                  </a:lnTo>
                  <a:lnTo>
                    <a:pt x="841637" y="553840"/>
                  </a:lnTo>
                  <a:lnTo>
                    <a:pt x="837206" y="551356"/>
                  </a:lnTo>
                  <a:lnTo>
                    <a:pt x="832680" y="548873"/>
                  </a:lnTo>
                  <a:lnTo>
                    <a:pt x="828049" y="546389"/>
                  </a:lnTo>
                  <a:lnTo>
                    <a:pt x="823309" y="543906"/>
                  </a:lnTo>
                  <a:lnTo>
                    <a:pt x="818455" y="541422"/>
                  </a:lnTo>
                  <a:lnTo>
                    <a:pt x="813485" y="538938"/>
                  </a:lnTo>
                  <a:lnTo>
                    <a:pt x="808383" y="536455"/>
                  </a:lnTo>
                  <a:lnTo>
                    <a:pt x="803159" y="533971"/>
                  </a:lnTo>
                  <a:lnTo>
                    <a:pt x="797828" y="531488"/>
                  </a:lnTo>
                  <a:lnTo>
                    <a:pt x="792400" y="529004"/>
                  </a:lnTo>
                  <a:lnTo>
                    <a:pt x="786883" y="526520"/>
                  </a:lnTo>
                  <a:lnTo>
                    <a:pt x="781288" y="524037"/>
                  </a:lnTo>
                  <a:lnTo>
                    <a:pt x="775624" y="521553"/>
                  </a:lnTo>
                  <a:lnTo>
                    <a:pt x="769898" y="519070"/>
                  </a:lnTo>
                  <a:lnTo>
                    <a:pt x="764136" y="516586"/>
                  </a:lnTo>
                  <a:lnTo>
                    <a:pt x="758348" y="514103"/>
                  </a:lnTo>
                  <a:lnTo>
                    <a:pt x="752544" y="511619"/>
                  </a:lnTo>
                  <a:lnTo>
                    <a:pt x="746735" y="509135"/>
                  </a:lnTo>
                  <a:lnTo>
                    <a:pt x="740928" y="506652"/>
                  </a:lnTo>
                  <a:lnTo>
                    <a:pt x="735131" y="504168"/>
                  </a:lnTo>
                  <a:lnTo>
                    <a:pt x="729350" y="501685"/>
                  </a:lnTo>
                  <a:lnTo>
                    <a:pt x="723586" y="499201"/>
                  </a:lnTo>
                  <a:lnTo>
                    <a:pt x="717838" y="496717"/>
                  </a:lnTo>
                  <a:lnTo>
                    <a:pt x="712106" y="494234"/>
                  </a:lnTo>
                  <a:lnTo>
                    <a:pt x="706387" y="491750"/>
                  </a:lnTo>
                  <a:lnTo>
                    <a:pt x="700677" y="489267"/>
                  </a:lnTo>
                  <a:lnTo>
                    <a:pt x="694970" y="486783"/>
                  </a:lnTo>
                  <a:lnTo>
                    <a:pt x="689259" y="484299"/>
                  </a:lnTo>
                  <a:lnTo>
                    <a:pt x="683538" y="481816"/>
                  </a:lnTo>
                  <a:lnTo>
                    <a:pt x="677801" y="479332"/>
                  </a:lnTo>
                  <a:lnTo>
                    <a:pt x="672043" y="476849"/>
                  </a:lnTo>
                  <a:lnTo>
                    <a:pt x="666259" y="474365"/>
                  </a:lnTo>
                  <a:lnTo>
                    <a:pt x="660442" y="471882"/>
                  </a:lnTo>
                  <a:lnTo>
                    <a:pt x="654591" y="469398"/>
                  </a:lnTo>
                  <a:lnTo>
                    <a:pt x="648707" y="466914"/>
                  </a:lnTo>
                  <a:lnTo>
                    <a:pt x="642792" y="464431"/>
                  </a:lnTo>
                  <a:lnTo>
                    <a:pt x="636848" y="461947"/>
                  </a:lnTo>
                  <a:lnTo>
                    <a:pt x="630879" y="459464"/>
                  </a:lnTo>
                  <a:lnTo>
                    <a:pt x="624889" y="456980"/>
                  </a:lnTo>
                  <a:lnTo>
                    <a:pt x="618884" y="454496"/>
                  </a:lnTo>
                  <a:lnTo>
                    <a:pt x="612874" y="452013"/>
                  </a:lnTo>
                  <a:lnTo>
                    <a:pt x="606867" y="449529"/>
                  </a:lnTo>
                  <a:lnTo>
                    <a:pt x="600869" y="447046"/>
                  </a:lnTo>
                  <a:lnTo>
                    <a:pt x="594887" y="444562"/>
                  </a:lnTo>
                  <a:lnTo>
                    <a:pt x="588927" y="442078"/>
                  </a:lnTo>
                  <a:lnTo>
                    <a:pt x="582999" y="439595"/>
                  </a:lnTo>
                  <a:lnTo>
                    <a:pt x="577105" y="437111"/>
                  </a:lnTo>
                  <a:lnTo>
                    <a:pt x="571246" y="434628"/>
                  </a:lnTo>
                  <a:lnTo>
                    <a:pt x="565421" y="432144"/>
                  </a:lnTo>
                  <a:lnTo>
                    <a:pt x="559628" y="429660"/>
                  </a:lnTo>
                  <a:lnTo>
                    <a:pt x="553865" y="427177"/>
                  </a:lnTo>
                  <a:lnTo>
                    <a:pt x="548128" y="424693"/>
                  </a:lnTo>
                  <a:lnTo>
                    <a:pt x="542411" y="422210"/>
                  </a:lnTo>
                  <a:lnTo>
                    <a:pt x="536701" y="419726"/>
                  </a:lnTo>
                  <a:lnTo>
                    <a:pt x="530988" y="417243"/>
                  </a:lnTo>
                  <a:lnTo>
                    <a:pt x="525263" y="414759"/>
                  </a:lnTo>
                  <a:lnTo>
                    <a:pt x="519515" y="412275"/>
                  </a:lnTo>
                  <a:lnTo>
                    <a:pt x="513735" y="409792"/>
                  </a:lnTo>
                  <a:lnTo>
                    <a:pt x="507903" y="407308"/>
                  </a:lnTo>
                  <a:lnTo>
                    <a:pt x="502010" y="404825"/>
                  </a:lnTo>
                  <a:lnTo>
                    <a:pt x="496050" y="402341"/>
                  </a:lnTo>
                  <a:lnTo>
                    <a:pt x="490017" y="399857"/>
                  </a:lnTo>
                  <a:lnTo>
                    <a:pt x="483906" y="397374"/>
                  </a:lnTo>
                  <a:lnTo>
                    <a:pt x="477713" y="394890"/>
                  </a:lnTo>
                  <a:lnTo>
                    <a:pt x="471431" y="392407"/>
                  </a:lnTo>
                  <a:lnTo>
                    <a:pt x="465050" y="389923"/>
                  </a:lnTo>
                  <a:lnTo>
                    <a:pt x="458588" y="387439"/>
                  </a:lnTo>
                  <a:lnTo>
                    <a:pt x="452049" y="384956"/>
                  </a:lnTo>
                  <a:lnTo>
                    <a:pt x="445442" y="382472"/>
                  </a:lnTo>
                  <a:lnTo>
                    <a:pt x="438774" y="379989"/>
                  </a:lnTo>
                  <a:lnTo>
                    <a:pt x="432053" y="377505"/>
                  </a:lnTo>
                  <a:lnTo>
                    <a:pt x="425287" y="375022"/>
                  </a:lnTo>
                  <a:lnTo>
                    <a:pt x="418495" y="372538"/>
                  </a:lnTo>
                  <a:lnTo>
                    <a:pt x="411690" y="370054"/>
                  </a:lnTo>
                  <a:lnTo>
                    <a:pt x="404885" y="367571"/>
                  </a:lnTo>
                  <a:lnTo>
                    <a:pt x="398091" y="365087"/>
                  </a:lnTo>
                  <a:lnTo>
                    <a:pt x="391318" y="362604"/>
                  </a:lnTo>
                  <a:lnTo>
                    <a:pt x="384579" y="360120"/>
                  </a:lnTo>
                  <a:lnTo>
                    <a:pt x="377891" y="357636"/>
                  </a:lnTo>
                  <a:lnTo>
                    <a:pt x="371256" y="355153"/>
                  </a:lnTo>
                  <a:lnTo>
                    <a:pt x="364681" y="352669"/>
                  </a:lnTo>
                  <a:lnTo>
                    <a:pt x="358169" y="350186"/>
                  </a:lnTo>
                  <a:lnTo>
                    <a:pt x="351728" y="347702"/>
                  </a:lnTo>
                  <a:lnTo>
                    <a:pt x="345360" y="345218"/>
                  </a:lnTo>
                  <a:lnTo>
                    <a:pt x="339082" y="342735"/>
                  </a:lnTo>
                  <a:lnTo>
                    <a:pt x="332894" y="340251"/>
                  </a:lnTo>
                  <a:lnTo>
                    <a:pt x="326794" y="337768"/>
                  </a:lnTo>
                  <a:lnTo>
                    <a:pt x="320788" y="335284"/>
                  </a:lnTo>
                  <a:lnTo>
                    <a:pt x="314881" y="332801"/>
                  </a:lnTo>
                  <a:lnTo>
                    <a:pt x="309082" y="330317"/>
                  </a:lnTo>
                  <a:lnTo>
                    <a:pt x="303403" y="327833"/>
                  </a:lnTo>
                  <a:lnTo>
                    <a:pt x="297876" y="325350"/>
                  </a:lnTo>
                  <a:lnTo>
                    <a:pt x="292492" y="322866"/>
                  </a:lnTo>
                  <a:lnTo>
                    <a:pt x="287265" y="320383"/>
                  </a:lnTo>
                  <a:lnTo>
                    <a:pt x="282209" y="317899"/>
                  </a:lnTo>
                  <a:lnTo>
                    <a:pt x="277337" y="315415"/>
                  </a:lnTo>
                  <a:lnTo>
                    <a:pt x="272665" y="312932"/>
                  </a:lnTo>
                  <a:lnTo>
                    <a:pt x="268246" y="310448"/>
                  </a:lnTo>
                  <a:lnTo>
                    <a:pt x="264075" y="307965"/>
                  </a:lnTo>
                  <a:lnTo>
                    <a:pt x="260151" y="305481"/>
                  </a:lnTo>
                  <a:lnTo>
                    <a:pt x="256483" y="302997"/>
                  </a:lnTo>
                  <a:lnTo>
                    <a:pt x="253077" y="300514"/>
                  </a:lnTo>
                  <a:lnTo>
                    <a:pt x="249937" y="298030"/>
                  </a:lnTo>
                  <a:lnTo>
                    <a:pt x="247075" y="295547"/>
                  </a:lnTo>
                  <a:lnTo>
                    <a:pt x="244516" y="293063"/>
                  </a:lnTo>
                  <a:lnTo>
                    <a:pt x="242202" y="290579"/>
                  </a:lnTo>
                  <a:lnTo>
                    <a:pt x="240118" y="288096"/>
                  </a:lnTo>
                  <a:lnTo>
                    <a:pt x="238242" y="285612"/>
                  </a:lnTo>
                  <a:lnTo>
                    <a:pt x="236551" y="283129"/>
                  </a:lnTo>
                  <a:lnTo>
                    <a:pt x="235019" y="280645"/>
                  </a:lnTo>
                  <a:lnTo>
                    <a:pt x="233627" y="278162"/>
                  </a:lnTo>
                  <a:lnTo>
                    <a:pt x="232316" y="275678"/>
                  </a:lnTo>
                  <a:lnTo>
                    <a:pt x="231042" y="273194"/>
                  </a:lnTo>
                  <a:lnTo>
                    <a:pt x="229770" y="270711"/>
                  </a:lnTo>
                  <a:lnTo>
                    <a:pt x="228463" y="268227"/>
                  </a:lnTo>
                  <a:lnTo>
                    <a:pt x="227085" y="265744"/>
                  </a:lnTo>
                  <a:lnTo>
                    <a:pt x="225595" y="263260"/>
                  </a:lnTo>
                  <a:lnTo>
                    <a:pt x="223935" y="260776"/>
                  </a:lnTo>
                  <a:lnTo>
                    <a:pt x="222096" y="258293"/>
                  </a:lnTo>
                  <a:lnTo>
                    <a:pt x="220058" y="255809"/>
                  </a:lnTo>
                  <a:lnTo>
                    <a:pt x="217802" y="253326"/>
                  </a:lnTo>
                  <a:lnTo>
                    <a:pt x="215313" y="250842"/>
                  </a:lnTo>
                  <a:lnTo>
                    <a:pt x="212581" y="248358"/>
                  </a:lnTo>
                  <a:lnTo>
                    <a:pt x="209554" y="245875"/>
                  </a:lnTo>
                  <a:lnTo>
                    <a:pt x="206259" y="243391"/>
                  </a:lnTo>
                  <a:lnTo>
                    <a:pt x="202711" y="240908"/>
                  </a:lnTo>
                  <a:lnTo>
                    <a:pt x="198913" y="238424"/>
                  </a:lnTo>
                  <a:lnTo>
                    <a:pt x="194867" y="235941"/>
                  </a:lnTo>
                  <a:lnTo>
                    <a:pt x="190580" y="233457"/>
                  </a:lnTo>
                  <a:lnTo>
                    <a:pt x="186043" y="230973"/>
                  </a:lnTo>
                  <a:lnTo>
                    <a:pt x="181240" y="228490"/>
                  </a:lnTo>
                  <a:lnTo>
                    <a:pt x="176212" y="226006"/>
                  </a:lnTo>
                  <a:lnTo>
                    <a:pt x="170964" y="223523"/>
                  </a:lnTo>
                  <a:lnTo>
                    <a:pt x="165499" y="221039"/>
                  </a:lnTo>
                  <a:lnTo>
                    <a:pt x="159819" y="218555"/>
                  </a:lnTo>
                  <a:lnTo>
                    <a:pt x="153927" y="216072"/>
                  </a:lnTo>
                  <a:lnTo>
                    <a:pt x="147789" y="213588"/>
                  </a:lnTo>
                  <a:lnTo>
                    <a:pt x="141439" y="211105"/>
                  </a:lnTo>
                  <a:lnTo>
                    <a:pt x="134892" y="208621"/>
                  </a:lnTo>
                  <a:lnTo>
                    <a:pt x="128157" y="206137"/>
                  </a:lnTo>
                  <a:lnTo>
                    <a:pt x="121245" y="203654"/>
                  </a:lnTo>
                  <a:lnTo>
                    <a:pt x="114170" y="201170"/>
                  </a:lnTo>
                  <a:lnTo>
                    <a:pt x="106945" y="198687"/>
                  </a:lnTo>
                  <a:lnTo>
                    <a:pt x="99590" y="196203"/>
                  </a:lnTo>
                  <a:lnTo>
                    <a:pt x="92160" y="193719"/>
                  </a:lnTo>
                  <a:lnTo>
                    <a:pt x="84688" y="191236"/>
                  </a:lnTo>
                  <a:lnTo>
                    <a:pt x="77213" y="188752"/>
                  </a:lnTo>
                  <a:lnTo>
                    <a:pt x="69777" y="186269"/>
                  </a:lnTo>
                  <a:lnTo>
                    <a:pt x="62425" y="183785"/>
                  </a:lnTo>
                  <a:lnTo>
                    <a:pt x="55242" y="181302"/>
                  </a:lnTo>
                  <a:lnTo>
                    <a:pt x="48276" y="178818"/>
                  </a:lnTo>
                  <a:lnTo>
                    <a:pt x="41574" y="176334"/>
                  </a:lnTo>
                  <a:lnTo>
                    <a:pt x="35188" y="173851"/>
                  </a:lnTo>
                  <a:lnTo>
                    <a:pt x="29167" y="171367"/>
                  </a:lnTo>
                  <a:lnTo>
                    <a:pt x="23561" y="168884"/>
                  </a:lnTo>
                  <a:lnTo>
                    <a:pt x="18455" y="166400"/>
                  </a:lnTo>
                  <a:lnTo>
                    <a:pt x="13950" y="163916"/>
                  </a:lnTo>
                  <a:lnTo>
                    <a:pt x="10013" y="161433"/>
                  </a:lnTo>
                  <a:lnTo>
                    <a:pt x="6677" y="158949"/>
                  </a:lnTo>
                  <a:lnTo>
                    <a:pt x="3972" y="156466"/>
                  </a:lnTo>
                  <a:lnTo>
                    <a:pt x="1922" y="153982"/>
                  </a:lnTo>
                  <a:lnTo>
                    <a:pt x="548" y="151498"/>
                  </a:lnTo>
                  <a:lnTo>
                    <a:pt x="0" y="149015"/>
                  </a:lnTo>
                  <a:lnTo>
                    <a:pt x="189" y="146531"/>
                  </a:lnTo>
                  <a:lnTo>
                    <a:pt x="1097" y="144048"/>
                  </a:lnTo>
                  <a:lnTo>
                    <a:pt x="2728" y="141564"/>
                  </a:lnTo>
                  <a:lnTo>
                    <a:pt x="5088" y="139081"/>
                  </a:lnTo>
                  <a:lnTo>
                    <a:pt x="8177" y="136597"/>
                  </a:lnTo>
                  <a:lnTo>
                    <a:pt x="12055" y="134113"/>
                  </a:lnTo>
                  <a:lnTo>
                    <a:pt x="16777" y="131630"/>
                  </a:lnTo>
                  <a:lnTo>
                    <a:pt x="22243" y="129146"/>
                  </a:lnTo>
                  <a:lnTo>
                    <a:pt x="28457" y="126663"/>
                  </a:lnTo>
                  <a:lnTo>
                    <a:pt x="35429" y="124179"/>
                  </a:lnTo>
                  <a:lnTo>
                    <a:pt x="43170" y="121695"/>
                  </a:lnTo>
                  <a:lnTo>
                    <a:pt x="51692" y="119212"/>
                  </a:lnTo>
                  <a:lnTo>
                    <a:pt x="61163" y="116728"/>
                  </a:lnTo>
                  <a:lnTo>
                    <a:pt x="71483" y="114245"/>
                  </a:lnTo>
                  <a:lnTo>
                    <a:pt x="82640" y="111761"/>
                  </a:lnTo>
                  <a:lnTo>
                    <a:pt x="94652" y="109277"/>
                  </a:lnTo>
                  <a:lnTo>
                    <a:pt x="107534" y="106794"/>
                  </a:lnTo>
                  <a:lnTo>
                    <a:pt x="121298" y="104310"/>
                  </a:lnTo>
                  <a:lnTo>
                    <a:pt x="136030" y="101827"/>
                  </a:lnTo>
                  <a:lnTo>
                    <a:pt x="151792" y="99343"/>
                  </a:lnTo>
                  <a:lnTo>
                    <a:pt x="168456" y="96859"/>
                  </a:lnTo>
                  <a:lnTo>
                    <a:pt x="186016" y="94376"/>
                  </a:lnTo>
                  <a:lnTo>
                    <a:pt x="204460" y="91892"/>
                  </a:lnTo>
                  <a:lnTo>
                    <a:pt x="223771" y="89409"/>
                  </a:lnTo>
                  <a:lnTo>
                    <a:pt x="243928" y="86925"/>
                  </a:lnTo>
                  <a:lnTo>
                    <a:pt x="265052" y="84442"/>
                  </a:lnTo>
                  <a:lnTo>
                    <a:pt x="286963" y="81958"/>
                  </a:lnTo>
                  <a:lnTo>
                    <a:pt x="309596" y="79474"/>
                  </a:lnTo>
                  <a:lnTo>
                    <a:pt x="332908" y="76991"/>
                  </a:lnTo>
                  <a:lnTo>
                    <a:pt x="356854" y="74507"/>
                  </a:lnTo>
                  <a:lnTo>
                    <a:pt x="381384" y="72024"/>
                  </a:lnTo>
                  <a:lnTo>
                    <a:pt x="406488" y="69540"/>
                  </a:lnTo>
                  <a:lnTo>
                    <a:pt x="432118" y="67056"/>
                  </a:lnTo>
                  <a:lnTo>
                    <a:pt x="458150" y="64573"/>
                  </a:lnTo>
                  <a:lnTo>
                    <a:pt x="484530" y="62089"/>
                  </a:lnTo>
                  <a:lnTo>
                    <a:pt x="511205" y="59606"/>
                  </a:lnTo>
                  <a:lnTo>
                    <a:pt x="538121" y="57122"/>
                  </a:lnTo>
                  <a:lnTo>
                    <a:pt x="565225" y="54638"/>
                  </a:lnTo>
                  <a:lnTo>
                    <a:pt x="592469" y="52155"/>
                  </a:lnTo>
                  <a:lnTo>
                    <a:pt x="619757" y="49671"/>
                  </a:lnTo>
                  <a:lnTo>
                    <a:pt x="647026" y="47188"/>
                  </a:lnTo>
                  <a:lnTo>
                    <a:pt x="674214" y="44704"/>
                  </a:lnTo>
                  <a:lnTo>
                    <a:pt x="701257" y="42221"/>
                  </a:lnTo>
                  <a:lnTo>
                    <a:pt x="728089" y="39737"/>
                  </a:lnTo>
                  <a:lnTo>
                    <a:pt x="754608" y="37253"/>
                  </a:lnTo>
                  <a:lnTo>
                    <a:pt x="780697" y="34770"/>
                  </a:lnTo>
                  <a:lnTo>
                    <a:pt x="806324" y="32286"/>
                  </a:lnTo>
                  <a:lnTo>
                    <a:pt x="831416" y="29803"/>
                  </a:lnTo>
                  <a:lnTo>
                    <a:pt x="855901" y="27319"/>
                  </a:lnTo>
                  <a:lnTo>
                    <a:pt x="879711" y="24835"/>
                  </a:lnTo>
                  <a:lnTo>
                    <a:pt x="902778" y="22352"/>
                  </a:lnTo>
                  <a:lnTo>
                    <a:pt x="924857" y="19868"/>
                  </a:lnTo>
                  <a:lnTo>
                    <a:pt x="946025" y="17385"/>
                  </a:lnTo>
                  <a:lnTo>
                    <a:pt x="966252" y="14901"/>
                  </a:lnTo>
                  <a:lnTo>
                    <a:pt x="985498" y="12417"/>
                  </a:lnTo>
                  <a:lnTo>
                    <a:pt x="1003728" y="9934"/>
                  </a:lnTo>
                  <a:lnTo>
                    <a:pt x="1020919" y="7450"/>
                  </a:lnTo>
                  <a:lnTo>
                    <a:pt x="1036951" y="4967"/>
                  </a:lnTo>
                  <a:lnTo>
                    <a:pt x="1051781" y="2483"/>
                  </a:lnTo>
                  <a:lnTo>
                    <a:pt x="1065554" y="0"/>
                  </a:lnTo>
                  <a:lnTo>
                    <a:pt x="1292090" y="0"/>
                  </a:lnTo>
                  <a:lnTo>
                    <a:pt x="1305863" y="2483"/>
                  </a:lnTo>
                  <a:lnTo>
                    <a:pt x="1320694" y="4967"/>
                  </a:lnTo>
                  <a:lnTo>
                    <a:pt x="1336725" y="7450"/>
                  </a:lnTo>
                  <a:lnTo>
                    <a:pt x="1353916" y="9934"/>
                  </a:lnTo>
                  <a:lnTo>
                    <a:pt x="1372146" y="12417"/>
                  </a:lnTo>
                  <a:lnTo>
                    <a:pt x="1391392" y="14901"/>
                  </a:lnTo>
                  <a:lnTo>
                    <a:pt x="1411619" y="17385"/>
                  </a:lnTo>
                  <a:lnTo>
                    <a:pt x="1432788" y="19868"/>
                  </a:lnTo>
                  <a:lnTo>
                    <a:pt x="1454866" y="22352"/>
                  </a:lnTo>
                  <a:lnTo>
                    <a:pt x="1477933" y="24835"/>
                  </a:lnTo>
                  <a:lnTo>
                    <a:pt x="1501743" y="27319"/>
                  </a:lnTo>
                  <a:lnTo>
                    <a:pt x="1526229" y="29803"/>
                  </a:lnTo>
                  <a:lnTo>
                    <a:pt x="1551320" y="32286"/>
                  </a:lnTo>
                  <a:lnTo>
                    <a:pt x="1576947" y="34770"/>
                  </a:lnTo>
                  <a:lnTo>
                    <a:pt x="1603036" y="37253"/>
                  </a:lnTo>
                  <a:lnTo>
                    <a:pt x="1629555" y="39737"/>
                  </a:lnTo>
                  <a:lnTo>
                    <a:pt x="1656387" y="42221"/>
                  </a:lnTo>
                  <a:lnTo>
                    <a:pt x="1683430" y="44704"/>
                  </a:lnTo>
                  <a:lnTo>
                    <a:pt x="1710618" y="47188"/>
                  </a:lnTo>
                  <a:lnTo>
                    <a:pt x="1737888" y="49671"/>
                  </a:lnTo>
                  <a:lnTo>
                    <a:pt x="1765176" y="52155"/>
                  </a:lnTo>
                  <a:lnTo>
                    <a:pt x="1792419" y="54638"/>
                  </a:lnTo>
                  <a:lnTo>
                    <a:pt x="1819523" y="57122"/>
                  </a:lnTo>
                  <a:lnTo>
                    <a:pt x="1846439" y="59606"/>
                  </a:lnTo>
                  <a:lnTo>
                    <a:pt x="1873114" y="62089"/>
                  </a:lnTo>
                  <a:lnTo>
                    <a:pt x="1899494" y="64573"/>
                  </a:lnTo>
                  <a:lnTo>
                    <a:pt x="1925526" y="67056"/>
                  </a:lnTo>
                  <a:lnTo>
                    <a:pt x="1951156" y="69540"/>
                  </a:lnTo>
                  <a:lnTo>
                    <a:pt x="1976261" y="72024"/>
                  </a:lnTo>
                  <a:lnTo>
                    <a:pt x="2000791" y="74507"/>
                  </a:lnTo>
                  <a:lnTo>
                    <a:pt x="2024736" y="76991"/>
                  </a:lnTo>
                  <a:lnTo>
                    <a:pt x="2048048" y="79474"/>
                  </a:lnTo>
                  <a:lnTo>
                    <a:pt x="2070681" y="81958"/>
                  </a:lnTo>
                  <a:lnTo>
                    <a:pt x="2092592" y="84442"/>
                  </a:lnTo>
                  <a:lnTo>
                    <a:pt x="2113716" y="86925"/>
                  </a:lnTo>
                  <a:lnTo>
                    <a:pt x="2133873" y="89409"/>
                  </a:lnTo>
                  <a:lnTo>
                    <a:pt x="2153184" y="91892"/>
                  </a:lnTo>
                  <a:lnTo>
                    <a:pt x="2171628" y="94376"/>
                  </a:lnTo>
                  <a:lnTo>
                    <a:pt x="2189188" y="96859"/>
                  </a:lnTo>
                  <a:lnTo>
                    <a:pt x="2205852" y="99343"/>
                  </a:lnTo>
                  <a:lnTo>
                    <a:pt x="2221614" y="101827"/>
                  </a:lnTo>
                  <a:lnTo>
                    <a:pt x="2236346" y="104310"/>
                  </a:lnTo>
                  <a:lnTo>
                    <a:pt x="2250111" y="106794"/>
                  </a:lnTo>
                  <a:lnTo>
                    <a:pt x="2262992" y="109277"/>
                  </a:lnTo>
                  <a:lnTo>
                    <a:pt x="2275004" y="111761"/>
                  </a:lnTo>
                  <a:lnTo>
                    <a:pt x="2286161" y="114245"/>
                  </a:lnTo>
                  <a:lnTo>
                    <a:pt x="2296481" y="116728"/>
                  </a:lnTo>
                  <a:lnTo>
                    <a:pt x="2305953" y="119212"/>
                  </a:lnTo>
                  <a:lnTo>
                    <a:pt x="2314474" y="121695"/>
                  </a:lnTo>
                  <a:lnTo>
                    <a:pt x="2322215" y="124179"/>
                  </a:lnTo>
                  <a:lnTo>
                    <a:pt x="2329187" y="126663"/>
                  </a:lnTo>
                  <a:lnTo>
                    <a:pt x="2335401" y="129146"/>
                  </a:lnTo>
                  <a:lnTo>
                    <a:pt x="2340867" y="131630"/>
                  </a:lnTo>
                  <a:lnTo>
                    <a:pt x="2345590" y="134113"/>
                  </a:lnTo>
                  <a:lnTo>
                    <a:pt x="2349467" y="136597"/>
                  </a:lnTo>
                  <a:lnTo>
                    <a:pt x="2352557" y="139081"/>
                  </a:lnTo>
                  <a:lnTo>
                    <a:pt x="2354916" y="141564"/>
                  </a:lnTo>
                  <a:lnTo>
                    <a:pt x="2356547" y="144048"/>
                  </a:lnTo>
                  <a:lnTo>
                    <a:pt x="2357455" y="146531"/>
                  </a:lnTo>
                  <a:lnTo>
                    <a:pt x="2357645" y="149015"/>
                  </a:lnTo>
                  <a:lnTo>
                    <a:pt x="2357096" y="151498"/>
                  </a:lnTo>
                  <a:lnTo>
                    <a:pt x="2355723" y="153982"/>
                  </a:lnTo>
                  <a:lnTo>
                    <a:pt x="2353672" y="156466"/>
                  </a:lnTo>
                  <a:lnTo>
                    <a:pt x="2350967" y="158949"/>
                  </a:lnTo>
                  <a:lnTo>
                    <a:pt x="2347631" y="161433"/>
                  </a:lnTo>
                  <a:lnTo>
                    <a:pt x="2343694" y="163916"/>
                  </a:lnTo>
                  <a:lnTo>
                    <a:pt x="2339189" y="166400"/>
                  </a:lnTo>
                  <a:lnTo>
                    <a:pt x="2334083" y="168884"/>
                  </a:lnTo>
                  <a:lnTo>
                    <a:pt x="2328477" y="171367"/>
                  </a:lnTo>
                  <a:lnTo>
                    <a:pt x="2322456" y="173851"/>
                  </a:lnTo>
                  <a:lnTo>
                    <a:pt x="2316070" y="176334"/>
                  </a:lnTo>
                  <a:lnTo>
                    <a:pt x="2309368" y="178818"/>
                  </a:lnTo>
                  <a:lnTo>
                    <a:pt x="2302403" y="181302"/>
                  </a:lnTo>
                  <a:lnTo>
                    <a:pt x="2295220" y="183785"/>
                  </a:lnTo>
                  <a:lnTo>
                    <a:pt x="2287867" y="186269"/>
                  </a:lnTo>
                  <a:lnTo>
                    <a:pt x="2280431" y="188752"/>
                  </a:lnTo>
                  <a:lnTo>
                    <a:pt x="2272956" y="191236"/>
                  </a:lnTo>
                  <a:lnTo>
                    <a:pt x="2265485" y="193719"/>
                  </a:lnTo>
                  <a:lnTo>
                    <a:pt x="2258054" y="196203"/>
                  </a:lnTo>
                  <a:lnTo>
                    <a:pt x="2250699" y="198687"/>
                  </a:lnTo>
                  <a:lnTo>
                    <a:pt x="2243474" y="201170"/>
                  </a:lnTo>
                  <a:lnTo>
                    <a:pt x="2236400" y="203654"/>
                  </a:lnTo>
                  <a:lnTo>
                    <a:pt x="2229488" y="206137"/>
                  </a:lnTo>
                  <a:lnTo>
                    <a:pt x="2222752" y="208621"/>
                  </a:lnTo>
                  <a:lnTo>
                    <a:pt x="2216205" y="211105"/>
                  </a:lnTo>
                  <a:lnTo>
                    <a:pt x="2209855" y="213588"/>
                  </a:lnTo>
                  <a:lnTo>
                    <a:pt x="2203718" y="216072"/>
                  </a:lnTo>
                  <a:lnTo>
                    <a:pt x="2197825" y="218555"/>
                  </a:lnTo>
                  <a:lnTo>
                    <a:pt x="2192146" y="221039"/>
                  </a:lnTo>
                  <a:lnTo>
                    <a:pt x="2186680" y="223523"/>
                  </a:lnTo>
                  <a:lnTo>
                    <a:pt x="2181432" y="226006"/>
                  </a:lnTo>
                  <a:lnTo>
                    <a:pt x="2176405" y="228490"/>
                  </a:lnTo>
                  <a:lnTo>
                    <a:pt x="2171601" y="230973"/>
                  </a:lnTo>
                  <a:lnTo>
                    <a:pt x="2167064" y="233457"/>
                  </a:lnTo>
                  <a:lnTo>
                    <a:pt x="2162777" y="235941"/>
                  </a:lnTo>
                  <a:lnTo>
                    <a:pt x="2158732" y="238424"/>
                  </a:lnTo>
                  <a:lnTo>
                    <a:pt x="2154933" y="240908"/>
                  </a:lnTo>
                  <a:lnTo>
                    <a:pt x="2151385" y="243391"/>
                  </a:lnTo>
                  <a:lnTo>
                    <a:pt x="2148090" y="245875"/>
                  </a:lnTo>
                  <a:lnTo>
                    <a:pt x="2145064" y="248358"/>
                  </a:lnTo>
                  <a:lnTo>
                    <a:pt x="2142331" y="250842"/>
                  </a:lnTo>
                  <a:lnTo>
                    <a:pt x="2139842" y="253326"/>
                  </a:lnTo>
                  <a:lnTo>
                    <a:pt x="2137586" y="255809"/>
                  </a:lnTo>
                  <a:lnTo>
                    <a:pt x="2135548" y="258293"/>
                  </a:lnTo>
                  <a:lnTo>
                    <a:pt x="2133710" y="260776"/>
                  </a:lnTo>
                  <a:lnTo>
                    <a:pt x="2132049" y="263260"/>
                  </a:lnTo>
                  <a:lnTo>
                    <a:pt x="2130559" y="265744"/>
                  </a:lnTo>
                  <a:lnTo>
                    <a:pt x="2129181" y="268227"/>
                  </a:lnTo>
                  <a:lnTo>
                    <a:pt x="2127874" y="270711"/>
                  </a:lnTo>
                  <a:lnTo>
                    <a:pt x="2126602" y="273194"/>
                  </a:lnTo>
                  <a:lnTo>
                    <a:pt x="2125329" y="275678"/>
                  </a:lnTo>
                  <a:lnTo>
                    <a:pt x="2124017" y="278162"/>
                  </a:lnTo>
                  <a:lnTo>
                    <a:pt x="2122625" y="280645"/>
                  </a:lnTo>
                  <a:lnTo>
                    <a:pt x="2121093" y="283129"/>
                  </a:lnTo>
                  <a:lnTo>
                    <a:pt x="2119402" y="285612"/>
                  </a:lnTo>
                  <a:lnTo>
                    <a:pt x="2117527" y="288096"/>
                  </a:lnTo>
                  <a:lnTo>
                    <a:pt x="2115442" y="290579"/>
                  </a:lnTo>
                  <a:lnTo>
                    <a:pt x="2113128" y="293063"/>
                  </a:lnTo>
                  <a:lnTo>
                    <a:pt x="2110569" y="295547"/>
                  </a:lnTo>
                  <a:lnTo>
                    <a:pt x="2107708" y="298030"/>
                  </a:lnTo>
                  <a:lnTo>
                    <a:pt x="2104567" y="300514"/>
                  </a:lnTo>
                  <a:lnTo>
                    <a:pt x="2101161" y="302997"/>
                  </a:lnTo>
                  <a:lnTo>
                    <a:pt x="2097493" y="305481"/>
                  </a:lnTo>
                  <a:lnTo>
                    <a:pt x="2093569" y="307965"/>
                  </a:lnTo>
                  <a:lnTo>
                    <a:pt x="2089399" y="310448"/>
                  </a:lnTo>
                  <a:lnTo>
                    <a:pt x="2084979" y="312932"/>
                  </a:lnTo>
                  <a:lnTo>
                    <a:pt x="2080307" y="315415"/>
                  </a:lnTo>
                  <a:lnTo>
                    <a:pt x="2075436" y="317899"/>
                  </a:lnTo>
                  <a:lnTo>
                    <a:pt x="2070379" y="320383"/>
                  </a:lnTo>
                  <a:lnTo>
                    <a:pt x="2065152" y="322866"/>
                  </a:lnTo>
                  <a:lnTo>
                    <a:pt x="2059768" y="325350"/>
                  </a:lnTo>
                  <a:lnTo>
                    <a:pt x="2054241" y="327833"/>
                  </a:lnTo>
                  <a:lnTo>
                    <a:pt x="2048563" y="330317"/>
                  </a:lnTo>
                  <a:lnTo>
                    <a:pt x="2042763" y="332801"/>
                  </a:lnTo>
                  <a:lnTo>
                    <a:pt x="2036856" y="335284"/>
                  </a:lnTo>
                  <a:lnTo>
                    <a:pt x="2030850" y="337768"/>
                  </a:lnTo>
                  <a:lnTo>
                    <a:pt x="2024750" y="340251"/>
                  </a:lnTo>
                  <a:lnTo>
                    <a:pt x="2018562" y="342735"/>
                  </a:lnTo>
                  <a:lnTo>
                    <a:pt x="2012284" y="345218"/>
                  </a:lnTo>
                  <a:lnTo>
                    <a:pt x="2005916" y="347702"/>
                  </a:lnTo>
                  <a:lnTo>
                    <a:pt x="1999475" y="350186"/>
                  </a:lnTo>
                  <a:lnTo>
                    <a:pt x="1992964" y="352669"/>
                  </a:lnTo>
                  <a:lnTo>
                    <a:pt x="1986388" y="355153"/>
                  </a:lnTo>
                  <a:lnTo>
                    <a:pt x="1979753" y="357636"/>
                  </a:lnTo>
                  <a:lnTo>
                    <a:pt x="1973065" y="360120"/>
                  </a:lnTo>
                  <a:lnTo>
                    <a:pt x="1966326" y="362604"/>
                  </a:lnTo>
                  <a:lnTo>
                    <a:pt x="1959553" y="365087"/>
                  </a:lnTo>
                  <a:lnTo>
                    <a:pt x="1952759" y="367571"/>
                  </a:lnTo>
                  <a:lnTo>
                    <a:pt x="1945954" y="370054"/>
                  </a:lnTo>
                  <a:lnTo>
                    <a:pt x="1939150" y="372538"/>
                  </a:lnTo>
                  <a:lnTo>
                    <a:pt x="1932357" y="375022"/>
                  </a:lnTo>
                  <a:lnTo>
                    <a:pt x="1925591" y="377505"/>
                  </a:lnTo>
                  <a:lnTo>
                    <a:pt x="1918871" y="379989"/>
                  </a:lnTo>
                  <a:lnTo>
                    <a:pt x="1912202" y="382472"/>
                  </a:lnTo>
                  <a:lnTo>
                    <a:pt x="1905595" y="384956"/>
                  </a:lnTo>
                  <a:lnTo>
                    <a:pt x="1899057" y="387439"/>
                  </a:lnTo>
                  <a:lnTo>
                    <a:pt x="1892594" y="389923"/>
                  </a:lnTo>
                  <a:lnTo>
                    <a:pt x="1886213" y="392407"/>
                  </a:lnTo>
                  <a:lnTo>
                    <a:pt x="1879932" y="394890"/>
                  </a:lnTo>
                  <a:lnTo>
                    <a:pt x="1873738" y="397374"/>
                  </a:lnTo>
                  <a:lnTo>
                    <a:pt x="1867627" y="399857"/>
                  </a:lnTo>
                  <a:lnTo>
                    <a:pt x="1861594" y="402341"/>
                  </a:lnTo>
                  <a:lnTo>
                    <a:pt x="1855635" y="404825"/>
                  </a:lnTo>
                  <a:lnTo>
                    <a:pt x="1849741" y="407308"/>
                  </a:lnTo>
                  <a:lnTo>
                    <a:pt x="1843909" y="409792"/>
                  </a:lnTo>
                  <a:lnTo>
                    <a:pt x="1838129" y="412275"/>
                  </a:lnTo>
                  <a:lnTo>
                    <a:pt x="1832381" y="414759"/>
                  </a:lnTo>
                  <a:lnTo>
                    <a:pt x="1826656" y="417243"/>
                  </a:lnTo>
                  <a:lnTo>
                    <a:pt x="1820943" y="419726"/>
                  </a:lnTo>
                  <a:lnTo>
                    <a:pt x="1815233" y="422210"/>
                  </a:lnTo>
                  <a:lnTo>
                    <a:pt x="1809516" y="424693"/>
                  </a:lnTo>
                  <a:lnTo>
                    <a:pt x="1803779" y="427177"/>
                  </a:lnTo>
                  <a:lnTo>
                    <a:pt x="1798016" y="429660"/>
                  </a:lnTo>
                  <a:lnTo>
                    <a:pt x="1792223" y="432144"/>
                  </a:lnTo>
                  <a:lnTo>
                    <a:pt x="1786398" y="434628"/>
                  </a:lnTo>
                  <a:lnTo>
                    <a:pt x="1780539" y="437111"/>
                  </a:lnTo>
                  <a:lnTo>
                    <a:pt x="1774645" y="439595"/>
                  </a:lnTo>
                  <a:lnTo>
                    <a:pt x="1768717" y="442078"/>
                  </a:lnTo>
                  <a:lnTo>
                    <a:pt x="1762757" y="444562"/>
                  </a:lnTo>
                  <a:lnTo>
                    <a:pt x="1756775" y="447046"/>
                  </a:lnTo>
                  <a:lnTo>
                    <a:pt x="1750777" y="449529"/>
                  </a:lnTo>
                  <a:lnTo>
                    <a:pt x="1744770" y="452013"/>
                  </a:lnTo>
                  <a:lnTo>
                    <a:pt x="1738760" y="454496"/>
                  </a:lnTo>
                  <a:lnTo>
                    <a:pt x="1732755" y="456980"/>
                  </a:lnTo>
                  <a:lnTo>
                    <a:pt x="1726765" y="459464"/>
                  </a:lnTo>
                  <a:lnTo>
                    <a:pt x="1720796" y="461947"/>
                  </a:lnTo>
                  <a:lnTo>
                    <a:pt x="1714852" y="464431"/>
                  </a:lnTo>
                  <a:lnTo>
                    <a:pt x="1708937" y="466914"/>
                  </a:lnTo>
                  <a:lnTo>
                    <a:pt x="1703053" y="469398"/>
                  </a:lnTo>
                  <a:lnTo>
                    <a:pt x="1697202" y="471882"/>
                  </a:lnTo>
                  <a:lnTo>
                    <a:pt x="1691385" y="474365"/>
                  </a:lnTo>
                  <a:lnTo>
                    <a:pt x="1685601" y="476849"/>
                  </a:lnTo>
                  <a:lnTo>
                    <a:pt x="1679843" y="479332"/>
                  </a:lnTo>
                  <a:lnTo>
                    <a:pt x="1674106" y="481816"/>
                  </a:lnTo>
                  <a:lnTo>
                    <a:pt x="1668385" y="484299"/>
                  </a:lnTo>
                  <a:lnTo>
                    <a:pt x="1662674" y="486783"/>
                  </a:lnTo>
                  <a:lnTo>
                    <a:pt x="1656967" y="489267"/>
                  </a:lnTo>
                  <a:lnTo>
                    <a:pt x="1651257" y="491750"/>
                  </a:lnTo>
                  <a:lnTo>
                    <a:pt x="1645538" y="494234"/>
                  </a:lnTo>
                  <a:lnTo>
                    <a:pt x="1639806" y="496717"/>
                  </a:lnTo>
                  <a:lnTo>
                    <a:pt x="1634058" y="499201"/>
                  </a:lnTo>
                  <a:lnTo>
                    <a:pt x="1628294" y="501685"/>
                  </a:lnTo>
                  <a:lnTo>
                    <a:pt x="1622513" y="504168"/>
                  </a:lnTo>
                  <a:lnTo>
                    <a:pt x="1616716" y="506652"/>
                  </a:lnTo>
                  <a:lnTo>
                    <a:pt x="1610909" y="509135"/>
                  </a:lnTo>
                  <a:lnTo>
                    <a:pt x="1605100" y="511619"/>
                  </a:lnTo>
                  <a:lnTo>
                    <a:pt x="1599296" y="514103"/>
                  </a:lnTo>
                  <a:lnTo>
                    <a:pt x="1593508" y="516586"/>
                  </a:lnTo>
                  <a:lnTo>
                    <a:pt x="1587746" y="519070"/>
                  </a:lnTo>
                  <a:lnTo>
                    <a:pt x="1582020" y="521553"/>
                  </a:lnTo>
                  <a:lnTo>
                    <a:pt x="1576357" y="524037"/>
                  </a:lnTo>
                  <a:lnTo>
                    <a:pt x="1570761" y="526520"/>
                  </a:lnTo>
                  <a:lnTo>
                    <a:pt x="1565244" y="529004"/>
                  </a:lnTo>
                  <a:lnTo>
                    <a:pt x="1559816" y="531488"/>
                  </a:lnTo>
                  <a:lnTo>
                    <a:pt x="1554485" y="533971"/>
                  </a:lnTo>
                  <a:lnTo>
                    <a:pt x="1549261" y="536455"/>
                  </a:lnTo>
                  <a:lnTo>
                    <a:pt x="1544159" y="538938"/>
                  </a:lnTo>
                  <a:lnTo>
                    <a:pt x="1539189" y="541422"/>
                  </a:lnTo>
                  <a:lnTo>
                    <a:pt x="1534335" y="543906"/>
                  </a:lnTo>
                  <a:lnTo>
                    <a:pt x="1529595" y="546389"/>
                  </a:lnTo>
                  <a:lnTo>
                    <a:pt x="1524964" y="548873"/>
                  </a:lnTo>
                  <a:lnTo>
                    <a:pt x="1520438" y="551356"/>
                  </a:lnTo>
                  <a:lnTo>
                    <a:pt x="1516007" y="553840"/>
                  </a:lnTo>
                  <a:lnTo>
                    <a:pt x="1511677" y="556324"/>
                  </a:lnTo>
                  <a:lnTo>
                    <a:pt x="1507418" y="558807"/>
                  </a:lnTo>
                  <a:lnTo>
                    <a:pt x="1503218" y="561291"/>
                  </a:lnTo>
                  <a:lnTo>
                    <a:pt x="1499068" y="563774"/>
                  </a:lnTo>
                  <a:lnTo>
                    <a:pt x="1494957" y="566258"/>
                  </a:lnTo>
                  <a:lnTo>
                    <a:pt x="1490877" y="568742"/>
                  </a:lnTo>
                  <a:lnTo>
                    <a:pt x="1486825" y="571225"/>
                  </a:lnTo>
                  <a:lnTo>
                    <a:pt x="1482797" y="573709"/>
                  </a:lnTo>
                  <a:lnTo>
                    <a:pt x="1478790" y="576192"/>
                  </a:lnTo>
                  <a:lnTo>
                    <a:pt x="1474808" y="578676"/>
                  </a:lnTo>
                  <a:lnTo>
                    <a:pt x="1470858" y="581159"/>
                  </a:lnTo>
                  <a:lnTo>
                    <a:pt x="1466947" y="583643"/>
                  </a:lnTo>
                  <a:lnTo>
                    <a:pt x="1463087" y="586127"/>
                  </a:lnTo>
                  <a:lnTo>
                    <a:pt x="1459310" y="588610"/>
                  </a:lnTo>
                  <a:lnTo>
                    <a:pt x="1455621" y="591094"/>
                  </a:lnTo>
                  <a:lnTo>
                    <a:pt x="1452036" y="593577"/>
                  </a:lnTo>
                  <a:lnTo>
                    <a:pt x="1448572" y="596061"/>
                  </a:lnTo>
                  <a:lnTo>
                    <a:pt x="1445245" y="598545"/>
                  </a:lnTo>
                  <a:lnTo>
                    <a:pt x="1442068" y="601028"/>
                  </a:lnTo>
                  <a:lnTo>
                    <a:pt x="1439074" y="603512"/>
                  </a:lnTo>
                  <a:lnTo>
                    <a:pt x="1436278" y="605995"/>
                  </a:lnTo>
                  <a:lnTo>
                    <a:pt x="1433664" y="608479"/>
                  </a:lnTo>
                  <a:lnTo>
                    <a:pt x="1431234" y="610963"/>
                  </a:lnTo>
                  <a:lnTo>
                    <a:pt x="1428985" y="613446"/>
                  </a:lnTo>
                  <a:lnTo>
                    <a:pt x="1426911" y="615930"/>
                  </a:lnTo>
                  <a:lnTo>
                    <a:pt x="1425002" y="618413"/>
                  </a:lnTo>
                  <a:lnTo>
                    <a:pt x="1423271" y="620897"/>
                  </a:lnTo>
                  <a:lnTo>
                    <a:pt x="1421660" y="623380"/>
                  </a:lnTo>
                  <a:lnTo>
                    <a:pt x="1420146" y="625864"/>
                  </a:lnTo>
                  <a:lnTo>
                    <a:pt x="1418703" y="628348"/>
                  </a:lnTo>
                  <a:lnTo>
                    <a:pt x="1417306" y="630831"/>
                  </a:lnTo>
                  <a:lnTo>
                    <a:pt x="1415925" y="633315"/>
                  </a:lnTo>
                  <a:lnTo>
                    <a:pt x="1414527" y="635798"/>
                  </a:lnTo>
                  <a:lnTo>
                    <a:pt x="1413071" y="638282"/>
                  </a:lnTo>
                  <a:lnTo>
                    <a:pt x="1411533" y="640766"/>
                  </a:lnTo>
                  <a:lnTo>
                    <a:pt x="1409891" y="643249"/>
                  </a:lnTo>
                  <a:lnTo>
                    <a:pt x="1408122" y="645733"/>
                  </a:lnTo>
                  <a:lnTo>
                    <a:pt x="1406209" y="648216"/>
                  </a:lnTo>
                  <a:lnTo>
                    <a:pt x="1404136" y="650700"/>
                  </a:lnTo>
                  <a:lnTo>
                    <a:pt x="1401853" y="653184"/>
                  </a:lnTo>
                  <a:lnTo>
                    <a:pt x="1399391" y="655667"/>
                  </a:lnTo>
                  <a:lnTo>
                    <a:pt x="1396750" y="658151"/>
                  </a:lnTo>
                  <a:lnTo>
                    <a:pt x="1393934" y="660634"/>
                  </a:lnTo>
                  <a:lnTo>
                    <a:pt x="1390950" y="663118"/>
                  </a:lnTo>
                  <a:lnTo>
                    <a:pt x="1387807" y="665602"/>
                  </a:lnTo>
                  <a:lnTo>
                    <a:pt x="1384504" y="668085"/>
                  </a:lnTo>
                  <a:lnTo>
                    <a:pt x="1381063" y="670569"/>
                  </a:lnTo>
                  <a:lnTo>
                    <a:pt x="1377518" y="673052"/>
                  </a:lnTo>
                  <a:lnTo>
                    <a:pt x="1373887" y="675536"/>
                  </a:lnTo>
                  <a:lnTo>
                    <a:pt x="1370189" y="678019"/>
                  </a:lnTo>
                  <a:lnTo>
                    <a:pt x="1366441" y="680503"/>
                  </a:lnTo>
                  <a:lnTo>
                    <a:pt x="1362663" y="682987"/>
                  </a:lnTo>
                  <a:lnTo>
                    <a:pt x="1358873" y="685470"/>
                  </a:lnTo>
                  <a:lnTo>
                    <a:pt x="1355092" y="687954"/>
                  </a:lnTo>
                  <a:lnTo>
                    <a:pt x="1351335" y="690437"/>
                  </a:lnTo>
                  <a:lnTo>
                    <a:pt x="1347612" y="692921"/>
                  </a:lnTo>
                  <a:lnTo>
                    <a:pt x="1343933" y="695405"/>
                  </a:lnTo>
                  <a:lnTo>
                    <a:pt x="1340306" y="697888"/>
                  </a:lnTo>
                  <a:lnTo>
                    <a:pt x="1336747" y="700372"/>
                  </a:lnTo>
                  <a:lnTo>
                    <a:pt x="1333261" y="702855"/>
                  </a:lnTo>
                  <a:lnTo>
                    <a:pt x="1329843" y="705339"/>
                  </a:lnTo>
                  <a:lnTo>
                    <a:pt x="1326498" y="707823"/>
                  </a:lnTo>
                  <a:lnTo>
                    <a:pt x="1323224" y="710306"/>
                  </a:lnTo>
                  <a:lnTo>
                    <a:pt x="1320023" y="712790"/>
                  </a:lnTo>
                  <a:lnTo>
                    <a:pt x="1316896" y="715273"/>
                  </a:lnTo>
                  <a:lnTo>
                    <a:pt x="1313855" y="717757"/>
                  </a:lnTo>
                  <a:lnTo>
                    <a:pt x="1310884" y="720240"/>
                  </a:lnTo>
                  <a:lnTo>
                    <a:pt x="1307982" y="722724"/>
                  </a:lnTo>
                  <a:lnTo>
                    <a:pt x="1305145" y="725208"/>
                  </a:lnTo>
                  <a:lnTo>
                    <a:pt x="1302373" y="727691"/>
                  </a:lnTo>
                  <a:lnTo>
                    <a:pt x="1299663" y="730175"/>
                  </a:lnTo>
                  <a:lnTo>
                    <a:pt x="1297020" y="732658"/>
                  </a:lnTo>
                  <a:lnTo>
                    <a:pt x="1294437" y="735142"/>
                  </a:lnTo>
                  <a:lnTo>
                    <a:pt x="1291906" y="737626"/>
                  </a:lnTo>
                  <a:lnTo>
                    <a:pt x="1289424" y="740109"/>
                  </a:lnTo>
                  <a:lnTo>
                    <a:pt x="1286987" y="742593"/>
                  </a:lnTo>
                  <a:lnTo>
                    <a:pt x="1284593" y="745076"/>
                  </a:lnTo>
                  <a:lnTo>
                    <a:pt x="1282239" y="747560"/>
                  </a:lnTo>
                  <a:lnTo>
                    <a:pt x="1279927" y="750044"/>
                  </a:lnTo>
                  <a:lnTo>
                    <a:pt x="1277648" y="752527"/>
                  </a:lnTo>
                  <a:lnTo>
                    <a:pt x="1275399" y="755011"/>
                  </a:lnTo>
                  <a:lnTo>
                    <a:pt x="1273179" y="757494"/>
                  </a:lnTo>
                  <a:lnTo>
                    <a:pt x="1270988" y="759978"/>
                  </a:lnTo>
                  <a:lnTo>
                    <a:pt x="1268825" y="762461"/>
                  </a:lnTo>
                  <a:lnTo>
                    <a:pt x="1266697" y="764945"/>
                  </a:lnTo>
                  <a:lnTo>
                    <a:pt x="1264604" y="767429"/>
                  </a:lnTo>
                  <a:lnTo>
                    <a:pt x="1262548" y="769912"/>
                  </a:lnTo>
                  <a:lnTo>
                    <a:pt x="1260533" y="772396"/>
                  </a:lnTo>
                  <a:lnTo>
                    <a:pt x="1258563" y="774879"/>
                  </a:lnTo>
                  <a:lnTo>
                    <a:pt x="1256643" y="777363"/>
                  </a:lnTo>
                  <a:lnTo>
                    <a:pt x="1254780" y="779847"/>
                  </a:lnTo>
                  <a:lnTo>
                    <a:pt x="1252993" y="782330"/>
                  </a:lnTo>
                  <a:lnTo>
                    <a:pt x="1251276" y="784814"/>
                  </a:lnTo>
                  <a:lnTo>
                    <a:pt x="1249633" y="787297"/>
                  </a:lnTo>
                  <a:lnTo>
                    <a:pt x="1248068" y="789781"/>
                  </a:lnTo>
                  <a:lnTo>
                    <a:pt x="1246585" y="792265"/>
                  </a:lnTo>
                  <a:lnTo>
                    <a:pt x="1245186" y="794748"/>
                  </a:lnTo>
                  <a:lnTo>
                    <a:pt x="1243885" y="797232"/>
                  </a:lnTo>
                  <a:lnTo>
                    <a:pt x="1242676" y="799715"/>
                  </a:lnTo>
                  <a:lnTo>
                    <a:pt x="1241550" y="802199"/>
                  </a:lnTo>
                  <a:lnTo>
                    <a:pt x="1240503" y="804683"/>
                  </a:lnTo>
                  <a:lnTo>
                    <a:pt x="1239532" y="807166"/>
                  </a:lnTo>
                  <a:lnTo>
                    <a:pt x="1238632" y="809650"/>
                  </a:lnTo>
                  <a:lnTo>
                    <a:pt x="1237797" y="812133"/>
                  </a:lnTo>
                  <a:lnTo>
                    <a:pt x="1237030" y="814617"/>
                  </a:lnTo>
                  <a:lnTo>
                    <a:pt x="1236310" y="817100"/>
                  </a:lnTo>
                  <a:lnTo>
                    <a:pt x="1235630" y="819584"/>
                  </a:lnTo>
                  <a:lnTo>
                    <a:pt x="1234983" y="822068"/>
                  </a:lnTo>
                  <a:lnTo>
                    <a:pt x="1234364" y="824551"/>
                  </a:lnTo>
                  <a:lnTo>
                    <a:pt x="1233766" y="827035"/>
                  </a:lnTo>
                  <a:lnTo>
                    <a:pt x="1233186" y="829518"/>
                  </a:lnTo>
                  <a:lnTo>
                    <a:pt x="1232617" y="832002"/>
                  </a:lnTo>
                  <a:lnTo>
                    <a:pt x="1232055" y="834486"/>
                  </a:lnTo>
                  <a:lnTo>
                    <a:pt x="1231498" y="836969"/>
                  </a:lnTo>
                  <a:lnTo>
                    <a:pt x="1230946" y="839453"/>
                  </a:lnTo>
                  <a:lnTo>
                    <a:pt x="1230398" y="841936"/>
                  </a:lnTo>
                  <a:lnTo>
                    <a:pt x="1229854" y="844420"/>
                  </a:lnTo>
                  <a:lnTo>
                    <a:pt x="1229317" y="846904"/>
                  </a:lnTo>
                  <a:lnTo>
                    <a:pt x="1228787" y="849387"/>
                  </a:lnTo>
                  <a:lnTo>
                    <a:pt x="1228265" y="851871"/>
                  </a:lnTo>
                  <a:lnTo>
                    <a:pt x="1227753" y="854354"/>
                  </a:lnTo>
                  <a:lnTo>
                    <a:pt x="1227251" y="856838"/>
                  </a:lnTo>
                  <a:lnTo>
                    <a:pt x="1226761" y="859321"/>
                  </a:lnTo>
                  <a:lnTo>
                    <a:pt x="1226282" y="861805"/>
                  </a:lnTo>
                  <a:lnTo>
                    <a:pt x="1225814" y="864289"/>
                  </a:lnTo>
                  <a:lnTo>
                    <a:pt x="1225354" y="866772"/>
                  </a:lnTo>
                  <a:lnTo>
                    <a:pt x="1224899" y="869256"/>
                  </a:lnTo>
                  <a:lnTo>
                    <a:pt x="1224447" y="871739"/>
                  </a:lnTo>
                  <a:lnTo>
                    <a:pt x="1223994" y="874223"/>
                  </a:lnTo>
                  <a:lnTo>
                    <a:pt x="1223535" y="876707"/>
                  </a:lnTo>
                  <a:lnTo>
                    <a:pt x="1223064" y="879190"/>
                  </a:lnTo>
                  <a:lnTo>
                    <a:pt x="1222577" y="881674"/>
                  </a:lnTo>
                  <a:lnTo>
                    <a:pt x="1222071" y="884157"/>
                  </a:lnTo>
                  <a:lnTo>
                    <a:pt x="1221540" y="886641"/>
                  </a:lnTo>
                  <a:lnTo>
                    <a:pt x="1220982" y="889125"/>
                  </a:lnTo>
                  <a:lnTo>
                    <a:pt x="1220394" y="891608"/>
                  </a:lnTo>
                  <a:lnTo>
                    <a:pt x="1219767" y="894092"/>
                  </a:lnTo>
                  <a:lnTo>
                    <a:pt x="1219105" y="896575"/>
                  </a:lnTo>
                  <a:lnTo>
                    <a:pt x="1218408" y="899059"/>
                  </a:lnTo>
                  <a:lnTo>
                    <a:pt x="1217679" y="901543"/>
                  </a:lnTo>
                  <a:lnTo>
                    <a:pt x="1216919" y="904026"/>
                  </a:lnTo>
                  <a:lnTo>
                    <a:pt x="1216130" y="906510"/>
                  </a:lnTo>
                  <a:lnTo>
                    <a:pt x="1215317" y="908993"/>
                  </a:lnTo>
                  <a:lnTo>
                    <a:pt x="1214482" y="911477"/>
                  </a:lnTo>
                  <a:lnTo>
                    <a:pt x="1213636" y="913960"/>
                  </a:lnTo>
                  <a:lnTo>
                    <a:pt x="1212784" y="916444"/>
                  </a:lnTo>
                  <a:lnTo>
                    <a:pt x="1211932" y="918928"/>
                  </a:lnTo>
                  <a:lnTo>
                    <a:pt x="1211085" y="921411"/>
                  </a:lnTo>
                  <a:lnTo>
                    <a:pt x="1210250" y="923895"/>
                  </a:lnTo>
                  <a:lnTo>
                    <a:pt x="1209435" y="926378"/>
                  </a:lnTo>
                  <a:lnTo>
                    <a:pt x="1208645" y="928862"/>
                  </a:lnTo>
                  <a:lnTo>
                    <a:pt x="1207882" y="931346"/>
                  </a:lnTo>
                  <a:lnTo>
                    <a:pt x="1207149" y="933829"/>
                  </a:lnTo>
                  <a:lnTo>
                    <a:pt x="1206448" y="936313"/>
                  </a:lnTo>
                  <a:lnTo>
                    <a:pt x="1205780" y="938796"/>
                  </a:lnTo>
                  <a:lnTo>
                    <a:pt x="1205145" y="941280"/>
                  </a:lnTo>
                  <a:lnTo>
                    <a:pt x="1204547" y="943764"/>
                  </a:lnTo>
                  <a:lnTo>
                    <a:pt x="1203978" y="946247"/>
                  </a:lnTo>
                  <a:lnTo>
                    <a:pt x="1203434" y="948731"/>
                  </a:lnTo>
                  <a:lnTo>
                    <a:pt x="1202912" y="951214"/>
                  </a:lnTo>
                  <a:lnTo>
                    <a:pt x="1202408" y="953698"/>
                  </a:lnTo>
                  <a:lnTo>
                    <a:pt x="1201917" y="956181"/>
                  </a:lnTo>
                  <a:lnTo>
                    <a:pt x="1201438" y="958665"/>
                  </a:lnTo>
                  <a:lnTo>
                    <a:pt x="1200962" y="961149"/>
                  </a:lnTo>
                  <a:lnTo>
                    <a:pt x="1200485" y="963632"/>
                  </a:lnTo>
                  <a:lnTo>
                    <a:pt x="1200005" y="966116"/>
                  </a:lnTo>
                  <a:lnTo>
                    <a:pt x="1199519" y="968599"/>
                  </a:lnTo>
                  <a:lnTo>
                    <a:pt x="1199025" y="971083"/>
                  </a:lnTo>
                  <a:lnTo>
                    <a:pt x="1198520" y="973567"/>
                  </a:lnTo>
                  <a:lnTo>
                    <a:pt x="1198003" y="976050"/>
                  </a:lnTo>
                  <a:lnTo>
                    <a:pt x="1197476" y="978534"/>
                  </a:lnTo>
                  <a:lnTo>
                    <a:pt x="1196939" y="981017"/>
                  </a:lnTo>
                  <a:lnTo>
                    <a:pt x="1196394" y="983501"/>
                  </a:lnTo>
                  <a:lnTo>
                    <a:pt x="1195843" y="985985"/>
                  </a:lnTo>
                  <a:lnTo>
                    <a:pt x="1195288" y="988468"/>
                  </a:lnTo>
                  <a:lnTo>
                    <a:pt x="1194733" y="990952"/>
                  </a:lnTo>
                  <a:lnTo>
                    <a:pt x="1194179" y="993435"/>
                  </a:lnTo>
                  <a:lnTo>
                    <a:pt x="1193631" y="995919"/>
                  </a:lnTo>
                  <a:lnTo>
                    <a:pt x="1193091" y="998403"/>
                  </a:lnTo>
                  <a:lnTo>
                    <a:pt x="1192560" y="1000886"/>
                  </a:lnTo>
                  <a:lnTo>
                    <a:pt x="1192041" y="1003370"/>
                  </a:lnTo>
                  <a:lnTo>
                    <a:pt x="1191537" y="1005853"/>
                  </a:lnTo>
                  <a:lnTo>
                    <a:pt x="1191052" y="1008337"/>
                  </a:lnTo>
                  <a:lnTo>
                    <a:pt x="1190583" y="1010820"/>
                  </a:lnTo>
                  <a:lnTo>
                    <a:pt x="1190131" y="1013304"/>
                  </a:lnTo>
                  <a:lnTo>
                    <a:pt x="1189696" y="1015788"/>
                  </a:lnTo>
                  <a:lnTo>
                    <a:pt x="1189279" y="1018271"/>
                  </a:lnTo>
                  <a:lnTo>
                    <a:pt x="1188878" y="1020755"/>
                  </a:lnTo>
                  <a:lnTo>
                    <a:pt x="1188497" y="1023238"/>
                  </a:lnTo>
                  <a:lnTo>
                    <a:pt x="1188131" y="1025722"/>
                  </a:lnTo>
                  <a:lnTo>
                    <a:pt x="1187780" y="1028206"/>
                  </a:lnTo>
                  <a:lnTo>
                    <a:pt x="1187443" y="1030689"/>
                  </a:lnTo>
                  <a:lnTo>
                    <a:pt x="1187117" y="1033173"/>
                  </a:lnTo>
                  <a:lnTo>
                    <a:pt x="1186802" y="1035656"/>
                  </a:lnTo>
                  <a:lnTo>
                    <a:pt x="1186498" y="1038140"/>
                  </a:lnTo>
                  <a:lnTo>
                    <a:pt x="1186203" y="1040624"/>
                  </a:lnTo>
                  <a:lnTo>
                    <a:pt x="1185916" y="1043107"/>
                  </a:lnTo>
                  <a:lnTo>
                    <a:pt x="1185634" y="1045591"/>
                  </a:lnTo>
                  <a:lnTo>
                    <a:pt x="1185358" y="1048074"/>
                  </a:lnTo>
                  <a:lnTo>
                    <a:pt x="1185086" y="1050558"/>
                  </a:lnTo>
                  <a:lnTo>
                    <a:pt x="1184818" y="1053041"/>
                  </a:lnTo>
                  <a:lnTo>
                    <a:pt x="1184553" y="1055525"/>
                  </a:lnTo>
                  <a:lnTo>
                    <a:pt x="1184290" y="1058009"/>
                  </a:lnTo>
                  <a:lnTo>
                    <a:pt x="1184029" y="1060492"/>
                  </a:lnTo>
                  <a:lnTo>
                    <a:pt x="1183769" y="1062976"/>
                  </a:lnTo>
                  <a:lnTo>
                    <a:pt x="1183510" y="1065459"/>
                  </a:lnTo>
                  <a:lnTo>
                    <a:pt x="1183253" y="1067943"/>
                  </a:lnTo>
                  <a:lnTo>
                    <a:pt x="1182997" y="1070427"/>
                  </a:lnTo>
                  <a:lnTo>
                    <a:pt x="1182743" y="1072910"/>
                  </a:lnTo>
                  <a:lnTo>
                    <a:pt x="1182493" y="1075394"/>
                  </a:lnTo>
                  <a:lnTo>
                    <a:pt x="1182246" y="1077877"/>
                  </a:lnTo>
                  <a:lnTo>
                    <a:pt x="1182003" y="1080361"/>
                  </a:lnTo>
                  <a:lnTo>
                    <a:pt x="1181765" y="1082845"/>
                  </a:lnTo>
                  <a:lnTo>
                    <a:pt x="1181533" y="1085328"/>
                  </a:lnTo>
                  <a:lnTo>
                    <a:pt x="1181311" y="1087812"/>
                  </a:lnTo>
                  <a:lnTo>
                    <a:pt x="1181097" y="1090295"/>
                  </a:lnTo>
                  <a:lnTo>
                    <a:pt x="1180894" y="1092779"/>
                  </a:lnTo>
                  <a:lnTo>
                    <a:pt x="1180701" y="1095263"/>
                  </a:lnTo>
                  <a:lnTo>
                    <a:pt x="1180520" y="1097746"/>
                  </a:lnTo>
                  <a:lnTo>
                    <a:pt x="1180352" y="1100230"/>
                  </a:lnTo>
                  <a:lnTo>
                    <a:pt x="1180198" y="1102713"/>
                  </a:lnTo>
                  <a:lnTo>
                    <a:pt x="1180060" y="1105197"/>
                  </a:lnTo>
                  <a:lnTo>
                    <a:pt x="1179936" y="1107680"/>
                  </a:lnTo>
                  <a:lnTo>
                    <a:pt x="1179827" y="1110164"/>
                  </a:lnTo>
                  <a:lnTo>
                    <a:pt x="1179732" y="1112648"/>
                  </a:lnTo>
                  <a:lnTo>
                    <a:pt x="1179651" y="1115131"/>
                  </a:lnTo>
                  <a:lnTo>
                    <a:pt x="1179585" y="1117615"/>
                  </a:lnTo>
                  <a:lnTo>
                    <a:pt x="1179535" y="1120098"/>
                  </a:lnTo>
                  <a:lnTo>
                    <a:pt x="1179498" y="1122582"/>
                  </a:lnTo>
                  <a:lnTo>
                    <a:pt x="1179474" y="1125066"/>
                  </a:lnTo>
                  <a:lnTo>
                    <a:pt x="1179461" y="1127549"/>
                  </a:lnTo>
                  <a:lnTo>
                    <a:pt x="1179458" y="1130033"/>
                  </a:lnTo>
                  <a:lnTo>
                    <a:pt x="1179464" y="1132516"/>
                  </a:lnTo>
                  <a:lnTo>
                    <a:pt x="1179480" y="1135000"/>
                  </a:lnTo>
                  <a:lnTo>
                    <a:pt x="1179504" y="1137484"/>
                  </a:lnTo>
                  <a:lnTo>
                    <a:pt x="1179534" y="1139967"/>
                  </a:lnTo>
                  <a:lnTo>
                    <a:pt x="1179569" y="1142451"/>
                  </a:lnTo>
                  <a:lnTo>
                    <a:pt x="1179607" y="1144934"/>
                  </a:lnTo>
                  <a:lnTo>
                    <a:pt x="1179648" y="1147418"/>
                  </a:lnTo>
                  <a:lnTo>
                    <a:pt x="1179691" y="1149901"/>
                  </a:lnTo>
                  <a:lnTo>
                    <a:pt x="1179735" y="1152385"/>
                  </a:lnTo>
                  <a:lnTo>
                    <a:pt x="1179778" y="1154869"/>
                  </a:lnTo>
                  <a:lnTo>
                    <a:pt x="1179820" y="1157352"/>
                  </a:lnTo>
                  <a:lnTo>
                    <a:pt x="1179861" y="1159836"/>
                  </a:lnTo>
                  <a:lnTo>
                    <a:pt x="1179899" y="1162319"/>
                  </a:lnTo>
                  <a:lnTo>
                    <a:pt x="1179935" y="1164803"/>
                  </a:lnTo>
                  <a:lnTo>
                    <a:pt x="1179967" y="1167287"/>
                  </a:lnTo>
                  <a:lnTo>
                    <a:pt x="1179996" y="1169770"/>
                  </a:lnTo>
                  <a:lnTo>
                    <a:pt x="1180022" y="1172254"/>
                  </a:lnTo>
                  <a:lnTo>
                    <a:pt x="1180045" y="1174737"/>
                  </a:lnTo>
                  <a:lnTo>
                    <a:pt x="1180065" y="1177221"/>
                  </a:lnTo>
                  <a:lnTo>
                    <a:pt x="1180083" y="1179705"/>
                  </a:lnTo>
                  <a:lnTo>
                    <a:pt x="1180098" y="1182188"/>
                  </a:lnTo>
                  <a:lnTo>
                    <a:pt x="1180110" y="1184672"/>
                  </a:lnTo>
                  <a:lnTo>
                    <a:pt x="1180120" y="1187155"/>
                  </a:lnTo>
                  <a:lnTo>
                    <a:pt x="1180129" y="1189639"/>
                  </a:lnTo>
                  <a:lnTo>
                    <a:pt x="1180137" y="1192122"/>
                  </a:lnTo>
                  <a:lnTo>
                    <a:pt x="1180143" y="1194606"/>
                  </a:lnTo>
                  <a:lnTo>
                    <a:pt x="1180148" y="1197090"/>
                  </a:lnTo>
                  <a:lnTo>
                    <a:pt x="1180152" y="1199573"/>
                  </a:lnTo>
                  <a:lnTo>
                    <a:pt x="1180156" y="1202057"/>
                  </a:lnTo>
                  <a:lnTo>
                    <a:pt x="1180158" y="1204540"/>
                  </a:lnTo>
                  <a:lnTo>
                    <a:pt x="1180160" y="1207024"/>
                  </a:lnTo>
                  <a:lnTo>
                    <a:pt x="1180161" y="1209508"/>
                  </a:lnTo>
                  <a:lnTo>
                    <a:pt x="1180161" y="1211991"/>
                  </a:lnTo>
                  <a:lnTo>
                    <a:pt x="1180161" y="1214475"/>
                  </a:lnTo>
                  <a:lnTo>
                    <a:pt x="1180160" y="1216958"/>
                  </a:lnTo>
                  <a:lnTo>
                    <a:pt x="1180158" y="1219442"/>
                  </a:lnTo>
                  <a:lnTo>
                    <a:pt x="1180155" y="1221926"/>
                  </a:lnTo>
                  <a:lnTo>
                    <a:pt x="1180151" y="1224409"/>
                  </a:lnTo>
                  <a:lnTo>
                    <a:pt x="1180147" y="1226893"/>
                  </a:lnTo>
                  <a:lnTo>
                    <a:pt x="1180143" y="1229376"/>
                  </a:lnTo>
                  <a:lnTo>
                    <a:pt x="1180138" y="1231860"/>
                  </a:lnTo>
                  <a:lnTo>
                    <a:pt x="1180133" y="1234344"/>
                  </a:lnTo>
                  <a:lnTo>
                    <a:pt x="1180127" y="1236827"/>
                  </a:lnTo>
                  <a:lnTo>
                    <a:pt x="1180121" y="1239311"/>
                  </a:lnTo>
                  <a:lnTo>
                    <a:pt x="1180115" y="1241794"/>
                  </a:lnTo>
                  <a:lnTo>
                    <a:pt x="1180108" y="1244278"/>
                  </a:lnTo>
                  <a:lnTo>
                    <a:pt x="1180100" y="1246761"/>
                  </a:lnTo>
                  <a:lnTo>
                    <a:pt x="1180091" y="1249245"/>
                  </a:lnTo>
                  <a:lnTo>
                    <a:pt x="1180082" y="1251729"/>
                  </a:lnTo>
                  <a:lnTo>
                    <a:pt x="1180070" y="1254212"/>
                  </a:lnTo>
                  <a:lnTo>
                    <a:pt x="1180057" y="1256696"/>
                  </a:lnTo>
                  <a:lnTo>
                    <a:pt x="1180041" y="1259179"/>
                  </a:lnTo>
                  <a:lnTo>
                    <a:pt x="1180023" y="1261663"/>
                  </a:lnTo>
                  <a:lnTo>
                    <a:pt x="1180002" y="1264147"/>
                  </a:lnTo>
                  <a:lnTo>
                    <a:pt x="1179977" y="1266630"/>
                  </a:lnTo>
                  <a:lnTo>
                    <a:pt x="1179948" y="1269114"/>
                  </a:lnTo>
                  <a:close/>
                </a:path>
              </a:pathLst>
            </a:custGeom>
            <a:solidFill>
              <a:srgbClr val="4472C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9914997" y="5350946"/>
              <a:ext cx="3299659" cy="1190571"/>
            </a:xfrm>
            <a:custGeom>
              <a:avLst/>
              <a:pathLst>
                <a:path w="3299659" h="1190571">
                  <a:moveTo>
                    <a:pt x="1647606" y="1190571"/>
                  </a:moveTo>
                  <a:lnTo>
                    <a:pt x="1647622" y="1188241"/>
                  </a:lnTo>
                  <a:lnTo>
                    <a:pt x="1647672" y="1185911"/>
                  </a:lnTo>
                  <a:lnTo>
                    <a:pt x="1647752" y="1183582"/>
                  </a:lnTo>
                  <a:lnTo>
                    <a:pt x="1647859" y="1181252"/>
                  </a:lnTo>
                  <a:lnTo>
                    <a:pt x="1647990" y="1178922"/>
                  </a:lnTo>
                  <a:lnTo>
                    <a:pt x="1648140" y="1176592"/>
                  </a:lnTo>
                  <a:lnTo>
                    <a:pt x="1648301" y="1174262"/>
                  </a:lnTo>
                  <a:lnTo>
                    <a:pt x="1648467" y="1171932"/>
                  </a:lnTo>
                  <a:lnTo>
                    <a:pt x="1648633" y="1169602"/>
                  </a:lnTo>
                  <a:lnTo>
                    <a:pt x="1648795" y="1167272"/>
                  </a:lnTo>
                  <a:lnTo>
                    <a:pt x="1648948" y="1164942"/>
                  </a:lnTo>
                  <a:lnTo>
                    <a:pt x="1649091" y="1162613"/>
                  </a:lnTo>
                  <a:lnTo>
                    <a:pt x="1649220" y="1160283"/>
                  </a:lnTo>
                  <a:lnTo>
                    <a:pt x="1649335" y="1157953"/>
                  </a:lnTo>
                  <a:lnTo>
                    <a:pt x="1649433" y="1155623"/>
                  </a:lnTo>
                  <a:lnTo>
                    <a:pt x="1649516" y="1153293"/>
                  </a:lnTo>
                  <a:lnTo>
                    <a:pt x="1649586" y="1150963"/>
                  </a:lnTo>
                  <a:lnTo>
                    <a:pt x="1649643" y="1148633"/>
                  </a:lnTo>
                  <a:lnTo>
                    <a:pt x="1649689" y="1146303"/>
                  </a:lnTo>
                  <a:lnTo>
                    <a:pt x="1649725" y="1143973"/>
                  </a:lnTo>
                  <a:lnTo>
                    <a:pt x="1649753" y="1141644"/>
                  </a:lnTo>
                  <a:lnTo>
                    <a:pt x="1649775" y="1139314"/>
                  </a:lnTo>
                  <a:lnTo>
                    <a:pt x="1649790" y="1136984"/>
                  </a:lnTo>
                  <a:lnTo>
                    <a:pt x="1649801" y="1134654"/>
                  </a:lnTo>
                  <a:lnTo>
                    <a:pt x="1649809" y="1132324"/>
                  </a:lnTo>
                  <a:lnTo>
                    <a:pt x="1649814" y="1129994"/>
                  </a:lnTo>
                  <a:lnTo>
                    <a:pt x="1649817" y="1127664"/>
                  </a:lnTo>
                  <a:lnTo>
                    <a:pt x="1649818" y="1125334"/>
                  </a:lnTo>
                  <a:lnTo>
                    <a:pt x="1649817" y="1123005"/>
                  </a:lnTo>
                  <a:lnTo>
                    <a:pt x="1649814" y="1120675"/>
                  </a:lnTo>
                  <a:lnTo>
                    <a:pt x="1649809" y="1118345"/>
                  </a:lnTo>
                  <a:lnTo>
                    <a:pt x="1649800" y="1116015"/>
                  </a:lnTo>
                  <a:lnTo>
                    <a:pt x="1649787" y="1113685"/>
                  </a:lnTo>
                  <a:lnTo>
                    <a:pt x="1649768" y="1111355"/>
                  </a:lnTo>
                  <a:lnTo>
                    <a:pt x="1649743" y="1109025"/>
                  </a:lnTo>
                  <a:lnTo>
                    <a:pt x="1649708" y="1106695"/>
                  </a:lnTo>
                  <a:lnTo>
                    <a:pt x="1649661" y="1104365"/>
                  </a:lnTo>
                  <a:lnTo>
                    <a:pt x="1649601" y="1102036"/>
                  </a:lnTo>
                  <a:lnTo>
                    <a:pt x="1649524" y="1099706"/>
                  </a:lnTo>
                  <a:lnTo>
                    <a:pt x="1649426" y="1097376"/>
                  </a:lnTo>
                  <a:lnTo>
                    <a:pt x="1649303" y="1095046"/>
                  </a:lnTo>
                  <a:lnTo>
                    <a:pt x="1649149" y="1092716"/>
                  </a:lnTo>
                  <a:lnTo>
                    <a:pt x="1648963" y="1090386"/>
                  </a:lnTo>
                  <a:lnTo>
                    <a:pt x="1648743" y="1088056"/>
                  </a:lnTo>
                  <a:lnTo>
                    <a:pt x="1648486" y="1085726"/>
                  </a:lnTo>
                  <a:lnTo>
                    <a:pt x="1648190" y="1083396"/>
                  </a:lnTo>
                  <a:lnTo>
                    <a:pt x="1647856" y="1081067"/>
                  </a:lnTo>
                  <a:lnTo>
                    <a:pt x="1647484" y="1078737"/>
                  </a:lnTo>
                  <a:lnTo>
                    <a:pt x="1647075" y="1076407"/>
                  </a:lnTo>
                  <a:lnTo>
                    <a:pt x="1646632" y="1074077"/>
                  </a:lnTo>
                  <a:lnTo>
                    <a:pt x="1646160" y="1071747"/>
                  </a:lnTo>
                  <a:lnTo>
                    <a:pt x="1645667" y="1069417"/>
                  </a:lnTo>
                  <a:lnTo>
                    <a:pt x="1645160" y="1067087"/>
                  </a:lnTo>
                  <a:lnTo>
                    <a:pt x="1644648" y="1064757"/>
                  </a:lnTo>
                  <a:lnTo>
                    <a:pt x="1644138" y="1062427"/>
                  </a:lnTo>
                  <a:lnTo>
                    <a:pt x="1643640" y="1060098"/>
                  </a:lnTo>
                  <a:lnTo>
                    <a:pt x="1643160" y="1057768"/>
                  </a:lnTo>
                  <a:lnTo>
                    <a:pt x="1642708" y="1055438"/>
                  </a:lnTo>
                  <a:lnTo>
                    <a:pt x="1642294" y="1053108"/>
                  </a:lnTo>
                  <a:lnTo>
                    <a:pt x="1641929" y="1050778"/>
                  </a:lnTo>
                  <a:lnTo>
                    <a:pt x="1641617" y="1048448"/>
                  </a:lnTo>
                  <a:lnTo>
                    <a:pt x="1641362" y="1046118"/>
                  </a:lnTo>
                  <a:lnTo>
                    <a:pt x="1641171" y="1043788"/>
                  </a:lnTo>
                  <a:lnTo>
                    <a:pt x="1641049" y="1041459"/>
                  </a:lnTo>
                  <a:lnTo>
                    <a:pt x="1640998" y="1039129"/>
                  </a:lnTo>
                  <a:lnTo>
                    <a:pt x="1641020" y="1036799"/>
                  </a:lnTo>
                  <a:lnTo>
                    <a:pt x="1641116" y="1034469"/>
                  </a:lnTo>
                  <a:lnTo>
                    <a:pt x="1641290" y="1032139"/>
                  </a:lnTo>
                  <a:lnTo>
                    <a:pt x="1641538" y="1029809"/>
                  </a:lnTo>
                  <a:lnTo>
                    <a:pt x="1641848" y="1027479"/>
                  </a:lnTo>
                  <a:lnTo>
                    <a:pt x="1642212" y="1025149"/>
                  </a:lnTo>
                  <a:lnTo>
                    <a:pt x="1642619" y="1022819"/>
                  </a:lnTo>
                  <a:lnTo>
                    <a:pt x="1643059" y="1020490"/>
                  </a:lnTo>
                  <a:lnTo>
                    <a:pt x="1643519" y="1018160"/>
                  </a:lnTo>
                  <a:lnTo>
                    <a:pt x="1643984" y="1015830"/>
                  </a:lnTo>
                  <a:lnTo>
                    <a:pt x="1644443" y="1013500"/>
                  </a:lnTo>
                  <a:lnTo>
                    <a:pt x="1644878" y="1011170"/>
                  </a:lnTo>
                  <a:lnTo>
                    <a:pt x="1645276" y="1008840"/>
                  </a:lnTo>
                  <a:lnTo>
                    <a:pt x="1645628" y="1006510"/>
                  </a:lnTo>
                  <a:lnTo>
                    <a:pt x="1645926" y="1004180"/>
                  </a:lnTo>
                  <a:lnTo>
                    <a:pt x="1646167" y="1001850"/>
                  </a:lnTo>
                  <a:lnTo>
                    <a:pt x="1646346" y="999521"/>
                  </a:lnTo>
                  <a:lnTo>
                    <a:pt x="1646464" y="997191"/>
                  </a:lnTo>
                  <a:lnTo>
                    <a:pt x="1646521" y="994861"/>
                  </a:lnTo>
                  <a:lnTo>
                    <a:pt x="1646520" y="992531"/>
                  </a:lnTo>
                  <a:lnTo>
                    <a:pt x="1646464" y="990201"/>
                  </a:lnTo>
                  <a:lnTo>
                    <a:pt x="1646358" y="987871"/>
                  </a:lnTo>
                  <a:lnTo>
                    <a:pt x="1646212" y="985541"/>
                  </a:lnTo>
                  <a:lnTo>
                    <a:pt x="1646034" y="983211"/>
                  </a:lnTo>
                  <a:lnTo>
                    <a:pt x="1645827" y="980881"/>
                  </a:lnTo>
                  <a:lnTo>
                    <a:pt x="1645599" y="978552"/>
                  </a:lnTo>
                  <a:lnTo>
                    <a:pt x="1645352" y="976222"/>
                  </a:lnTo>
                  <a:lnTo>
                    <a:pt x="1645091" y="973892"/>
                  </a:lnTo>
                  <a:lnTo>
                    <a:pt x="1644820" y="971562"/>
                  </a:lnTo>
                  <a:lnTo>
                    <a:pt x="1644540" y="969232"/>
                  </a:lnTo>
                  <a:lnTo>
                    <a:pt x="1644254" y="966902"/>
                  </a:lnTo>
                  <a:lnTo>
                    <a:pt x="1643962" y="964572"/>
                  </a:lnTo>
                  <a:lnTo>
                    <a:pt x="1643665" y="962242"/>
                  </a:lnTo>
                  <a:lnTo>
                    <a:pt x="1643361" y="959912"/>
                  </a:lnTo>
                  <a:lnTo>
                    <a:pt x="1643050" y="957583"/>
                  </a:lnTo>
                  <a:lnTo>
                    <a:pt x="1642728" y="955253"/>
                  </a:lnTo>
                  <a:lnTo>
                    <a:pt x="1642392" y="952923"/>
                  </a:lnTo>
                  <a:lnTo>
                    <a:pt x="1642040" y="950593"/>
                  </a:lnTo>
                  <a:lnTo>
                    <a:pt x="1641667" y="948263"/>
                  </a:lnTo>
                  <a:lnTo>
                    <a:pt x="1641271" y="945933"/>
                  </a:lnTo>
                  <a:lnTo>
                    <a:pt x="1640854" y="943603"/>
                  </a:lnTo>
                  <a:lnTo>
                    <a:pt x="1640416" y="941273"/>
                  </a:lnTo>
                  <a:lnTo>
                    <a:pt x="1639963" y="938944"/>
                  </a:lnTo>
                  <a:lnTo>
                    <a:pt x="1639501" y="936614"/>
                  </a:lnTo>
                  <a:lnTo>
                    <a:pt x="1639038" y="934284"/>
                  </a:lnTo>
                  <a:lnTo>
                    <a:pt x="1638585" y="931954"/>
                  </a:lnTo>
                  <a:lnTo>
                    <a:pt x="1638154" y="929624"/>
                  </a:lnTo>
                  <a:lnTo>
                    <a:pt x="1637764" y="927294"/>
                  </a:lnTo>
                  <a:lnTo>
                    <a:pt x="1637426" y="924964"/>
                  </a:lnTo>
                  <a:lnTo>
                    <a:pt x="1637149" y="922634"/>
                  </a:lnTo>
                  <a:lnTo>
                    <a:pt x="1636939" y="920304"/>
                  </a:lnTo>
                  <a:lnTo>
                    <a:pt x="1636800" y="917975"/>
                  </a:lnTo>
                  <a:lnTo>
                    <a:pt x="1636729" y="915645"/>
                  </a:lnTo>
                  <a:lnTo>
                    <a:pt x="1636721" y="913315"/>
                  </a:lnTo>
                  <a:lnTo>
                    <a:pt x="1636767" y="910985"/>
                  </a:lnTo>
                  <a:lnTo>
                    <a:pt x="1636852" y="908655"/>
                  </a:lnTo>
                  <a:lnTo>
                    <a:pt x="1636961" y="906325"/>
                  </a:lnTo>
                  <a:lnTo>
                    <a:pt x="1637069" y="903995"/>
                  </a:lnTo>
                  <a:lnTo>
                    <a:pt x="1637157" y="901665"/>
                  </a:lnTo>
                  <a:lnTo>
                    <a:pt x="1637206" y="899335"/>
                  </a:lnTo>
                  <a:lnTo>
                    <a:pt x="1637200" y="897006"/>
                  </a:lnTo>
                  <a:lnTo>
                    <a:pt x="1637128" y="894676"/>
                  </a:lnTo>
                  <a:lnTo>
                    <a:pt x="1636979" y="892346"/>
                  </a:lnTo>
                  <a:lnTo>
                    <a:pt x="1636749" y="890016"/>
                  </a:lnTo>
                  <a:lnTo>
                    <a:pt x="1636436" y="887686"/>
                  </a:lnTo>
                  <a:lnTo>
                    <a:pt x="1636035" y="885356"/>
                  </a:lnTo>
                  <a:lnTo>
                    <a:pt x="1635565" y="883026"/>
                  </a:lnTo>
                  <a:lnTo>
                    <a:pt x="1635041" y="880696"/>
                  </a:lnTo>
                  <a:lnTo>
                    <a:pt x="1634479" y="878366"/>
                  </a:lnTo>
                  <a:lnTo>
                    <a:pt x="1633899" y="876037"/>
                  </a:lnTo>
                  <a:lnTo>
                    <a:pt x="1633322" y="873707"/>
                  </a:lnTo>
                  <a:lnTo>
                    <a:pt x="1632770" y="871377"/>
                  </a:lnTo>
                  <a:lnTo>
                    <a:pt x="1632264" y="869047"/>
                  </a:lnTo>
                  <a:lnTo>
                    <a:pt x="1631826" y="866717"/>
                  </a:lnTo>
                  <a:lnTo>
                    <a:pt x="1631488" y="864387"/>
                  </a:lnTo>
                  <a:lnTo>
                    <a:pt x="1631259" y="862057"/>
                  </a:lnTo>
                  <a:lnTo>
                    <a:pt x="1631147" y="859727"/>
                  </a:lnTo>
                  <a:lnTo>
                    <a:pt x="1631158" y="857398"/>
                  </a:lnTo>
                  <a:lnTo>
                    <a:pt x="1631290" y="855068"/>
                  </a:lnTo>
                  <a:lnTo>
                    <a:pt x="1631537" y="852738"/>
                  </a:lnTo>
                  <a:lnTo>
                    <a:pt x="1631888" y="850408"/>
                  </a:lnTo>
                  <a:lnTo>
                    <a:pt x="1632325" y="848078"/>
                  </a:lnTo>
                  <a:lnTo>
                    <a:pt x="1632826" y="845748"/>
                  </a:lnTo>
                  <a:lnTo>
                    <a:pt x="1633367" y="843418"/>
                  </a:lnTo>
                  <a:lnTo>
                    <a:pt x="1633910" y="841088"/>
                  </a:lnTo>
                  <a:lnTo>
                    <a:pt x="1634424" y="838758"/>
                  </a:lnTo>
                  <a:lnTo>
                    <a:pt x="1634880" y="836429"/>
                  </a:lnTo>
                  <a:lnTo>
                    <a:pt x="1635251" y="834099"/>
                  </a:lnTo>
                  <a:lnTo>
                    <a:pt x="1635514" y="831769"/>
                  </a:lnTo>
                  <a:lnTo>
                    <a:pt x="1635647" y="829439"/>
                  </a:lnTo>
                  <a:lnTo>
                    <a:pt x="1635635" y="827109"/>
                  </a:lnTo>
                  <a:lnTo>
                    <a:pt x="1635466" y="824779"/>
                  </a:lnTo>
                  <a:lnTo>
                    <a:pt x="1635114" y="822449"/>
                  </a:lnTo>
                  <a:lnTo>
                    <a:pt x="1634602" y="820119"/>
                  </a:lnTo>
                  <a:lnTo>
                    <a:pt x="1633938" y="817789"/>
                  </a:lnTo>
                  <a:lnTo>
                    <a:pt x="1633135" y="815460"/>
                  </a:lnTo>
                  <a:lnTo>
                    <a:pt x="1632208" y="813130"/>
                  </a:lnTo>
                  <a:lnTo>
                    <a:pt x="1631176" y="810800"/>
                  </a:lnTo>
                  <a:lnTo>
                    <a:pt x="1630059" y="808470"/>
                  </a:lnTo>
                  <a:lnTo>
                    <a:pt x="1628877" y="806140"/>
                  </a:lnTo>
                  <a:lnTo>
                    <a:pt x="1627650" y="803810"/>
                  </a:lnTo>
                  <a:lnTo>
                    <a:pt x="1626395" y="801480"/>
                  </a:lnTo>
                  <a:lnTo>
                    <a:pt x="1625134" y="799150"/>
                  </a:lnTo>
                  <a:lnTo>
                    <a:pt x="1623878" y="796820"/>
                  </a:lnTo>
                  <a:lnTo>
                    <a:pt x="1622636" y="794491"/>
                  </a:lnTo>
                  <a:lnTo>
                    <a:pt x="1621415" y="792161"/>
                  </a:lnTo>
                  <a:lnTo>
                    <a:pt x="1620218" y="789831"/>
                  </a:lnTo>
                  <a:lnTo>
                    <a:pt x="1619048" y="787501"/>
                  </a:lnTo>
                  <a:lnTo>
                    <a:pt x="1617909" y="785171"/>
                  </a:lnTo>
                  <a:lnTo>
                    <a:pt x="1616801" y="782841"/>
                  </a:lnTo>
                  <a:lnTo>
                    <a:pt x="1615732" y="780511"/>
                  </a:lnTo>
                  <a:lnTo>
                    <a:pt x="1614703" y="778181"/>
                  </a:lnTo>
                  <a:lnTo>
                    <a:pt x="1613717" y="775852"/>
                  </a:lnTo>
                  <a:lnTo>
                    <a:pt x="1612779" y="773522"/>
                  </a:lnTo>
                  <a:lnTo>
                    <a:pt x="1611892" y="771192"/>
                  </a:lnTo>
                  <a:lnTo>
                    <a:pt x="1611058" y="768862"/>
                  </a:lnTo>
                  <a:lnTo>
                    <a:pt x="1610278" y="766532"/>
                  </a:lnTo>
                  <a:lnTo>
                    <a:pt x="1609548" y="764202"/>
                  </a:lnTo>
                  <a:lnTo>
                    <a:pt x="1608864" y="761872"/>
                  </a:lnTo>
                  <a:lnTo>
                    <a:pt x="1608217" y="759542"/>
                  </a:lnTo>
                  <a:lnTo>
                    <a:pt x="1607587" y="757212"/>
                  </a:lnTo>
                  <a:lnTo>
                    <a:pt x="1606957" y="754883"/>
                  </a:lnTo>
                  <a:lnTo>
                    <a:pt x="1606307" y="752553"/>
                  </a:lnTo>
                  <a:lnTo>
                    <a:pt x="1605619" y="750223"/>
                  </a:lnTo>
                  <a:lnTo>
                    <a:pt x="1604874" y="747893"/>
                  </a:lnTo>
                  <a:lnTo>
                    <a:pt x="1604055" y="745563"/>
                  </a:lnTo>
                  <a:lnTo>
                    <a:pt x="1603148" y="743233"/>
                  </a:lnTo>
                  <a:lnTo>
                    <a:pt x="1602139" y="740903"/>
                  </a:lnTo>
                  <a:lnTo>
                    <a:pt x="1601010" y="738573"/>
                  </a:lnTo>
                  <a:lnTo>
                    <a:pt x="1599773" y="736243"/>
                  </a:lnTo>
                  <a:lnTo>
                    <a:pt x="1598431" y="733914"/>
                  </a:lnTo>
                  <a:lnTo>
                    <a:pt x="1596991" y="731584"/>
                  </a:lnTo>
                  <a:lnTo>
                    <a:pt x="1595461" y="729254"/>
                  </a:lnTo>
                  <a:lnTo>
                    <a:pt x="1593851" y="726924"/>
                  </a:lnTo>
                  <a:lnTo>
                    <a:pt x="1592169" y="724594"/>
                  </a:lnTo>
                  <a:lnTo>
                    <a:pt x="1590421" y="722264"/>
                  </a:lnTo>
                  <a:lnTo>
                    <a:pt x="1588609" y="719934"/>
                  </a:lnTo>
                  <a:lnTo>
                    <a:pt x="1586722" y="717604"/>
                  </a:lnTo>
                  <a:lnTo>
                    <a:pt x="1584753" y="715274"/>
                  </a:lnTo>
                  <a:lnTo>
                    <a:pt x="1582681" y="712945"/>
                  </a:lnTo>
                  <a:lnTo>
                    <a:pt x="1580476" y="710615"/>
                  </a:lnTo>
                  <a:lnTo>
                    <a:pt x="1578101" y="708285"/>
                  </a:lnTo>
                  <a:lnTo>
                    <a:pt x="1575511" y="705955"/>
                  </a:lnTo>
                  <a:lnTo>
                    <a:pt x="1572660" y="703625"/>
                  </a:lnTo>
                  <a:lnTo>
                    <a:pt x="1569495" y="701295"/>
                  </a:lnTo>
                  <a:lnTo>
                    <a:pt x="1565949" y="698965"/>
                  </a:lnTo>
                  <a:lnTo>
                    <a:pt x="1561930" y="696635"/>
                  </a:lnTo>
                  <a:lnTo>
                    <a:pt x="1557436" y="694306"/>
                  </a:lnTo>
                  <a:lnTo>
                    <a:pt x="1552432" y="691976"/>
                  </a:lnTo>
                  <a:lnTo>
                    <a:pt x="1546892" y="689646"/>
                  </a:lnTo>
                  <a:lnTo>
                    <a:pt x="1540798" y="687316"/>
                  </a:lnTo>
                  <a:lnTo>
                    <a:pt x="1534140" y="684986"/>
                  </a:lnTo>
                  <a:lnTo>
                    <a:pt x="1526915" y="682656"/>
                  </a:lnTo>
                  <a:lnTo>
                    <a:pt x="1519127" y="680326"/>
                  </a:lnTo>
                  <a:lnTo>
                    <a:pt x="1510760" y="677996"/>
                  </a:lnTo>
                  <a:lnTo>
                    <a:pt x="1501791" y="675666"/>
                  </a:lnTo>
                  <a:lnTo>
                    <a:pt x="1492284" y="673337"/>
                  </a:lnTo>
                  <a:lnTo>
                    <a:pt x="1482241" y="671007"/>
                  </a:lnTo>
                  <a:lnTo>
                    <a:pt x="1471659" y="668677"/>
                  </a:lnTo>
                  <a:lnTo>
                    <a:pt x="1460531" y="666347"/>
                  </a:lnTo>
                  <a:lnTo>
                    <a:pt x="1448844" y="664017"/>
                  </a:lnTo>
                  <a:lnTo>
                    <a:pt x="1436579" y="661687"/>
                  </a:lnTo>
                  <a:lnTo>
                    <a:pt x="1423714" y="659357"/>
                  </a:lnTo>
                  <a:lnTo>
                    <a:pt x="1410185" y="657027"/>
                  </a:lnTo>
                  <a:lnTo>
                    <a:pt x="1395920" y="654697"/>
                  </a:lnTo>
                  <a:lnTo>
                    <a:pt x="1380939" y="652368"/>
                  </a:lnTo>
                  <a:lnTo>
                    <a:pt x="1365194" y="650038"/>
                  </a:lnTo>
                  <a:lnTo>
                    <a:pt x="1348633" y="647708"/>
                  </a:lnTo>
                  <a:lnTo>
                    <a:pt x="1331198" y="645378"/>
                  </a:lnTo>
                  <a:lnTo>
                    <a:pt x="1312823" y="643048"/>
                  </a:lnTo>
                  <a:lnTo>
                    <a:pt x="1293439" y="640718"/>
                  </a:lnTo>
                  <a:lnTo>
                    <a:pt x="1272969" y="638388"/>
                  </a:lnTo>
                  <a:lnTo>
                    <a:pt x="1251263" y="636058"/>
                  </a:lnTo>
                  <a:lnTo>
                    <a:pt x="1228187" y="633728"/>
                  </a:lnTo>
                  <a:lnTo>
                    <a:pt x="1203771" y="631399"/>
                  </a:lnTo>
                  <a:lnTo>
                    <a:pt x="1177954" y="629069"/>
                  </a:lnTo>
                  <a:lnTo>
                    <a:pt x="1150693" y="626739"/>
                  </a:lnTo>
                  <a:lnTo>
                    <a:pt x="1121964" y="624409"/>
                  </a:lnTo>
                  <a:lnTo>
                    <a:pt x="1091765" y="622079"/>
                  </a:lnTo>
                  <a:lnTo>
                    <a:pt x="1060125" y="619749"/>
                  </a:lnTo>
                  <a:lnTo>
                    <a:pt x="1027101" y="617419"/>
                  </a:lnTo>
                  <a:lnTo>
                    <a:pt x="992710" y="615089"/>
                  </a:lnTo>
                  <a:lnTo>
                    <a:pt x="957095" y="612759"/>
                  </a:lnTo>
                  <a:lnTo>
                    <a:pt x="920526" y="610430"/>
                  </a:lnTo>
                  <a:lnTo>
                    <a:pt x="883193" y="608100"/>
                  </a:lnTo>
                  <a:lnTo>
                    <a:pt x="845304" y="605770"/>
                  </a:lnTo>
                  <a:lnTo>
                    <a:pt x="807077" y="603440"/>
                  </a:lnTo>
                  <a:lnTo>
                    <a:pt x="768736" y="601110"/>
                  </a:lnTo>
                  <a:lnTo>
                    <a:pt x="730499" y="598780"/>
                  </a:lnTo>
                  <a:lnTo>
                    <a:pt x="692571" y="596450"/>
                  </a:lnTo>
                  <a:lnTo>
                    <a:pt x="655187" y="594120"/>
                  </a:lnTo>
                  <a:lnTo>
                    <a:pt x="618532" y="591791"/>
                  </a:lnTo>
                  <a:lnTo>
                    <a:pt x="582670" y="589461"/>
                  </a:lnTo>
                  <a:lnTo>
                    <a:pt x="547665" y="587131"/>
                  </a:lnTo>
                  <a:lnTo>
                    <a:pt x="513540" y="584801"/>
                  </a:lnTo>
                  <a:lnTo>
                    <a:pt x="480284" y="582471"/>
                  </a:lnTo>
                  <a:lnTo>
                    <a:pt x="447857" y="580141"/>
                  </a:lnTo>
                  <a:lnTo>
                    <a:pt x="416196" y="577811"/>
                  </a:lnTo>
                  <a:lnTo>
                    <a:pt x="385223" y="575481"/>
                  </a:lnTo>
                  <a:lnTo>
                    <a:pt x="354901" y="573151"/>
                  </a:lnTo>
                  <a:lnTo>
                    <a:pt x="325141" y="570822"/>
                  </a:lnTo>
                  <a:lnTo>
                    <a:pt x="295870" y="568492"/>
                  </a:lnTo>
                  <a:lnTo>
                    <a:pt x="267092" y="566162"/>
                  </a:lnTo>
                  <a:lnTo>
                    <a:pt x="238853" y="563832"/>
                  </a:lnTo>
                  <a:lnTo>
                    <a:pt x="211243" y="561502"/>
                  </a:lnTo>
                  <a:lnTo>
                    <a:pt x="184394" y="559172"/>
                  </a:lnTo>
                  <a:lnTo>
                    <a:pt x="158480" y="556842"/>
                  </a:lnTo>
                  <a:lnTo>
                    <a:pt x="133709" y="554512"/>
                  </a:lnTo>
                  <a:lnTo>
                    <a:pt x="110462" y="552182"/>
                  </a:lnTo>
                  <a:lnTo>
                    <a:pt x="89002" y="549853"/>
                  </a:lnTo>
                  <a:lnTo>
                    <a:pt x="69487" y="547523"/>
                  </a:lnTo>
                  <a:lnTo>
                    <a:pt x="52132" y="545193"/>
                  </a:lnTo>
                  <a:lnTo>
                    <a:pt x="37114" y="542863"/>
                  </a:lnTo>
                  <a:lnTo>
                    <a:pt x="24568" y="540533"/>
                  </a:lnTo>
                  <a:lnTo>
                    <a:pt x="14573" y="538203"/>
                  </a:lnTo>
                  <a:lnTo>
                    <a:pt x="7149" y="535873"/>
                  </a:lnTo>
                  <a:lnTo>
                    <a:pt x="2257" y="533543"/>
                  </a:lnTo>
                  <a:lnTo>
                    <a:pt x="0" y="531213"/>
                  </a:lnTo>
                  <a:lnTo>
                    <a:pt x="52" y="528884"/>
                  </a:lnTo>
                  <a:lnTo>
                    <a:pt x="2055" y="526554"/>
                  </a:lnTo>
                  <a:lnTo>
                    <a:pt x="5736" y="524224"/>
                  </a:lnTo>
                  <a:lnTo>
                    <a:pt x="10798" y="521894"/>
                  </a:lnTo>
                  <a:lnTo>
                    <a:pt x="16933" y="519564"/>
                  </a:lnTo>
                  <a:lnTo>
                    <a:pt x="23834" y="517234"/>
                  </a:lnTo>
                  <a:lnTo>
                    <a:pt x="31206" y="514904"/>
                  </a:lnTo>
                  <a:lnTo>
                    <a:pt x="38780" y="512574"/>
                  </a:lnTo>
                  <a:lnTo>
                    <a:pt x="46290" y="510245"/>
                  </a:lnTo>
                  <a:lnTo>
                    <a:pt x="53524" y="507915"/>
                  </a:lnTo>
                  <a:lnTo>
                    <a:pt x="60364" y="505585"/>
                  </a:lnTo>
                  <a:lnTo>
                    <a:pt x="66736" y="503255"/>
                  </a:lnTo>
                  <a:lnTo>
                    <a:pt x="72607" y="500925"/>
                  </a:lnTo>
                  <a:lnTo>
                    <a:pt x="77976" y="498595"/>
                  </a:lnTo>
                  <a:lnTo>
                    <a:pt x="82866" y="496265"/>
                  </a:lnTo>
                  <a:lnTo>
                    <a:pt x="87312" y="493935"/>
                  </a:lnTo>
                  <a:lnTo>
                    <a:pt x="91350" y="491605"/>
                  </a:lnTo>
                  <a:lnTo>
                    <a:pt x="94961" y="489276"/>
                  </a:lnTo>
                  <a:lnTo>
                    <a:pt x="98166" y="486946"/>
                  </a:lnTo>
                  <a:lnTo>
                    <a:pt x="100933" y="484616"/>
                  </a:lnTo>
                  <a:lnTo>
                    <a:pt x="103190" y="482286"/>
                  </a:lnTo>
                  <a:lnTo>
                    <a:pt x="104842" y="479956"/>
                  </a:lnTo>
                  <a:lnTo>
                    <a:pt x="105780" y="477626"/>
                  </a:lnTo>
                  <a:lnTo>
                    <a:pt x="105894" y="475296"/>
                  </a:lnTo>
                  <a:lnTo>
                    <a:pt x="105086" y="472966"/>
                  </a:lnTo>
                  <a:lnTo>
                    <a:pt x="103287" y="470636"/>
                  </a:lnTo>
                  <a:lnTo>
                    <a:pt x="100355" y="468307"/>
                  </a:lnTo>
                  <a:lnTo>
                    <a:pt x="96440" y="465977"/>
                  </a:lnTo>
                  <a:lnTo>
                    <a:pt x="91700" y="463647"/>
                  </a:lnTo>
                  <a:lnTo>
                    <a:pt x="86325" y="461317"/>
                  </a:lnTo>
                  <a:lnTo>
                    <a:pt x="80564" y="458987"/>
                  </a:lnTo>
                  <a:lnTo>
                    <a:pt x="74708" y="456657"/>
                  </a:lnTo>
                  <a:lnTo>
                    <a:pt x="69082" y="454327"/>
                  </a:lnTo>
                  <a:lnTo>
                    <a:pt x="64023" y="451997"/>
                  </a:lnTo>
                  <a:lnTo>
                    <a:pt x="59868" y="449667"/>
                  </a:lnTo>
                  <a:lnTo>
                    <a:pt x="57123" y="447338"/>
                  </a:lnTo>
                  <a:lnTo>
                    <a:pt x="55965" y="445008"/>
                  </a:lnTo>
                  <a:lnTo>
                    <a:pt x="56561" y="442678"/>
                  </a:lnTo>
                  <a:lnTo>
                    <a:pt x="59038" y="440348"/>
                  </a:lnTo>
                  <a:lnTo>
                    <a:pt x="63467" y="438018"/>
                  </a:lnTo>
                  <a:lnTo>
                    <a:pt x="69859" y="435688"/>
                  </a:lnTo>
                  <a:lnTo>
                    <a:pt x="78173" y="433358"/>
                  </a:lnTo>
                  <a:lnTo>
                    <a:pt x="88329" y="431028"/>
                  </a:lnTo>
                  <a:lnTo>
                    <a:pt x="100210" y="428699"/>
                  </a:lnTo>
                  <a:lnTo>
                    <a:pt x="113864" y="426369"/>
                  </a:lnTo>
                  <a:lnTo>
                    <a:pt x="128929" y="424039"/>
                  </a:lnTo>
                  <a:lnTo>
                    <a:pt x="145239" y="421709"/>
                  </a:lnTo>
                  <a:lnTo>
                    <a:pt x="162660" y="419379"/>
                  </a:lnTo>
                  <a:lnTo>
                    <a:pt x="181065" y="417049"/>
                  </a:lnTo>
                  <a:lnTo>
                    <a:pt x="200342" y="414719"/>
                  </a:lnTo>
                  <a:lnTo>
                    <a:pt x="220392" y="412389"/>
                  </a:lnTo>
                  <a:lnTo>
                    <a:pt x="241127" y="410059"/>
                  </a:lnTo>
                  <a:lnTo>
                    <a:pt x="262465" y="407730"/>
                  </a:lnTo>
                  <a:lnTo>
                    <a:pt x="284389" y="405400"/>
                  </a:lnTo>
                  <a:lnTo>
                    <a:pt x="306737" y="403070"/>
                  </a:lnTo>
                  <a:lnTo>
                    <a:pt x="329416" y="400740"/>
                  </a:lnTo>
                  <a:lnTo>
                    <a:pt x="352324" y="398410"/>
                  </a:lnTo>
                  <a:lnTo>
                    <a:pt x="375338" y="396080"/>
                  </a:lnTo>
                  <a:lnTo>
                    <a:pt x="398315" y="393750"/>
                  </a:lnTo>
                  <a:lnTo>
                    <a:pt x="421085" y="391420"/>
                  </a:lnTo>
                  <a:lnTo>
                    <a:pt x="443453" y="389090"/>
                  </a:lnTo>
                  <a:lnTo>
                    <a:pt x="465195" y="386761"/>
                  </a:lnTo>
                  <a:lnTo>
                    <a:pt x="485893" y="384431"/>
                  </a:lnTo>
                  <a:lnTo>
                    <a:pt x="505364" y="382101"/>
                  </a:lnTo>
                  <a:lnTo>
                    <a:pt x="523338" y="379771"/>
                  </a:lnTo>
                  <a:lnTo>
                    <a:pt x="539551" y="377441"/>
                  </a:lnTo>
                  <a:lnTo>
                    <a:pt x="553767" y="375111"/>
                  </a:lnTo>
                  <a:lnTo>
                    <a:pt x="565783" y="372781"/>
                  </a:lnTo>
                  <a:lnTo>
                    <a:pt x="575449" y="370451"/>
                  </a:lnTo>
                  <a:lnTo>
                    <a:pt x="582674" y="368121"/>
                  </a:lnTo>
                  <a:lnTo>
                    <a:pt x="587414" y="365792"/>
                  </a:lnTo>
                  <a:lnTo>
                    <a:pt x="589463" y="363462"/>
                  </a:lnTo>
                  <a:lnTo>
                    <a:pt x="589331" y="361132"/>
                  </a:lnTo>
                  <a:lnTo>
                    <a:pt x="587271" y="358802"/>
                  </a:lnTo>
                  <a:lnTo>
                    <a:pt x="583594" y="356472"/>
                  </a:lnTo>
                  <a:lnTo>
                    <a:pt x="578658" y="354142"/>
                  </a:lnTo>
                  <a:lnTo>
                    <a:pt x="572853" y="351812"/>
                  </a:lnTo>
                  <a:lnTo>
                    <a:pt x="566587" y="349482"/>
                  </a:lnTo>
                  <a:lnTo>
                    <a:pt x="560272" y="347153"/>
                  </a:lnTo>
                  <a:lnTo>
                    <a:pt x="554322" y="344823"/>
                  </a:lnTo>
                  <a:lnTo>
                    <a:pt x="549262" y="342493"/>
                  </a:lnTo>
                  <a:lnTo>
                    <a:pt x="545372" y="340163"/>
                  </a:lnTo>
                  <a:lnTo>
                    <a:pt x="542936" y="337833"/>
                  </a:lnTo>
                  <a:lnTo>
                    <a:pt x="542200" y="335503"/>
                  </a:lnTo>
                  <a:lnTo>
                    <a:pt x="543373" y="333173"/>
                  </a:lnTo>
                  <a:lnTo>
                    <a:pt x="546630" y="330843"/>
                  </a:lnTo>
                  <a:lnTo>
                    <a:pt x="552113" y="328513"/>
                  </a:lnTo>
                  <a:lnTo>
                    <a:pt x="559937" y="326184"/>
                  </a:lnTo>
                  <a:lnTo>
                    <a:pt x="570256" y="323854"/>
                  </a:lnTo>
                  <a:lnTo>
                    <a:pt x="583377" y="321524"/>
                  </a:lnTo>
                  <a:lnTo>
                    <a:pt x="599036" y="319194"/>
                  </a:lnTo>
                  <a:lnTo>
                    <a:pt x="617233" y="316864"/>
                  </a:lnTo>
                  <a:lnTo>
                    <a:pt x="637937" y="314534"/>
                  </a:lnTo>
                  <a:lnTo>
                    <a:pt x="661085" y="312204"/>
                  </a:lnTo>
                  <a:lnTo>
                    <a:pt x="686578" y="309874"/>
                  </a:lnTo>
                  <a:lnTo>
                    <a:pt x="714277" y="307544"/>
                  </a:lnTo>
                  <a:lnTo>
                    <a:pt x="744006" y="305215"/>
                  </a:lnTo>
                  <a:lnTo>
                    <a:pt x="775599" y="302885"/>
                  </a:lnTo>
                  <a:lnTo>
                    <a:pt x="808862" y="300555"/>
                  </a:lnTo>
                  <a:lnTo>
                    <a:pt x="843290" y="298225"/>
                  </a:lnTo>
                  <a:lnTo>
                    <a:pt x="878561" y="295895"/>
                  </a:lnTo>
                  <a:lnTo>
                    <a:pt x="914338" y="293565"/>
                  </a:lnTo>
                  <a:lnTo>
                    <a:pt x="950280" y="291235"/>
                  </a:lnTo>
                  <a:lnTo>
                    <a:pt x="986049" y="288905"/>
                  </a:lnTo>
                  <a:lnTo>
                    <a:pt x="1021321" y="286575"/>
                  </a:lnTo>
                  <a:lnTo>
                    <a:pt x="1055793" y="284246"/>
                  </a:lnTo>
                  <a:lnTo>
                    <a:pt x="1089141" y="281916"/>
                  </a:lnTo>
                  <a:lnTo>
                    <a:pt x="1121007" y="279586"/>
                  </a:lnTo>
                  <a:lnTo>
                    <a:pt x="1151341" y="277256"/>
                  </a:lnTo>
                  <a:lnTo>
                    <a:pt x="1180031" y="274926"/>
                  </a:lnTo>
                  <a:lnTo>
                    <a:pt x="1207013" y="272596"/>
                  </a:lnTo>
                  <a:lnTo>
                    <a:pt x="1232267" y="270266"/>
                  </a:lnTo>
                  <a:lnTo>
                    <a:pt x="1255821" y="267936"/>
                  </a:lnTo>
                  <a:lnTo>
                    <a:pt x="1277737" y="265606"/>
                  </a:lnTo>
                  <a:lnTo>
                    <a:pt x="1298110" y="263277"/>
                  </a:lnTo>
                  <a:lnTo>
                    <a:pt x="1317000" y="260947"/>
                  </a:lnTo>
                  <a:lnTo>
                    <a:pt x="1334513" y="258617"/>
                  </a:lnTo>
                  <a:lnTo>
                    <a:pt x="1350926" y="256287"/>
                  </a:lnTo>
                  <a:lnTo>
                    <a:pt x="1366373" y="253957"/>
                  </a:lnTo>
                  <a:lnTo>
                    <a:pt x="1380975" y="251627"/>
                  </a:lnTo>
                  <a:lnTo>
                    <a:pt x="1394840" y="249297"/>
                  </a:lnTo>
                  <a:lnTo>
                    <a:pt x="1408052" y="246967"/>
                  </a:lnTo>
                  <a:lnTo>
                    <a:pt x="1420678" y="244638"/>
                  </a:lnTo>
                  <a:lnTo>
                    <a:pt x="1432764" y="242308"/>
                  </a:lnTo>
                  <a:lnTo>
                    <a:pt x="1444312" y="239978"/>
                  </a:lnTo>
                  <a:lnTo>
                    <a:pt x="1455320" y="237648"/>
                  </a:lnTo>
                  <a:lnTo>
                    <a:pt x="1465834" y="235318"/>
                  </a:lnTo>
                  <a:lnTo>
                    <a:pt x="1475851" y="232988"/>
                  </a:lnTo>
                  <a:lnTo>
                    <a:pt x="1485372" y="230658"/>
                  </a:lnTo>
                  <a:lnTo>
                    <a:pt x="1494400" y="228328"/>
                  </a:lnTo>
                  <a:lnTo>
                    <a:pt x="1502943" y="225998"/>
                  </a:lnTo>
                  <a:lnTo>
                    <a:pt x="1511018" y="223669"/>
                  </a:lnTo>
                  <a:lnTo>
                    <a:pt x="1518649" y="221339"/>
                  </a:lnTo>
                  <a:lnTo>
                    <a:pt x="1525842" y="219009"/>
                  </a:lnTo>
                  <a:lnTo>
                    <a:pt x="1532633" y="216679"/>
                  </a:lnTo>
                  <a:lnTo>
                    <a:pt x="1539096" y="214349"/>
                  </a:lnTo>
                  <a:lnTo>
                    <a:pt x="1545267" y="212019"/>
                  </a:lnTo>
                  <a:lnTo>
                    <a:pt x="1551183" y="209689"/>
                  </a:lnTo>
                  <a:lnTo>
                    <a:pt x="1556876" y="207359"/>
                  </a:lnTo>
                  <a:lnTo>
                    <a:pt x="1562372" y="205029"/>
                  </a:lnTo>
                  <a:lnTo>
                    <a:pt x="1567694" y="202700"/>
                  </a:lnTo>
                  <a:lnTo>
                    <a:pt x="1572860" y="200370"/>
                  </a:lnTo>
                  <a:lnTo>
                    <a:pt x="1577870" y="198040"/>
                  </a:lnTo>
                  <a:lnTo>
                    <a:pt x="1582732" y="195710"/>
                  </a:lnTo>
                  <a:lnTo>
                    <a:pt x="1587456" y="193380"/>
                  </a:lnTo>
                  <a:lnTo>
                    <a:pt x="1592039" y="191050"/>
                  </a:lnTo>
                  <a:lnTo>
                    <a:pt x="1596474" y="188720"/>
                  </a:lnTo>
                  <a:lnTo>
                    <a:pt x="1600753" y="186390"/>
                  </a:lnTo>
                  <a:lnTo>
                    <a:pt x="1604865" y="184060"/>
                  </a:lnTo>
                  <a:lnTo>
                    <a:pt x="1608798" y="181731"/>
                  </a:lnTo>
                  <a:lnTo>
                    <a:pt x="1612538" y="179401"/>
                  </a:lnTo>
                  <a:lnTo>
                    <a:pt x="1616054" y="177071"/>
                  </a:lnTo>
                  <a:lnTo>
                    <a:pt x="1619331" y="174741"/>
                  </a:lnTo>
                  <a:lnTo>
                    <a:pt x="1622371" y="172411"/>
                  </a:lnTo>
                  <a:lnTo>
                    <a:pt x="1625162" y="170081"/>
                  </a:lnTo>
                  <a:lnTo>
                    <a:pt x="1627698" y="167751"/>
                  </a:lnTo>
                  <a:lnTo>
                    <a:pt x="1629975" y="165421"/>
                  </a:lnTo>
                  <a:lnTo>
                    <a:pt x="1631992" y="163092"/>
                  </a:lnTo>
                  <a:lnTo>
                    <a:pt x="1633753" y="160762"/>
                  </a:lnTo>
                  <a:lnTo>
                    <a:pt x="1635268" y="158432"/>
                  </a:lnTo>
                  <a:lnTo>
                    <a:pt x="1636532" y="156102"/>
                  </a:lnTo>
                  <a:lnTo>
                    <a:pt x="1637576" y="153772"/>
                  </a:lnTo>
                  <a:lnTo>
                    <a:pt x="1638437" y="151442"/>
                  </a:lnTo>
                  <a:lnTo>
                    <a:pt x="1639142" y="149112"/>
                  </a:lnTo>
                  <a:lnTo>
                    <a:pt x="1639719" y="146782"/>
                  </a:lnTo>
                  <a:lnTo>
                    <a:pt x="1640197" y="144452"/>
                  </a:lnTo>
                  <a:lnTo>
                    <a:pt x="1640604" y="142123"/>
                  </a:lnTo>
                  <a:lnTo>
                    <a:pt x="1640966" y="139793"/>
                  </a:lnTo>
                  <a:lnTo>
                    <a:pt x="1641307" y="137463"/>
                  </a:lnTo>
                  <a:lnTo>
                    <a:pt x="1641649" y="135133"/>
                  </a:lnTo>
                  <a:lnTo>
                    <a:pt x="1642010" y="132803"/>
                  </a:lnTo>
                  <a:lnTo>
                    <a:pt x="1642397" y="130473"/>
                  </a:lnTo>
                  <a:lnTo>
                    <a:pt x="1642812" y="128143"/>
                  </a:lnTo>
                  <a:lnTo>
                    <a:pt x="1643256" y="125813"/>
                  </a:lnTo>
                  <a:lnTo>
                    <a:pt x="1643721" y="123483"/>
                  </a:lnTo>
                  <a:lnTo>
                    <a:pt x="1644199" y="121154"/>
                  </a:lnTo>
                  <a:lnTo>
                    <a:pt x="1644677" y="118824"/>
                  </a:lnTo>
                  <a:lnTo>
                    <a:pt x="1645142" y="116494"/>
                  </a:lnTo>
                  <a:lnTo>
                    <a:pt x="1645574" y="114164"/>
                  </a:lnTo>
                  <a:lnTo>
                    <a:pt x="1645956" y="111834"/>
                  </a:lnTo>
                  <a:lnTo>
                    <a:pt x="1646273" y="109504"/>
                  </a:lnTo>
                  <a:lnTo>
                    <a:pt x="1646514" y="107174"/>
                  </a:lnTo>
                  <a:lnTo>
                    <a:pt x="1646666" y="104844"/>
                  </a:lnTo>
                  <a:lnTo>
                    <a:pt x="1646721" y="102514"/>
                  </a:lnTo>
                  <a:lnTo>
                    <a:pt x="1646672" y="100185"/>
                  </a:lnTo>
                  <a:lnTo>
                    <a:pt x="1646515" y="97855"/>
                  </a:lnTo>
                  <a:lnTo>
                    <a:pt x="1646249" y="95525"/>
                  </a:lnTo>
                  <a:lnTo>
                    <a:pt x="1645866" y="93195"/>
                  </a:lnTo>
                  <a:lnTo>
                    <a:pt x="1645382" y="90865"/>
                  </a:lnTo>
                  <a:lnTo>
                    <a:pt x="1644813" y="88535"/>
                  </a:lnTo>
                  <a:lnTo>
                    <a:pt x="1644174" y="86205"/>
                  </a:lnTo>
                  <a:lnTo>
                    <a:pt x="1643485" y="83875"/>
                  </a:lnTo>
                  <a:lnTo>
                    <a:pt x="1642765" y="81546"/>
                  </a:lnTo>
                  <a:lnTo>
                    <a:pt x="1642040" y="79216"/>
                  </a:lnTo>
                  <a:lnTo>
                    <a:pt x="1641336" y="76886"/>
                  </a:lnTo>
                  <a:lnTo>
                    <a:pt x="1640678" y="74556"/>
                  </a:lnTo>
                  <a:lnTo>
                    <a:pt x="1640104" y="72226"/>
                  </a:lnTo>
                  <a:lnTo>
                    <a:pt x="1639637" y="69896"/>
                  </a:lnTo>
                  <a:lnTo>
                    <a:pt x="1639293" y="67566"/>
                  </a:lnTo>
                  <a:lnTo>
                    <a:pt x="1639085" y="65236"/>
                  </a:lnTo>
                  <a:lnTo>
                    <a:pt x="1639024" y="62906"/>
                  </a:lnTo>
                  <a:lnTo>
                    <a:pt x="1639111" y="60577"/>
                  </a:lnTo>
                  <a:lnTo>
                    <a:pt x="1639342" y="58247"/>
                  </a:lnTo>
                  <a:lnTo>
                    <a:pt x="1639708" y="55917"/>
                  </a:lnTo>
                  <a:lnTo>
                    <a:pt x="1640194" y="53587"/>
                  </a:lnTo>
                  <a:lnTo>
                    <a:pt x="1640787" y="51257"/>
                  </a:lnTo>
                  <a:lnTo>
                    <a:pt x="1641448" y="48927"/>
                  </a:lnTo>
                  <a:lnTo>
                    <a:pt x="1642148" y="46597"/>
                  </a:lnTo>
                  <a:lnTo>
                    <a:pt x="1642859" y="44267"/>
                  </a:lnTo>
                  <a:lnTo>
                    <a:pt x="1643555" y="41937"/>
                  </a:lnTo>
                  <a:lnTo>
                    <a:pt x="1644213" y="39608"/>
                  </a:lnTo>
                  <a:lnTo>
                    <a:pt x="1644812" y="37278"/>
                  </a:lnTo>
                  <a:lnTo>
                    <a:pt x="1645335" y="34948"/>
                  </a:lnTo>
                  <a:lnTo>
                    <a:pt x="1645769" y="32618"/>
                  </a:lnTo>
                  <a:lnTo>
                    <a:pt x="1646094" y="30288"/>
                  </a:lnTo>
                  <a:lnTo>
                    <a:pt x="1646318" y="27958"/>
                  </a:lnTo>
                  <a:lnTo>
                    <a:pt x="1646448" y="25628"/>
                  </a:lnTo>
                  <a:lnTo>
                    <a:pt x="1646490" y="23298"/>
                  </a:lnTo>
                  <a:lnTo>
                    <a:pt x="1646456" y="20968"/>
                  </a:lnTo>
                  <a:lnTo>
                    <a:pt x="1646360" y="18639"/>
                  </a:lnTo>
                  <a:lnTo>
                    <a:pt x="1646216" y="16309"/>
                  </a:lnTo>
                  <a:lnTo>
                    <a:pt x="1646042" y="13979"/>
                  </a:lnTo>
                  <a:lnTo>
                    <a:pt x="1645856" y="11649"/>
                  </a:lnTo>
                  <a:lnTo>
                    <a:pt x="1645677" y="9319"/>
                  </a:lnTo>
                  <a:lnTo>
                    <a:pt x="1645525" y="6989"/>
                  </a:lnTo>
                  <a:lnTo>
                    <a:pt x="1645410" y="4659"/>
                  </a:lnTo>
                  <a:lnTo>
                    <a:pt x="1645344" y="2329"/>
                  </a:lnTo>
                  <a:lnTo>
                    <a:pt x="1645334" y="0"/>
                  </a:lnTo>
                  <a:lnTo>
                    <a:pt x="1654325" y="0"/>
                  </a:lnTo>
                  <a:lnTo>
                    <a:pt x="1654314" y="2329"/>
                  </a:lnTo>
                  <a:lnTo>
                    <a:pt x="1654248" y="4659"/>
                  </a:lnTo>
                  <a:lnTo>
                    <a:pt x="1654134" y="6989"/>
                  </a:lnTo>
                  <a:lnTo>
                    <a:pt x="1653981" y="9319"/>
                  </a:lnTo>
                  <a:lnTo>
                    <a:pt x="1653802" y="11649"/>
                  </a:lnTo>
                  <a:lnTo>
                    <a:pt x="1653616" y="13979"/>
                  </a:lnTo>
                  <a:lnTo>
                    <a:pt x="1653442" y="16309"/>
                  </a:lnTo>
                  <a:lnTo>
                    <a:pt x="1653298" y="18639"/>
                  </a:lnTo>
                  <a:lnTo>
                    <a:pt x="1653202" y="20968"/>
                  </a:lnTo>
                  <a:lnTo>
                    <a:pt x="1653168" y="23298"/>
                  </a:lnTo>
                  <a:lnTo>
                    <a:pt x="1653210" y="25628"/>
                  </a:lnTo>
                  <a:lnTo>
                    <a:pt x="1653340" y="27958"/>
                  </a:lnTo>
                  <a:lnTo>
                    <a:pt x="1653564" y="30288"/>
                  </a:lnTo>
                  <a:lnTo>
                    <a:pt x="1653889" y="32618"/>
                  </a:lnTo>
                  <a:lnTo>
                    <a:pt x="1654323" y="34948"/>
                  </a:lnTo>
                  <a:lnTo>
                    <a:pt x="1654846" y="37278"/>
                  </a:lnTo>
                  <a:lnTo>
                    <a:pt x="1655445" y="39608"/>
                  </a:lnTo>
                  <a:lnTo>
                    <a:pt x="1656103" y="41937"/>
                  </a:lnTo>
                  <a:lnTo>
                    <a:pt x="1656800" y="44267"/>
                  </a:lnTo>
                  <a:lnTo>
                    <a:pt x="1657511" y="46597"/>
                  </a:lnTo>
                  <a:lnTo>
                    <a:pt x="1658210" y="48927"/>
                  </a:lnTo>
                  <a:lnTo>
                    <a:pt x="1658871" y="51257"/>
                  </a:lnTo>
                  <a:lnTo>
                    <a:pt x="1659464" y="53587"/>
                  </a:lnTo>
                  <a:lnTo>
                    <a:pt x="1659950" y="55917"/>
                  </a:lnTo>
                  <a:lnTo>
                    <a:pt x="1660316" y="58247"/>
                  </a:lnTo>
                  <a:lnTo>
                    <a:pt x="1660547" y="60577"/>
                  </a:lnTo>
                  <a:lnTo>
                    <a:pt x="1660634" y="62906"/>
                  </a:lnTo>
                  <a:lnTo>
                    <a:pt x="1660573" y="65236"/>
                  </a:lnTo>
                  <a:lnTo>
                    <a:pt x="1660365" y="67566"/>
                  </a:lnTo>
                  <a:lnTo>
                    <a:pt x="1660021" y="69896"/>
                  </a:lnTo>
                  <a:lnTo>
                    <a:pt x="1659554" y="72226"/>
                  </a:lnTo>
                  <a:lnTo>
                    <a:pt x="1658980" y="74556"/>
                  </a:lnTo>
                  <a:lnTo>
                    <a:pt x="1658322" y="76886"/>
                  </a:lnTo>
                  <a:lnTo>
                    <a:pt x="1657618" y="79216"/>
                  </a:lnTo>
                  <a:lnTo>
                    <a:pt x="1656893" y="81546"/>
                  </a:lnTo>
                  <a:lnTo>
                    <a:pt x="1656174" y="83875"/>
                  </a:lnTo>
                  <a:lnTo>
                    <a:pt x="1655484" y="86205"/>
                  </a:lnTo>
                  <a:lnTo>
                    <a:pt x="1654845" y="88535"/>
                  </a:lnTo>
                  <a:lnTo>
                    <a:pt x="1654276" y="90865"/>
                  </a:lnTo>
                  <a:lnTo>
                    <a:pt x="1653793" y="93195"/>
                  </a:lnTo>
                  <a:lnTo>
                    <a:pt x="1653410" y="95525"/>
                  </a:lnTo>
                  <a:lnTo>
                    <a:pt x="1653143" y="97855"/>
                  </a:lnTo>
                  <a:lnTo>
                    <a:pt x="1652986" y="100185"/>
                  </a:lnTo>
                  <a:lnTo>
                    <a:pt x="1652937" y="102514"/>
                  </a:lnTo>
                  <a:lnTo>
                    <a:pt x="1652992" y="104844"/>
                  </a:lnTo>
                  <a:lnTo>
                    <a:pt x="1653144" y="107174"/>
                  </a:lnTo>
                  <a:lnTo>
                    <a:pt x="1653385" y="109504"/>
                  </a:lnTo>
                  <a:lnTo>
                    <a:pt x="1653702" y="111834"/>
                  </a:lnTo>
                  <a:lnTo>
                    <a:pt x="1654084" y="114164"/>
                  </a:lnTo>
                  <a:lnTo>
                    <a:pt x="1654516" y="116494"/>
                  </a:lnTo>
                  <a:lnTo>
                    <a:pt x="1654981" y="118824"/>
                  </a:lnTo>
                  <a:lnTo>
                    <a:pt x="1655459" y="121154"/>
                  </a:lnTo>
                  <a:lnTo>
                    <a:pt x="1655937" y="123483"/>
                  </a:lnTo>
                  <a:lnTo>
                    <a:pt x="1656403" y="125813"/>
                  </a:lnTo>
                  <a:lnTo>
                    <a:pt x="1656846" y="128143"/>
                  </a:lnTo>
                  <a:lnTo>
                    <a:pt x="1657262" y="130473"/>
                  </a:lnTo>
                  <a:lnTo>
                    <a:pt x="1657648" y="132803"/>
                  </a:lnTo>
                  <a:lnTo>
                    <a:pt x="1658009" y="135133"/>
                  </a:lnTo>
                  <a:lnTo>
                    <a:pt x="1658351" y="137463"/>
                  </a:lnTo>
                  <a:lnTo>
                    <a:pt x="1658692" y="139793"/>
                  </a:lnTo>
                  <a:lnTo>
                    <a:pt x="1659055" y="142123"/>
                  </a:lnTo>
                  <a:lnTo>
                    <a:pt x="1659461" y="144452"/>
                  </a:lnTo>
                  <a:lnTo>
                    <a:pt x="1659939" y="146782"/>
                  </a:lnTo>
                  <a:lnTo>
                    <a:pt x="1660516" y="149112"/>
                  </a:lnTo>
                  <a:lnTo>
                    <a:pt x="1661221" y="151442"/>
                  </a:lnTo>
                  <a:lnTo>
                    <a:pt x="1662082" y="153772"/>
                  </a:lnTo>
                  <a:lnTo>
                    <a:pt x="1663126" y="156102"/>
                  </a:lnTo>
                  <a:lnTo>
                    <a:pt x="1664390" y="158432"/>
                  </a:lnTo>
                  <a:lnTo>
                    <a:pt x="1665905" y="160762"/>
                  </a:lnTo>
                  <a:lnTo>
                    <a:pt x="1667667" y="163092"/>
                  </a:lnTo>
                  <a:lnTo>
                    <a:pt x="1669683" y="165421"/>
                  </a:lnTo>
                  <a:lnTo>
                    <a:pt x="1671960" y="167751"/>
                  </a:lnTo>
                  <a:lnTo>
                    <a:pt x="1674496" y="170081"/>
                  </a:lnTo>
                  <a:lnTo>
                    <a:pt x="1677287" y="172411"/>
                  </a:lnTo>
                  <a:lnTo>
                    <a:pt x="1680327" y="174741"/>
                  </a:lnTo>
                  <a:lnTo>
                    <a:pt x="1683604" y="177071"/>
                  </a:lnTo>
                  <a:lnTo>
                    <a:pt x="1687120" y="179401"/>
                  </a:lnTo>
                  <a:lnTo>
                    <a:pt x="1690860" y="181731"/>
                  </a:lnTo>
                  <a:lnTo>
                    <a:pt x="1694793" y="184060"/>
                  </a:lnTo>
                  <a:lnTo>
                    <a:pt x="1698905" y="186390"/>
                  </a:lnTo>
                  <a:lnTo>
                    <a:pt x="1703184" y="188720"/>
                  </a:lnTo>
                  <a:lnTo>
                    <a:pt x="1707619" y="191050"/>
                  </a:lnTo>
                  <a:lnTo>
                    <a:pt x="1712202" y="193380"/>
                  </a:lnTo>
                  <a:lnTo>
                    <a:pt x="1716926" y="195710"/>
                  </a:lnTo>
                  <a:lnTo>
                    <a:pt x="1721788" y="198040"/>
                  </a:lnTo>
                  <a:lnTo>
                    <a:pt x="1726798" y="200370"/>
                  </a:lnTo>
                  <a:lnTo>
                    <a:pt x="1731964" y="202700"/>
                  </a:lnTo>
                  <a:lnTo>
                    <a:pt x="1737286" y="205029"/>
                  </a:lnTo>
                  <a:lnTo>
                    <a:pt x="1742783" y="207359"/>
                  </a:lnTo>
                  <a:lnTo>
                    <a:pt x="1748475" y="209689"/>
                  </a:lnTo>
                  <a:lnTo>
                    <a:pt x="1754391" y="212019"/>
                  </a:lnTo>
                  <a:lnTo>
                    <a:pt x="1760562" y="214349"/>
                  </a:lnTo>
                  <a:lnTo>
                    <a:pt x="1767025" y="216679"/>
                  </a:lnTo>
                  <a:lnTo>
                    <a:pt x="1773817" y="219009"/>
                  </a:lnTo>
                  <a:lnTo>
                    <a:pt x="1781009" y="221339"/>
                  </a:lnTo>
                  <a:lnTo>
                    <a:pt x="1788640" y="223669"/>
                  </a:lnTo>
                  <a:lnTo>
                    <a:pt x="1796715" y="225998"/>
                  </a:lnTo>
                  <a:lnTo>
                    <a:pt x="1805259" y="228328"/>
                  </a:lnTo>
                  <a:lnTo>
                    <a:pt x="1814286" y="230658"/>
                  </a:lnTo>
                  <a:lnTo>
                    <a:pt x="1823807" y="232988"/>
                  </a:lnTo>
                  <a:lnTo>
                    <a:pt x="1833825" y="235318"/>
                  </a:lnTo>
                  <a:lnTo>
                    <a:pt x="1844338" y="237648"/>
                  </a:lnTo>
                  <a:lnTo>
                    <a:pt x="1855346" y="239978"/>
                  </a:lnTo>
                  <a:lnTo>
                    <a:pt x="1866894" y="242308"/>
                  </a:lnTo>
                  <a:lnTo>
                    <a:pt x="1878981" y="244638"/>
                  </a:lnTo>
                  <a:lnTo>
                    <a:pt x="1891606" y="246967"/>
                  </a:lnTo>
                  <a:lnTo>
                    <a:pt x="1904818" y="249297"/>
                  </a:lnTo>
                  <a:lnTo>
                    <a:pt x="1918683" y="251627"/>
                  </a:lnTo>
                  <a:lnTo>
                    <a:pt x="1933286" y="253957"/>
                  </a:lnTo>
                  <a:lnTo>
                    <a:pt x="1948732" y="256287"/>
                  </a:lnTo>
                  <a:lnTo>
                    <a:pt x="1965145" y="258617"/>
                  </a:lnTo>
                  <a:lnTo>
                    <a:pt x="1982658" y="260947"/>
                  </a:lnTo>
                  <a:lnTo>
                    <a:pt x="2001548" y="263277"/>
                  </a:lnTo>
                  <a:lnTo>
                    <a:pt x="2021921" y="265606"/>
                  </a:lnTo>
                  <a:lnTo>
                    <a:pt x="2043837" y="267936"/>
                  </a:lnTo>
                  <a:lnTo>
                    <a:pt x="2067391" y="270266"/>
                  </a:lnTo>
                  <a:lnTo>
                    <a:pt x="2092646" y="272596"/>
                  </a:lnTo>
                  <a:lnTo>
                    <a:pt x="2119627" y="274926"/>
                  </a:lnTo>
                  <a:lnTo>
                    <a:pt x="2148317" y="277256"/>
                  </a:lnTo>
                  <a:lnTo>
                    <a:pt x="2178651" y="279586"/>
                  </a:lnTo>
                  <a:lnTo>
                    <a:pt x="2210517" y="281916"/>
                  </a:lnTo>
                  <a:lnTo>
                    <a:pt x="2243865" y="284246"/>
                  </a:lnTo>
                  <a:lnTo>
                    <a:pt x="2278337" y="286575"/>
                  </a:lnTo>
                  <a:lnTo>
                    <a:pt x="2313609" y="288905"/>
                  </a:lnTo>
                  <a:lnTo>
                    <a:pt x="2349378" y="291235"/>
                  </a:lnTo>
                  <a:lnTo>
                    <a:pt x="2385320" y="293565"/>
                  </a:lnTo>
                  <a:lnTo>
                    <a:pt x="2421097" y="295895"/>
                  </a:lnTo>
                  <a:lnTo>
                    <a:pt x="2456368" y="298225"/>
                  </a:lnTo>
                  <a:lnTo>
                    <a:pt x="2490797" y="300555"/>
                  </a:lnTo>
                  <a:lnTo>
                    <a:pt x="2524059" y="302885"/>
                  </a:lnTo>
                  <a:lnTo>
                    <a:pt x="2555652" y="305215"/>
                  </a:lnTo>
                  <a:lnTo>
                    <a:pt x="2585381" y="307544"/>
                  </a:lnTo>
                  <a:lnTo>
                    <a:pt x="2613080" y="309874"/>
                  </a:lnTo>
                  <a:lnTo>
                    <a:pt x="2638573" y="312204"/>
                  </a:lnTo>
                  <a:lnTo>
                    <a:pt x="2661721" y="314534"/>
                  </a:lnTo>
                  <a:lnTo>
                    <a:pt x="2682426" y="316864"/>
                  </a:lnTo>
                  <a:lnTo>
                    <a:pt x="2700623" y="319194"/>
                  </a:lnTo>
                  <a:lnTo>
                    <a:pt x="2716282" y="321524"/>
                  </a:lnTo>
                  <a:lnTo>
                    <a:pt x="2729402" y="323854"/>
                  </a:lnTo>
                  <a:lnTo>
                    <a:pt x="2739721" y="326184"/>
                  </a:lnTo>
                  <a:lnTo>
                    <a:pt x="2747546" y="328513"/>
                  </a:lnTo>
                  <a:lnTo>
                    <a:pt x="2753029" y="330843"/>
                  </a:lnTo>
                  <a:lnTo>
                    <a:pt x="2756285" y="333173"/>
                  </a:lnTo>
                  <a:lnTo>
                    <a:pt x="2757458" y="335503"/>
                  </a:lnTo>
                  <a:lnTo>
                    <a:pt x="2756722" y="337833"/>
                  </a:lnTo>
                  <a:lnTo>
                    <a:pt x="2754286" y="340163"/>
                  </a:lnTo>
                  <a:lnTo>
                    <a:pt x="2750396" y="342493"/>
                  </a:lnTo>
                  <a:lnTo>
                    <a:pt x="2745336" y="344823"/>
                  </a:lnTo>
                  <a:lnTo>
                    <a:pt x="2739386" y="347153"/>
                  </a:lnTo>
                  <a:lnTo>
                    <a:pt x="2733071" y="349482"/>
                  </a:lnTo>
                  <a:lnTo>
                    <a:pt x="2726805" y="351812"/>
                  </a:lnTo>
                  <a:lnTo>
                    <a:pt x="2721000" y="354142"/>
                  </a:lnTo>
                  <a:lnTo>
                    <a:pt x="2716064" y="356472"/>
                  </a:lnTo>
                  <a:lnTo>
                    <a:pt x="2712387" y="358802"/>
                  </a:lnTo>
                  <a:lnTo>
                    <a:pt x="2710327" y="361132"/>
                  </a:lnTo>
                  <a:lnTo>
                    <a:pt x="2710195" y="363462"/>
                  </a:lnTo>
                  <a:lnTo>
                    <a:pt x="2712244" y="365792"/>
                  </a:lnTo>
                  <a:lnTo>
                    <a:pt x="2716984" y="368121"/>
                  </a:lnTo>
                  <a:lnTo>
                    <a:pt x="2724209" y="370451"/>
                  </a:lnTo>
                  <a:lnTo>
                    <a:pt x="2733875" y="372781"/>
                  </a:lnTo>
                  <a:lnTo>
                    <a:pt x="2745891" y="375111"/>
                  </a:lnTo>
                  <a:lnTo>
                    <a:pt x="2760107" y="377441"/>
                  </a:lnTo>
                  <a:lnTo>
                    <a:pt x="2776320" y="379771"/>
                  </a:lnTo>
                  <a:lnTo>
                    <a:pt x="2794294" y="382101"/>
                  </a:lnTo>
                  <a:lnTo>
                    <a:pt x="2813765" y="384431"/>
                  </a:lnTo>
                  <a:lnTo>
                    <a:pt x="2834463" y="386761"/>
                  </a:lnTo>
                  <a:lnTo>
                    <a:pt x="2856205" y="389090"/>
                  </a:lnTo>
                  <a:lnTo>
                    <a:pt x="2878573" y="391420"/>
                  </a:lnTo>
                  <a:lnTo>
                    <a:pt x="2901343" y="393750"/>
                  </a:lnTo>
                  <a:lnTo>
                    <a:pt x="2924320" y="396080"/>
                  </a:lnTo>
                  <a:lnTo>
                    <a:pt x="2947334" y="398410"/>
                  </a:lnTo>
                  <a:lnTo>
                    <a:pt x="2970242" y="400740"/>
                  </a:lnTo>
                  <a:lnTo>
                    <a:pt x="2992921" y="403070"/>
                  </a:lnTo>
                  <a:lnTo>
                    <a:pt x="3015269" y="405400"/>
                  </a:lnTo>
                  <a:lnTo>
                    <a:pt x="3037193" y="407730"/>
                  </a:lnTo>
                  <a:lnTo>
                    <a:pt x="3058531" y="410059"/>
                  </a:lnTo>
                  <a:lnTo>
                    <a:pt x="3079266" y="412389"/>
                  </a:lnTo>
                  <a:lnTo>
                    <a:pt x="3099316" y="414719"/>
                  </a:lnTo>
                  <a:lnTo>
                    <a:pt x="3118594" y="417049"/>
                  </a:lnTo>
                  <a:lnTo>
                    <a:pt x="3136998" y="419379"/>
                  </a:lnTo>
                  <a:lnTo>
                    <a:pt x="3154419" y="421709"/>
                  </a:lnTo>
                  <a:lnTo>
                    <a:pt x="3170730" y="424039"/>
                  </a:lnTo>
                  <a:lnTo>
                    <a:pt x="3185794" y="426369"/>
                  </a:lnTo>
                  <a:lnTo>
                    <a:pt x="3199448" y="428699"/>
                  </a:lnTo>
                  <a:lnTo>
                    <a:pt x="3211329" y="431028"/>
                  </a:lnTo>
                  <a:lnTo>
                    <a:pt x="3221485" y="433358"/>
                  </a:lnTo>
                  <a:lnTo>
                    <a:pt x="3229799" y="435688"/>
                  </a:lnTo>
                  <a:lnTo>
                    <a:pt x="3236191" y="438018"/>
                  </a:lnTo>
                  <a:lnTo>
                    <a:pt x="3240620" y="440348"/>
                  </a:lnTo>
                  <a:lnTo>
                    <a:pt x="3243098" y="442678"/>
                  </a:lnTo>
                  <a:lnTo>
                    <a:pt x="3243693" y="445008"/>
                  </a:lnTo>
                  <a:lnTo>
                    <a:pt x="3242535" y="447338"/>
                  </a:lnTo>
                  <a:lnTo>
                    <a:pt x="3239791" y="449667"/>
                  </a:lnTo>
                  <a:lnTo>
                    <a:pt x="3235635" y="451997"/>
                  </a:lnTo>
                  <a:lnTo>
                    <a:pt x="3230576" y="454327"/>
                  </a:lnTo>
                  <a:lnTo>
                    <a:pt x="3224950" y="456657"/>
                  </a:lnTo>
                  <a:lnTo>
                    <a:pt x="3219094" y="458987"/>
                  </a:lnTo>
                  <a:lnTo>
                    <a:pt x="3213333" y="461317"/>
                  </a:lnTo>
                  <a:lnTo>
                    <a:pt x="3207958" y="463647"/>
                  </a:lnTo>
                  <a:lnTo>
                    <a:pt x="3203218" y="465977"/>
                  </a:lnTo>
                  <a:lnTo>
                    <a:pt x="3199303" y="468307"/>
                  </a:lnTo>
                  <a:lnTo>
                    <a:pt x="3196372" y="470636"/>
                  </a:lnTo>
                  <a:lnTo>
                    <a:pt x="3194572" y="472966"/>
                  </a:lnTo>
                  <a:lnTo>
                    <a:pt x="3193764" y="475296"/>
                  </a:lnTo>
                  <a:lnTo>
                    <a:pt x="3193878" y="477626"/>
                  </a:lnTo>
                  <a:lnTo>
                    <a:pt x="3194816" y="479956"/>
                  </a:lnTo>
                  <a:lnTo>
                    <a:pt x="3196468" y="482286"/>
                  </a:lnTo>
                  <a:lnTo>
                    <a:pt x="3198725" y="484616"/>
                  </a:lnTo>
                  <a:lnTo>
                    <a:pt x="3201492" y="486946"/>
                  </a:lnTo>
                  <a:lnTo>
                    <a:pt x="3204697" y="489276"/>
                  </a:lnTo>
                  <a:lnTo>
                    <a:pt x="3208308" y="491605"/>
                  </a:lnTo>
                  <a:lnTo>
                    <a:pt x="3212346" y="493935"/>
                  </a:lnTo>
                  <a:lnTo>
                    <a:pt x="3216792" y="496265"/>
                  </a:lnTo>
                  <a:lnTo>
                    <a:pt x="3221682" y="498595"/>
                  </a:lnTo>
                  <a:lnTo>
                    <a:pt x="3227051" y="500925"/>
                  </a:lnTo>
                  <a:lnTo>
                    <a:pt x="3232922" y="503255"/>
                  </a:lnTo>
                  <a:lnTo>
                    <a:pt x="3239294" y="505585"/>
                  </a:lnTo>
                  <a:lnTo>
                    <a:pt x="3246134" y="507915"/>
                  </a:lnTo>
                  <a:lnTo>
                    <a:pt x="3253368" y="510245"/>
                  </a:lnTo>
                  <a:lnTo>
                    <a:pt x="3260879" y="512574"/>
                  </a:lnTo>
                  <a:lnTo>
                    <a:pt x="3268452" y="514904"/>
                  </a:lnTo>
                  <a:lnTo>
                    <a:pt x="3275824" y="517234"/>
                  </a:lnTo>
                  <a:lnTo>
                    <a:pt x="3282725" y="519564"/>
                  </a:lnTo>
                  <a:lnTo>
                    <a:pt x="3288860" y="521894"/>
                  </a:lnTo>
                  <a:lnTo>
                    <a:pt x="3293922" y="524224"/>
                  </a:lnTo>
                  <a:lnTo>
                    <a:pt x="3297603" y="526554"/>
                  </a:lnTo>
                  <a:lnTo>
                    <a:pt x="3299607" y="528884"/>
                  </a:lnTo>
                  <a:lnTo>
                    <a:pt x="3299659" y="531213"/>
                  </a:lnTo>
                  <a:lnTo>
                    <a:pt x="3297401" y="533543"/>
                  </a:lnTo>
                  <a:lnTo>
                    <a:pt x="3292509" y="535873"/>
                  </a:lnTo>
                  <a:lnTo>
                    <a:pt x="3285085" y="538203"/>
                  </a:lnTo>
                  <a:lnTo>
                    <a:pt x="3275090" y="540533"/>
                  </a:lnTo>
                  <a:lnTo>
                    <a:pt x="3262544" y="542863"/>
                  </a:lnTo>
                  <a:lnTo>
                    <a:pt x="3247527" y="545193"/>
                  </a:lnTo>
                  <a:lnTo>
                    <a:pt x="3230171" y="547523"/>
                  </a:lnTo>
                  <a:lnTo>
                    <a:pt x="3210656" y="549853"/>
                  </a:lnTo>
                  <a:lnTo>
                    <a:pt x="3189196" y="552182"/>
                  </a:lnTo>
                  <a:lnTo>
                    <a:pt x="3165949" y="554512"/>
                  </a:lnTo>
                  <a:lnTo>
                    <a:pt x="3141178" y="556842"/>
                  </a:lnTo>
                  <a:lnTo>
                    <a:pt x="3115264" y="559172"/>
                  </a:lnTo>
                  <a:lnTo>
                    <a:pt x="3088415" y="561502"/>
                  </a:lnTo>
                  <a:lnTo>
                    <a:pt x="3060805" y="563832"/>
                  </a:lnTo>
                  <a:lnTo>
                    <a:pt x="3032566" y="566162"/>
                  </a:lnTo>
                  <a:lnTo>
                    <a:pt x="3003789" y="568492"/>
                  </a:lnTo>
                  <a:lnTo>
                    <a:pt x="2974517" y="570822"/>
                  </a:lnTo>
                  <a:lnTo>
                    <a:pt x="2944757" y="573151"/>
                  </a:lnTo>
                  <a:lnTo>
                    <a:pt x="2914435" y="575481"/>
                  </a:lnTo>
                  <a:lnTo>
                    <a:pt x="2883462" y="577811"/>
                  </a:lnTo>
                  <a:lnTo>
                    <a:pt x="2851801" y="580141"/>
                  </a:lnTo>
                  <a:lnTo>
                    <a:pt x="2819374" y="582471"/>
                  </a:lnTo>
                  <a:lnTo>
                    <a:pt x="2786118" y="584801"/>
                  </a:lnTo>
                  <a:lnTo>
                    <a:pt x="2751993" y="587131"/>
                  </a:lnTo>
                  <a:lnTo>
                    <a:pt x="2716988" y="589461"/>
                  </a:lnTo>
                  <a:lnTo>
                    <a:pt x="2681126" y="591791"/>
                  </a:lnTo>
                  <a:lnTo>
                    <a:pt x="2644471" y="594120"/>
                  </a:lnTo>
                  <a:lnTo>
                    <a:pt x="2607087" y="596450"/>
                  </a:lnTo>
                  <a:lnTo>
                    <a:pt x="2569159" y="598780"/>
                  </a:lnTo>
                  <a:lnTo>
                    <a:pt x="2530922" y="601110"/>
                  </a:lnTo>
                  <a:lnTo>
                    <a:pt x="2492581" y="603440"/>
                  </a:lnTo>
                  <a:lnTo>
                    <a:pt x="2454354" y="605770"/>
                  </a:lnTo>
                  <a:lnTo>
                    <a:pt x="2416465" y="608100"/>
                  </a:lnTo>
                  <a:lnTo>
                    <a:pt x="2379132" y="610430"/>
                  </a:lnTo>
                  <a:lnTo>
                    <a:pt x="2342563" y="612759"/>
                  </a:lnTo>
                  <a:lnTo>
                    <a:pt x="2306948" y="615089"/>
                  </a:lnTo>
                  <a:lnTo>
                    <a:pt x="2272557" y="617419"/>
                  </a:lnTo>
                  <a:lnTo>
                    <a:pt x="2239533" y="619749"/>
                  </a:lnTo>
                  <a:lnTo>
                    <a:pt x="2207893" y="622079"/>
                  </a:lnTo>
                  <a:lnTo>
                    <a:pt x="2177695" y="624409"/>
                  </a:lnTo>
                  <a:lnTo>
                    <a:pt x="2148965" y="626739"/>
                  </a:lnTo>
                  <a:lnTo>
                    <a:pt x="2121704" y="629069"/>
                  </a:lnTo>
                  <a:lnTo>
                    <a:pt x="2095887" y="631399"/>
                  </a:lnTo>
                  <a:lnTo>
                    <a:pt x="2071471" y="633728"/>
                  </a:lnTo>
                  <a:lnTo>
                    <a:pt x="2048395" y="636058"/>
                  </a:lnTo>
                  <a:lnTo>
                    <a:pt x="2026689" y="638388"/>
                  </a:lnTo>
                  <a:lnTo>
                    <a:pt x="2006219" y="640718"/>
                  </a:lnTo>
                  <a:lnTo>
                    <a:pt x="1986835" y="643048"/>
                  </a:lnTo>
                  <a:lnTo>
                    <a:pt x="1968460" y="645378"/>
                  </a:lnTo>
                  <a:lnTo>
                    <a:pt x="1951025" y="647708"/>
                  </a:lnTo>
                  <a:lnTo>
                    <a:pt x="1934464" y="650038"/>
                  </a:lnTo>
                  <a:lnTo>
                    <a:pt x="1918719" y="652368"/>
                  </a:lnTo>
                  <a:lnTo>
                    <a:pt x="1903738" y="654697"/>
                  </a:lnTo>
                  <a:lnTo>
                    <a:pt x="1889473" y="657027"/>
                  </a:lnTo>
                  <a:lnTo>
                    <a:pt x="1875944" y="659357"/>
                  </a:lnTo>
                  <a:lnTo>
                    <a:pt x="1863079" y="661687"/>
                  </a:lnTo>
                  <a:lnTo>
                    <a:pt x="1850814" y="664017"/>
                  </a:lnTo>
                  <a:lnTo>
                    <a:pt x="1839127" y="666347"/>
                  </a:lnTo>
                  <a:lnTo>
                    <a:pt x="1827999" y="668677"/>
                  </a:lnTo>
                  <a:lnTo>
                    <a:pt x="1817418" y="671007"/>
                  </a:lnTo>
                  <a:lnTo>
                    <a:pt x="1807374" y="673337"/>
                  </a:lnTo>
                  <a:lnTo>
                    <a:pt x="1797867" y="675666"/>
                  </a:lnTo>
                  <a:lnTo>
                    <a:pt x="1788898" y="677996"/>
                  </a:lnTo>
                  <a:lnTo>
                    <a:pt x="1780531" y="680326"/>
                  </a:lnTo>
                  <a:lnTo>
                    <a:pt x="1772743" y="682656"/>
                  </a:lnTo>
                  <a:lnTo>
                    <a:pt x="1765518" y="684986"/>
                  </a:lnTo>
                  <a:lnTo>
                    <a:pt x="1758860" y="687316"/>
                  </a:lnTo>
                  <a:lnTo>
                    <a:pt x="1752766" y="689646"/>
                  </a:lnTo>
                  <a:lnTo>
                    <a:pt x="1747226" y="691976"/>
                  </a:lnTo>
                  <a:lnTo>
                    <a:pt x="1742222" y="694306"/>
                  </a:lnTo>
                  <a:lnTo>
                    <a:pt x="1737728" y="696635"/>
                  </a:lnTo>
                  <a:lnTo>
                    <a:pt x="1733710" y="698965"/>
                  </a:lnTo>
                  <a:lnTo>
                    <a:pt x="1730163" y="701295"/>
                  </a:lnTo>
                  <a:lnTo>
                    <a:pt x="1726998" y="703625"/>
                  </a:lnTo>
                  <a:lnTo>
                    <a:pt x="1724147" y="705955"/>
                  </a:lnTo>
                  <a:lnTo>
                    <a:pt x="1721558" y="708285"/>
                  </a:lnTo>
                  <a:lnTo>
                    <a:pt x="1719182" y="710615"/>
                  </a:lnTo>
                  <a:lnTo>
                    <a:pt x="1716977" y="712945"/>
                  </a:lnTo>
                  <a:lnTo>
                    <a:pt x="1714905" y="715274"/>
                  </a:lnTo>
                  <a:lnTo>
                    <a:pt x="1712936" y="717604"/>
                  </a:lnTo>
                  <a:lnTo>
                    <a:pt x="1711049" y="719934"/>
                  </a:lnTo>
                  <a:lnTo>
                    <a:pt x="1709237" y="722264"/>
                  </a:lnTo>
                  <a:lnTo>
                    <a:pt x="1707489" y="724594"/>
                  </a:lnTo>
                  <a:lnTo>
                    <a:pt x="1705807" y="726924"/>
                  </a:lnTo>
                  <a:lnTo>
                    <a:pt x="1704197" y="729254"/>
                  </a:lnTo>
                  <a:lnTo>
                    <a:pt x="1702667" y="731584"/>
                  </a:lnTo>
                  <a:lnTo>
                    <a:pt x="1701227" y="733914"/>
                  </a:lnTo>
                  <a:lnTo>
                    <a:pt x="1699885" y="736243"/>
                  </a:lnTo>
                  <a:lnTo>
                    <a:pt x="1698648" y="738573"/>
                  </a:lnTo>
                  <a:lnTo>
                    <a:pt x="1697519" y="740903"/>
                  </a:lnTo>
                  <a:lnTo>
                    <a:pt x="1696510" y="743233"/>
                  </a:lnTo>
                  <a:lnTo>
                    <a:pt x="1695603" y="745563"/>
                  </a:lnTo>
                  <a:lnTo>
                    <a:pt x="1694784" y="747893"/>
                  </a:lnTo>
                  <a:lnTo>
                    <a:pt x="1694039" y="750223"/>
                  </a:lnTo>
                  <a:lnTo>
                    <a:pt x="1693351" y="752553"/>
                  </a:lnTo>
                  <a:lnTo>
                    <a:pt x="1692701" y="754883"/>
                  </a:lnTo>
                  <a:lnTo>
                    <a:pt x="1692071" y="757212"/>
                  </a:lnTo>
                  <a:lnTo>
                    <a:pt x="1691441" y="759542"/>
                  </a:lnTo>
                  <a:lnTo>
                    <a:pt x="1690794" y="761872"/>
                  </a:lnTo>
                  <a:lnTo>
                    <a:pt x="1690110" y="764202"/>
                  </a:lnTo>
                  <a:lnTo>
                    <a:pt x="1689381" y="766532"/>
                  </a:lnTo>
                  <a:lnTo>
                    <a:pt x="1688600" y="768862"/>
                  </a:lnTo>
                  <a:lnTo>
                    <a:pt x="1687766" y="771192"/>
                  </a:lnTo>
                  <a:lnTo>
                    <a:pt x="1686879" y="773522"/>
                  </a:lnTo>
                  <a:lnTo>
                    <a:pt x="1685941" y="775852"/>
                  </a:lnTo>
                  <a:lnTo>
                    <a:pt x="1684955" y="778181"/>
                  </a:lnTo>
                  <a:lnTo>
                    <a:pt x="1683926" y="780511"/>
                  </a:lnTo>
                  <a:lnTo>
                    <a:pt x="1682858" y="782841"/>
                  </a:lnTo>
                  <a:lnTo>
                    <a:pt x="1681750" y="785171"/>
                  </a:lnTo>
                  <a:lnTo>
                    <a:pt x="1680610" y="787501"/>
                  </a:lnTo>
                  <a:lnTo>
                    <a:pt x="1679440" y="789831"/>
                  </a:lnTo>
                  <a:lnTo>
                    <a:pt x="1678243" y="792161"/>
                  </a:lnTo>
                  <a:lnTo>
                    <a:pt x="1677022" y="794491"/>
                  </a:lnTo>
                  <a:lnTo>
                    <a:pt x="1675780" y="796820"/>
                  </a:lnTo>
                  <a:lnTo>
                    <a:pt x="1674524" y="799150"/>
                  </a:lnTo>
                  <a:lnTo>
                    <a:pt x="1673263" y="801480"/>
                  </a:lnTo>
                  <a:lnTo>
                    <a:pt x="1672008" y="803810"/>
                  </a:lnTo>
                  <a:lnTo>
                    <a:pt x="1670781" y="806140"/>
                  </a:lnTo>
                  <a:lnTo>
                    <a:pt x="1669599" y="808470"/>
                  </a:lnTo>
                  <a:lnTo>
                    <a:pt x="1668482" y="810800"/>
                  </a:lnTo>
                  <a:lnTo>
                    <a:pt x="1667450" y="813130"/>
                  </a:lnTo>
                  <a:lnTo>
                    <a:pt x="1666523" y="815460"/>
                  </a:lnTo>
                  <a:lnTo>
                    <a:pt x="1665720" y="817789"/>
                  </a:lnTo>
                  <a:lnTo>
                    <a:pt x="1665056" y="820119"/>
                  </a:lnTo>
                  <a:lnTo>
                    <a:pt x="1664544" y="822449"/>
                  </a:lnTo>
                  <a:lnTo>
                    <a:pt x="1664192" y="824779"/>
                  </a:lnTo>
                  <a:lnTo>
                    <a:pt x="1664023" y="827109"/>
                  </a:lnTo>
                  <a:lnTo>
                    <a:pt x="1664011" y="829439"/>
                  </a:lnTo>
                  <a:lnTo>
                    <a:pt x="1664144" y="831769"/>
                  </a:lnTo>
                  <a:lnTo>
                    <a:pt x="1664407" y="834099"/>
                  </a:lnTo>
                  <a:lnTo>
                    <a:pt x="1664778" y="836429"/>
                  </a:lnTo>
                  <a:lnTo>
                    <a:pt x="1665234" y="838758"/>
                  </a:lnTo>
                  <a:lnTo>
                    <a:pt x="1665748" y="841088"/>
                  </a:lnTo>
                  <a:lnTo>
                    <a:pt x="1666291" y="843418"/>
                  </a:lnTo>
                  <a:lnTo>
                    <a:pt x="1666832" y="845748"/>
                  </a:lnTo>
                  <a:lnTo>
                    <a:pt x="1667334" y="848078"/>
                  </a:lnTo>
                  <a:lnTo>
                    <a:pt x="1667771" y="850408"/>
                  </a:lnTo>
                  <a:lnTo>
                    <a:pt x="1668121" y="852738"/>
                  </a:lnTo>
                  <a:lnTo>
                    <a:pt x="1668368" y="855068"/>
                  </a:lnTo>
                  <a:lnTo>
                    <a:pt x="1668500" y="857398"/>
                  </a:lnTo>
                  <a:lnTo>
                    <a:pt x="1668511" y="859727"/>
                  </a:lnTo>
                  <a:lnTo>
                    <a:pt x="1668399" y="862057"/>
                  </a:lnTo>
                  <a:lnTo>
                    <a:pt x="1668171" y="864387"/>
                  </a:lnTo>
                  <a:lnTo>
                    <a:pt x="1667832" y="866717"/>
                  </a:lnTo>
                  <a:lnTo>
                    <a:pt x="1667394" y="869047"/>
                  </a:lnTo>
                  <a:lnTo>
                    <a:pt x="1666888" y="871377"/>
                  </a:lnTo>
                  <a:lnTo>
                    <a:pt x="1666336" y="873707"/>
                  </a:lnTo>
                  <a:lnTo>
                    <a:pt x="1665759" y="876037"/>
                  </a:lnTo>
                  <a:lnTo>
                    <a:pt x="1665179" y="878366"/>
                  </a:lnTo>
                  <a:lnTo>
                    <a:pt x="1664617" y="880696"/>
                  </a:lnTo>
                  <a:lnTo>
                    <a:pt x="1664093" y="883026"/>
                  </a:lnTo>
                  <a:lnTo>
                    <a:pt x="1663623" y="885356"/>
                  </a:lnTo>
                  <a:lnTo>
                    <a:pt x="1663223" y="887686"/>
                  </a:lnTo>
                  <a:lnTo>
                    <a:pt x="1662909" y="890016"/>
                  </a:lnTo>
                  <a:lnTo>
                    <a:pt x="1662679" y="892346"/>
                  </a:lnTo>
                  <a:lnTo>
                    <a:pt x="1662530" y="894676"/>
                  </a:lnTo>
                  <a:lnTo>
                    <a:pt x="1662458" y="897006"/>
                  </a:lnTo>
                  <a:lnTo>
                    <a:pt x="1662453" y="899335"/>
                  </a:lnTo>
                  <a:lnTo>
                    <a:pt x="1662502" y="901665"/>
                  </a:lnTo>
                  <a:lnTo>
                    <a:pt x="1662589" y="903995"/>
                  </a:lnTo>
                  <a:lnTo>
                    <a:pt x="1662697" y="906325"/>
                  </a:lnTo>
                  <a:lnTo>
                    <a:pt x="1662806" y="908655"/>
                  </a:lnTo>
                  <a:lnTo>
                    <a:pt x="1662891" y="910985"/>
                  </a:lnTo>
                  <a:lnTo>
                    <a:pt x="1662937" y="913315"/>
                  </a:lnTo>
                  <a:lnTo>
                    <a:pt x="1662929" y="915645"/>
                  </a:lnTo>
                  <a:lnTo>
                    <a:pt x="1662858" y="917975"/>
                  </a:lnTo>
                  <a:lnTo>
                    <a:pt x="1662719" y="920304"/>
                  </a:lnTo>
                  <a:lnTo>
                    <a:pt x="1662509" y="922634"/>
                  </a:lnTo>
                  <a:lnTo>
                    <a:pt x="1662232" y="924964"/>
                  </a:lnTo>
                  <a:lnTo>
                    <a:pt x="1661894" y="927294"/>
                  </a:lnTo>
                  <a:lnTo>
                    <a:pt x="1661504" y="929624"/>
                  </a:lnTo>
                  <a:lnTo>
                    <a:pt x="1661073" y="931954"/>
                  </a:lnTo>
                  <a:lnTo>
                    <a:pt x="1660621" y="934284"/>
                  </a:lnTo>
                  <a:lnTo>
                    <a:pt x="1660158" y="936614"/>
                  </a:lnTo>
                  <a:lnTo>
                    <a:pt x="1659695" y="938944"/>
                  </a:lnTo>
                  <a:lnTo>
                    <a:pt x="1659242" y="941273"/>
                  </a:lnTo>
                  <a:lnTo>
                    <a:pt x="1658804" y="943603"/>
                  </a:lnTo>
                  <a:lnTo>
                    <a:pt x="1658387" y="945933"/>
                  </a:lnTo>
                  <a:lnTo>
                    <a:pt x="1657991" y="948263"/>
                  </a:lnTo>
                  <a:lnTo>
                    <a:pt x="1657618" y="950593"/>
                  </a:lnTo>
                  <a:lnTo>
                    <a:pt x="1657266" y="952923"/>
                  </a:lnTo>
                  <a:lnTo>
                    <a:pt x="1656931" y="955253"/>
                  </a:lnTo>
                  <a:lnTo>
                    <a:pt x="1656608" y="957583"/>
                  </a:lnTo>
                  <a:lnTo>
                    <a:pt x="1656297" y="959912"/>
                  </a:lnTo>
                  <a:lnTo>
                    <a:pt x="1655993" y="962242"/>
                  </a:lnTo>
                  <a:lnTo>
                    <a:pt x="1655696" y="964572"/>
                  </a:lnTo>
                  <a:lnTo>
                    <a:pt x="1655404" y="966902"/>
                  </a:lnTo>
                  <a:lnTo>
                    <a:pt x="1655118" y="969232"/>
                  </a:lnTo>
                  <a:lnTo>
                    <a:pt x="1654838" y="971562"/>
                  </a:lnTo>
                  <a:lnTo>
                    <a:pt x="1654567" y="973892"/>
                  </a:lnTo>
                  <a:lnTo>
                    <a:pt x="1654306" y="976222"/>
                  </a:lnTo>
                  <a:lnTo>
                    <a:pt x="1654060" y="978552"/>
                  </a:lnTo>
                  <a:lnTo>
                    <a:pt x="1653831" y="980881"/>
                  </a:lnTo>
                  <a:lnTo>
                    <a:pt x="1653624" y="983211"/>
                  </a:lnTo>
                  <a:lnTo>
                    <a:pt x="1653446" y="985541"/>
                  </a:lnTo>
                  <a:lnTo>
                    <a:pt x="1653300" y="987871"/>
                  </a:lnTo>
                  <a:lnTo>
                    <a:pt x="1653195" y="990201"/>
                  </a:lnTo>
                  <a:lnTo>
                    <a:pt x="1653138" y="992531"/>
                  </a:lnTo>
                  <a:lnTo>
                    <a:pt x="1653138" y="994861"/>
                  </a:lnTo>
                  <a:lnTo>
                    <a:pt x="1653195" y="997191"/>
                  </a:lnTo>
                  <a:lnTo>
                    <a:pt x="1653312" y="999521"/>
                  </a:lnTo>
                  <a:lnTo>
                    <a:pt x="1653491" y="1001850"/>
                  </a:lnTo>
                  <a:lnTo>
                    <a:pt x="1653732" y="1004180"/>
                  </a:lnTo>
                  <a:lnTo>
                    <a:pt x="1654030" y="1006510"/>
                  </a:lnTo>
                  <a:lnTo>
                    <a:pt x="1654382" y="1008840"/>
                  </a:lnTo>
                  <a:lnTo>
                    <a:pt x="1654780" y="1011170"/>
                  </a:lnTo>
                  <a:lnTo>
                    <a:pt x="1655215" y="1013500"/>
                  </a:lnTo>
                  <a:lnTo>
                    <a:pt x="1655674" y="1015830"/>
                  </a:lnTo>
                  <a:lnTo>
                    <a:pt x="1656139" y="1018160"/>
                  </a:lnTo>
                  <a:lnTo>
                    <a:pt x="1656599" y="1020490"/>
                  </a:lnTo>
                  <a:lnTo>
                    <a:pt x="1657039" y="1022819"/>
                  </a:lnTo>
                  <a:lnTo>
                    <a:pt x="1657446" y="1025149"/>
                  </a:lnTo>
                  <a:lnTo>
                    <a:pt x="1657810" y="1027479"/>
                  </a:lnTo>
                  <a:lnTo>
                    <a:pt x="1658120" y="1029809"/>
                  </a:lnTo>
                  <a:lnTo>
                    <a:pt x="1658368" y="1032139"/>
                  </a:lnTo>
                  <a:lnTo>
                    <a:pt x="1658542" y="1034469"/>
                  </a:lnTo>
                  <a:lnTo>
                    <a:pt x="1658638" y="1036799"/>
                  </a:lnTo>
                  <a:lnTo>
                    <a:pt x="1658661" y="1039129"/>
                  </a:lnTo>
                  <a:lnTo>
                    <a:pt x="1658609" y="1041459"/>
                  </a:lnTo>
                  <a:lnTo>
                    <a:pt x="1658487" y="1043788"/>
                  </a:lnTo>
                  <a:lnTo>
                    <a:pt x="1658296" y="1046118"/>
                  </a:lnTo>
                  <a:lnTo>
                    <a:pt x="1658042" y="1048448"/>
                  </a:lnTo>
                  <a:lnTo>
                    <a:pt x="1657729" y="1050778"/>
                  </a:lnTo>
                  <a:lnTo>
                    <a:pt x="1657364" y="1053108"/>
                  </a:lnTo>
                  <a:lnTo>
                    <a:pt x="1656950" y="1055438"/>
                  </a:lnTo>
                  <a:lnTo>
                    <a:pt x="1656498" y="1057768"/>
                  </a:lnTo>
                  <a:lnTo>
                    <a:pt x="1656018" y="1060098"/>
                  </a:lnTo>
                  <a:lnTo>
                    <a:pt x="1655520" y="1062427"/>
                  </a:lnTo>
                  <a:lnTo>
                    <a:pt x="1655010" y="1064757"/>
                  </a:lnTo>
                  <a:lnTo>
                    <a:pt x="1654498" y="1067087"/>
                  </a:lnTo>
                  <a:lnTo>
                    <a:pt x="1653991" y="1069417"/>
                  </a:lnTo>
                  <a:lnTo>
                    <a:pt x="1653498" y="1071747"/>
                  </a:lnTo>
                  <a:lnTo>
                    <a:pt x="1653026" y="1074077"/>
                  </a:lnTo>
                  <a:lnTo>
                    <a:pt x="1652583" y="1076407"/>
                  </a:lnTo>
                  <a:lnTo>
                    <a:pt x="1652175" y="1078737"/>
                  </a:lnTo>
                  <a:lnTo>
                    <a:pt x="1651802" y="1081067"/>
                  </a:lnTo>
                  <a:lnTo>
                    <a:pt x="1651468" y="1083396"/>
                  </a:lnTo>
                  <a:lnTo>
                    <a:pt x="1651173" y="1085726"/>
                  </a:lnTo>
                  <a:lnTo>
                    <a:pt x="1650915" y="1088056"/>
                  </a:lnTo>
                  <a:lnTo>
                    <a:pt x="1650695" y="1090386"/>
                  </a:lnTo>
                  <a:lnTo>
                    <a:pt x="1650509" y="1092716"/>
                  </a:lnTo>
                  <a:lnTo>
                    <a:pt x="1650355" y="1095046"/>
                  </a:lnTo>
                  <a:lnTo>
                    <a:pt x="1650233" y="1097376"/>
                  </a:lnTo>
                  <a:lnTo>
                    <a:pt x="1650135" y="1099706"/>
                  </a:lnTo>
                  <a:lnTo>
                    <a:pt x="1650057" y="1102036"/>
                  </a:lnTo>
                  <a:lnTo>
                    <a:pt x="1649997" y="1104365"/>
                  </a:lnTo>
                  <a:lnTo>
                    <a:pt x="1649950" y="1106695"/>
                  </a:lnTo>
                  <a:lnTo>
                    <a:pt x="1649916" y="1109025"/>
                  </a:lnTo>
                  <a:lnTo>
                    <a:pt x="1649890" y="1111355"/>
                  </a:lnTo>
                  <a:lnTo>
                    <a:pt x="1649871" y="1113685"/>
                  </a:lnTo>
                  <a:lnTo>
                    <a:pt x="1649858" y="1116015"/>
                  </a:lnTo>
                  <a:lnTo>
                    <a:pt x="1649849" y="1118345"/>
                  </a:lnTo>
                  <a:lnTo>
                    <a:pt x="1649844" y="1120675"/>
                  </a:lnTo>
                  <a:lnTo>
                    <a:pt x="1649841" y="1123005"/>
                  </a:lnTo>
                  <a:lnTo>
                    <a:pt x="1649840" y="1125334"/>
                  </a:lnTo>
                  <a:lnTo>
                    <a:pt x="1649841" y="1127664"/>
                  </a:lnTo>
                  <a:lnTo>
                    <a:pt x="1649844" y="1129994"/>
                  </a:lnTo>
                  <a:lnTo>
                    <a:pt x="1649849" y="1132324"/>
                  </a:lnTo>
                  <a:lnTo>
                    <a:pt x="1649857" y="1134654"/>
                  </a:lnTo>
                  <a:lnTo>
                    <a:pt x="1649868" y="1136984"/>
                  </a:lnTo>
                  <a:lnTo>
                    <a:pt x="1649884" y="1139314"/>
                  </a:lnTo>
                  <a:lnTo>
                    <a:pt x="1649905" y="1141644"/>
                  </a:lnTo>
                  <a:lnTo>
                    <a:pt x="1649933" y="1143973"/>
                  </a:lnTo>
                  <a:lnTo>
                    <a:pt x="1649969" y="1146303"/>
                  </a:lnTo>
                  <a:lnTo>
                    <a:pt x="1650015" y="1148633"/>
                  </a:lnTo>
                  <a:lnTo>
                    <a:pt x="1650072" y="1150963"/>
                  </a:lnTo>
                  <a:lnTo>
                    <a:pt x="1650142" y="1153293"/>
                  </a:lnTo>
                  <a:lnTo>
                    <a:pt x="1650225" y="1155623"/>
                  </a:lnTo>
                  <a:lnTo>
                    <a:pt x="1650323" y="1157953"/>
                  </a:lnTo>
                  <a:lnTo>
                    <a:pt x="1650438" y="1160283"/>
                  </a:lnTo>
                  <a:lnTo>
                    <a:pt x="1650567" y="1162613"/>
                  </a:lnTo>
                  <a:lnTo>
                    <a:pt x="1650710" y="1164942"/>
                  </a:lnTo>
                  <a:lnTo>
                    <a:pt x="1650864" y="1167272"/>
                  </a:lnTo>
                  <a:lnTo>
                    <a:pt x="1651025" y="1169602"/>
                  </a:lnTo>
                  <a:lnTo>
                    <a:pt x="1651192" y="1171932"/>
                  </a:lnTo>
                  <a:lnTo>
                    <a:pt x="1651357" y="1174262"/>
                  </a:lnTo>
                  <a:lnTo>
                    <a:pt x="1651518" y="1176592"/>
                  </a:lnTo>
                  <a:lnTo>
                    <a:pt x="1651668" y="1178922"/>
                  </a:lnTo>
                  <a:lnTo>
                    <a:pt x="1651799" y="1181252"/>
                  </a:lnTo>
                  <a:lnTo>
                    <a:pt x="1651906" y="1183582"/>
                  </a:lnTo>
                  <a:lnTo>
                    <a:pt x="1651986" y="1185911"/>
                  </a:lnTo>
                  <a:lnTo>
                    <a:pt x="1652036" y="1188241"/>
                  </a:lnTo>
                  <a:lnTo>
                    <a:pt x="1652053" y="1190571"/>
                  </a:lnTo>
                  <a:close/>
                </a:path>
              </a:pathLst>
            </a:custGeom>
            <a:solidFill>
              <a:srgbClr val="94D82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186422" y="4799930"/>
              <a:ext cx="91657" cy="0"/>
            </a:xfrm>
            <a:custGeom>
              <a:avLst/>
              <a:pathLst>
                <a:path w="91657" h="0">
                  <a:moveTo>
                    <a:pt x="0" y="0"/>
                  </a:moveTo>
                  <a:lnTo>
                    <a:pt x="91657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32251" y="4799930"/>
              <a:ext cx="0" cy="874953"/>
            </a:xfrm>
            <a:custGeom>
              <a:avLst/>
              <a:pathLst>
                <a:path w="0" h="874953">
                  <a:moveTo>
                    <a:pt x="0" y="0"/>
                  </a:moveTo>
                  <a:lnTo>
                    <a:pt x="0" y="874953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186422" y="5674884"/>
              <a:ext cx="91657" cy="0"/>
            </a:xfrm>
            <a:custGeom>
              <a:avLst/>
              <a:pathLst>
                <a:path w="91657" h="0">
                  <a:moveTo>
                    <a:pt x="0" y="0"/>
                  </a:moveTo>
                  <a:lnTo>
                    <a:pt x="91657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4048937" y="5240056"/>
              <a:ext cx="366628" cy="294763"/>
            </a:xfrm>
            <a:custGeom>
              <a:avLst/>
              <a:pathLst>
                <a:path w="366628" h="294763">
                  <a:moveTo>
                    <a:pt x="0" y="0"/>
                  </a:moveTo>
                  <a:lnTo>
                    <a:pt x="0" y="294763"/>
                  </a:lnTo>
                  <a:lnTo>
                    <a:pt x="366628" y="294763"/>
                  </a:lnTo>
                  <a:lnTo>
                    <a:pt x="366628" y="0"/>
                  </a:lnTo>
                  <a:close/>
                </a:path>
              </a:pathLst>
            </a:custGeom>
            <a:solidFill>
              <a:srgbClr val="F2975A">
                <a:alpha val="29803"/>
              </a:srgbClr>
            </a:solidFill>
            <a:ln w="13550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048937" y="5415869"/>
              <a:ext cx="366628" cy="0"/>
            </a:xfrm>
            <a:custGeom>
              <a:avLst/>
              <a:pathLst>
                <a:path w="366628" h="0">
                  <a:moveTo>
                    <a:pt x="0" y="0"/>
                  </a:moveTo>
                  <a:lnTo>
                    <a:pt x="366628" y="0"/>
                  </a:lnTo>
                </a:path>
              </a:pathLst>
            </a:custGeom>
            <a:ln w="27101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852710" y="5892583"/>
              <a:ext cx="91657" cy="0"/>
            </a:xfrm>
            <a:custGeom>
              <a:avLst/>
              <a:pathLst>
                <a:path w="91657" h="0">
                  <a:moveTo>
                    <a:pt x="0" y="0"/>
                  </a:moveTo>
                  <a:lnTo>
                    <a:pt x="91657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898539" y="5892583"/>
              <a:ext cx="0" cy="804679"/>
            </a:xfrm>
            <a:custGeom>
              <a:avLst/>
              <a:pathLst>
                <a:path w="0" h="804679">
                  <a:moveTo>
                    <a:pt x="0" y="0"/>
                  </a:moveTo>
                  <a:lnTo>
                    <a:pt x="0" y="804679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7852710" y="6697262"/>
              <a:ext cx="91657" cy="0"/>
            </a:xfrm>
            <a:custGeom>
              <a:avLst/>
              <a:pathLst>
                <a:path w="91657" h="0">
                  <a:moveTo>
                    <a:pt x="0" y="0"/>
                  </a:moveTo>
                  <a:lnTo>
                    <a:pt x="91657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7715224" y="6047439"/>
              <a:ext cx="366628" cy="261100"/>
            </a:xfrm>
            <a:custGeom>
              <a:avLst/>
              <a:pathLst>
                <a:path w="366628" h="261100">
                  <a:moveTo>
                    <a:pt x="0" y="0"/>
                  </a:moveTo>
                  <a:lnTo>
                    <a:pt x="0" y="261100"/>
                  </a:lnTo>
                  <a:lnTo>
                    <a:pt x="366628" y="261100"/>
                  </a:lnTo>
                  <a:lnTo>
                    <a:pt x="366628" y="0"/>
                  </a:lnTo>
                  <a:close/>
                </a:path>
              </a:pathLst>
            </a:custGeom>
            <a:solidFill>
              <a:srgbClr val="4472C4">
                <a:alpha val="29803"/>
              </a:srgbClr>
            </a:solidFill>
            <a:ln w="13550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7715224" y="6163653"/>
              <a:ext cx="366628" cy="0"/>
            </a:xfrm>
            <a:custGeom>
              <a:avLst/>
              <a:pathLst>
                <a:path w="366628" h="0">
                  <a:moveTo>
                    <a:pt x="0" y="0"/>
                  </a:moveTo>
                  <a:lnTo>
                    <a:pt x="366628" y="0"/>
                  </a:lnTo>
                </a:path>
              </a:pathLst>
            </a:custGeom>
            <a:ln w="27101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1518998" y="5512090"/>
              <a:ext cx="91657" cy="0"/>
            </a:xfrm>
            <a:custGeom>
              <a:avLst/>
              <a:pathLst>
                <a:path w="91657" h="0">
                  <a:moveTo>
                    <a:pt x="0" y="0"/>
                  </a:moveTo>
                  <a:lnTo>
                    <a:pt x="91657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1564827" y="5512090"/>
              <a:ext cx="0" cy="615218"/>
            </a:xfrm>
            <a:custGeom>
              <a:avLst/>
              <a:pathLst>
                <a:path w="0" h="615218">
                  <a:moveTo>
                    <a:pt x="0" y="0"/>
                  </a:moveTo>
                  <a:lnTo>
                    <a:pt x="0" y="615218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1518998" y="6127309"/>
              <a:ext cx="91657" cy="0"/>
            </a:xfrm>
            <a:custGeom>
              <a:avLst/>
              <a:pathLst>
                <a:path w="91657" h="0">
                  <a:moveTo>
                    <a:pt x="0" y="0"/>
                  </a:moveTo>
                  <a:lnTo>
                    <a:pt x="91657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381512" y="5734397"/>
              <a:ext cx="366628" cy="157339"/>
            </a:xfrm>
            <a:custGeom>
              <a:avLst/>
              <a:pathLst>
                <a:path w="366628" h="157339">
                  <a:moveTo>
                    <a:pt x="0" y="0"/>
                  </a:moveTo>
                  <a:lnTo>
                    <a:pt x="0" y="157339"/>
                  </a:lnTo>
                  <a:lnTo>
                    <a:pt x="366628" y="157339"/>
                  </a:lnTo>
                  <a:lnTo>
                    <a:pt x="366628" y="0"/>
                  </a:lnTo>
                  <a:close/>
                </a:path>
              </a:pathLst>
            </a:custGeom>
            <a:solidFill>
              <a:srgbClr val="94D82D">
                <a:alpha val="29803"/>
              </a:srgbClr>
            </a:solidFill>
            <a:ln w="13550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381512" y="5814864"/>
              <a:ext cx="366628" cy="0"/>
            </a:xfrm>
            <a:custGeom>
              <a:avLst/>
              <a:pathLst>
                <a:path w="366628" h="0">
                  <a:moveTo>
                    <a:pt x="0" y="0"/>
                  </a:moveTo>
                  <a:lnTo>
                    <a:pt x="366628" y="0"/>
                  </a:lnTo>
                </a:path>
              </a:pathLst>
            </a:custGeom>
            <a:ln w="27101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>
              <a:off x="3727914" y="7940319"/>
              <a:ext cx="1008674" cy="1639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 = 3055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7394202" y="7940319"/>
              <a:ext cx="1008674" cy="1639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 = 7150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1060489" y="7940319"/>
              <a:ext cx="1008674" cy="1639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 = 4611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5351711" y="3469172"/>
              <a:ext cx="1427367" cy="2060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 &lt; 2.22e-16</a:t>
              </a:r>
            </a:p>
          </p:txBody>
        </p:sp>
        <p:sp>
          <p:nvSpPr>
            <p:cNvPr id="36" name="pl36"/>
            <p:cNvSpPr/>
            <p:nvPr/>
          </p:nvSpPr>
          <p:spPr>
            <a:xfrm>
              <a:off x="4232251" y="3748923"/>
              <a:ext cx="0" cy="107817"/>
            </a:xfrm>
            <a:custGeom>
              <a:avLst/>
              <a:pathLst>
                <a:path w="0" h="107817">
                  <a:moveTo>
                    <a:pt x="0" y="107817"/>
                  </a:moveTo>
                  <a:lnTo>
                    <a:pt x="0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232251" y="3748923"/>
              <a:ext cx="3666287" cy="0"/>
            </a:xfrm>
            <a:custGeom>
              <a:avLst/>
              <a:pathLst>
                <a:path w="3666287" h="0">
                  <a:moveTo>
                    <a:pt x="0" y="0"/>
                  </a:moveTo>
                  <a:lnTo>
                    <a:pt x="3666287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7898539" y="3748923"/>
              <a:ext cx="0" cy="107817"/>
            </a:xfrm>
            <a:custGeom>
              <a:avLst/>
              <a:pathLst>
                <a:path w="0" h="107817">
                  <a:moveTo>
                    <a:pt x="0" y="0"/>
                  </a:moveTo>
                  <a:lnTo>
                    <a:pt x="0" y="107817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7184855" y="2724325"/>
              <a:ext cx="1427367" cy="2060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 &lt; 2.22e-16</a:t>
              </a:r>
            </a:p>
          </p:txBody>
        </p:sp>
        <p:sp>
          <p:nvSpPr>
            <p:cNvPr id="40" name="pl40"/>
            <p:cNvSpPr/>
            <p:nvPr/>
          </p:nvSpPr>
          <p:spPr>
            <a:xfrm>
              <a:off x="4232251" y="3004077"/>
              <a:ext cx="0" cy="107817"/>
            </a:xfrm>
            <a:custGeom>
              <a:avLst/>
              <a:pathLst>
                <a:path w="0" h="107817">
                  <a:moveTo>
                    <a:pt x="0" y="107817"/>
                  </a:moveTo>
                  <a:lnTo>
                    <a:pt x="0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4232251" y="3004077"/>
              <a:ext cx="7332575" cy="0"/>
            </a:xfrm>
            <a:custGeom>
              <a:avLst/>
              <a:pathLst>
                <a:path w="7332575" h="0">
                  <a:moveTo>
                    <a:pt x="0" y="0"/>
                  </a:moveTo>
                  <a:lnTo>
                    <a:pt x="7332575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11564827" y="3004077"/>
              <a:ext cx="0" cy="107817"/>
            </a:xfrm>
            <a:custGeom>
              <a:avLst/>
              <a:pathLst>
                <a:path w="0" h="107817">
                  <a:moveTo>
                    <a:pt x="0" y="0"/>
                  </a:moveTo>
                  <a:lnTo>
                    <a:pt x="0" y="107817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tx43"/>
            <p:cNvSpPr/>
            <p:nvPr/>
          </p:nvSpPr>
          <p:spPr>
            <a:xfrm>
              <a:off x="9017999" y="3096748"/>
              <a:ext cx="1427367" cy="2060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 &lt; 2.22e-16</a:t>
              </a:r>
            </a:p>
          </p:txBody>
        </p:sp>
        <p:sp>
          <p:nvSpPr>
            <p:cNvPr id="44" name="pl44"/>
            <p:cNvSpPr/>
            <p:nvPr/>
          </p:nvSpPr>
          <p:spPr>
            <a:xfrm>
              <a:off x="7898539" y="3376500"/>
              <a:ext cx="0" cy="107817"/>
            </a:xfrm>
            <a:custGeom>
              <a:avLst/>
              <a:pathLst>
                <a:path w="0" h="107817">
                  <a:moveTo>
                    <a:pt x="0" y="107817"/>
                  </a:moveTo>
                  <a:lnTo>
                    <a:pt x="0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7898539" y="3376500"/>
              <a:ext cx="3666287" cy="0"/>
            </a:xfrm>
            <a:custGeom>
              <a:avLst/>
              <a:pathLst>
                <a:path w="3666287" h="0">
                  <a:moveTo>
                    <a:pt x="0" y="0"/>
                  </a:moveTo>
                  <a:lnTo>
                    <a:pt x="3666287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1564827" y="3376500"/>
              <a:ext cx="0" cy="107817"/>
            </a:xfrm>
            <a:custGeom>
              <a:avLst/>
              <a:pathLst>
                <a:path w="0" h="107817">
                  <a:moveTo>
                    <a:pt x="0" y="0"/>
                  </a:moveTo>
                  <a:lnTo>
                    <a:pt x="0" y="107817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032478" y="5790735"/>
              <a:ext cx="11732121" cy="0"/>
            </a:xfrm>
            <a:custGeom>
              <a:avLst/>
              <a:pathLst>
                <a:path w="11732121" h="0">
                  <a:moveTo>
                    <a:pt x="0" y="0"/>
                  </a:moveTo>
                  <a:lnTo>
                    <a:pt x="11732121" y="0"/>
                  </a:lnTo>
                  <a:lnTo>
                    <a:pt x="117321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2032478" y="1731321"/>
              <a:ext cx="11732121" cy="73739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032478" y="1731321"/>
              <a:ext cx="0" cy="7373982"/>
            </a:xfrm>
            <a:custGeom>
              <a:avLst/>
              <a:pathLst>
                <a:path w="0" h="7373982">
                  <a:moveTo>
                    <a:pt x="0" y="7373982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1726920" y="8682748"/>
              <a:ext cx="225846" cy="174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-4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726920" y="7190450"/>
              <a:ext cx="225846" cy="1773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811504" y="5698276"/>
              <a:ext cx="141262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811504" y="4211063"/>
              <a:ext cx="141262" cy="1773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811504" y="2723974"/>
              <a:ext cx="141262" cy="174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55" name="pl55"/>
            <p:cNvSpPr/>
            <p:nvPr/>
          </p:nvSpPr>
          <p:spPr>
            <a:xfrm>
              <a:off x="1988194" y="8770122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1988194" y="7280429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988194" y="5790735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988194" y="4301042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988194" y="2811348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032478" y="9105303"/>
              <a:ext cx="11732121" cy="0"/>
            </a:xfrm>
            <a:custGeom>
              <a:avLst/>
              <a:pathLst>
                <a:path w="11732121" h="0">
                  <a:moveTo>
                    <a:pt x="0" y="0"/>
                  </a:moveTo>
                  <a:lnTo>
                    <a:pt x="11732121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4232251" y="9105303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7898539" y="9105303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1564827" y="9105303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3427711" y="9123003"/>
              <a:ext cx="1609080" cy="2367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Hyper-marked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136291" y="9123003"/>
              <a:ext cx="1524496" cy="2367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Hypo-marked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10915192" y="9123003"/>
              <a:ext cx="1299269" cy="2367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Unchanged</a:t>
              </a:r>
            </a:p>
          </p:txBody>
        </p:sp>
        <p:sp>
          <p:nvSpPr>
            <p:cNvPr id="67" name="tx67"/>
            <p:cNvSpPr/>
            <p:nvPr/>
          </p:nvSpPr>
          <p:spPr>
            <a:xfrm rot="-5400000">
              <a:off x="1154715" y="7059933"/>
              <a:ext cx="476094" cy="2973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log</a:t>
              </a:r>
            </a:p>
          </p:txBody>
        </p:sp>
        <p:sp>
          <p:nvSpPr>
            <p:cNvPr id="68" name="tx68"/>
            <p:cNvSpPr/>
            <p:nvPr/>
          </p:nvSpPr>
          <p:spPr>
            <a:xfrm rot="-5400000">
              <a:off x="1469502" y="6811250"/>
              <a:ext cx="141262" cy="1773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9" name="tx69"/>
            <p:cNvSpPr/>
            <p:nvPr/>
          </p:nvSpPr>
          <p:spPr>
            <a:xfrm rot="-5400000">
              <a:off x="1133941" y="6333589"/>
              <a:ext cx="581824" cy="2331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fold</a:t>
              </a:r>
            </a:p>
          </p:txBody>
        </p:sp>
        <p:sp>
          <p:nvSpPr>
            <p:cNvPr id="70" name="tx70"/>
            <p:cNvSpPr/>
            <p:nvPr/>
          </p:nvSpPr>
          <p:spPr>
            <a:xfrm rot="-5400000">
              <a:off x="784118" y="5313729"/>
              <a:ext cx="1217290" cy="2973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change(</a:t>
              </a:r>
            </a:p>
          </p:txBody>
        </p:sp>
        <p:sp>
          <p:nvSpPr>
            <p:cNvPr id="71" name="tx71"/>
            <p:cNvSpPr/>
            <p:nvPr/>
          </p:nvSpPr>
          <p:spPr>
            <a:xfrm rot="-5400000">
              <a:off x="1014259" y="4326580"/>
              <a:ext cx="758403" cy="2959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i="1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ubp5</a:t>
              </a:r>
            </a:p>
          </p:txBody>
        </p:sp>
        <p:sp>
          <p:nvSpPr>
            <p:cNvPr id="72" name="tx72"/>
            <p:cNvSpPr/>
            <p:nvPr/>
          </p:nvSpPr>
          <p:spPr>
            <a:xfrm rot="-5400000">
              <a:off x="1040769" y="3594687"/>
              <a:ext cx="705383" cy="2959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/Col)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7284716" y="1119408"/>
              <a:ext cx="1227645" cy="2797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0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H2Aub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00200" y="1691481"/>
            <a:ext cx="11887200" cy="7315200"/>
            <a:chOff x="1600200" y="1691481"/>
            <a:chExt cx="11887200" cy="7315200"/>
          </a:xfrm>
        </p:grpSpPr>
        <p:sp>
          <p:nvSpPr>
            <p:cNvPr id="3" name="rc3"/>
            <p:cNvSpPr/>
            <p:nvPr/>
          </p:nvSpPr>
          <p:spPr>
            <a:xfrm>
              <a:off x="1600200" y="1691481"/>
              <a:ext cx="118872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00200" y="1691481"/>
              <a:ext cx="118872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842742" y="2647395"/>
              <a:ext cx="10464657" cy="55421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842742" y="7937594"/>
              <a:ext cx="10464657" cy="0"/>
            </a:xfrm>
            <a:custGeom>
              <a:avLst/>
              <a:pathLst>
                <a:path w="10464657" h="0">
                  <a:moveTo>
                    <a:pt x="0" y="0"/>
                  </a:moveTo>
                  <a:lnTo>
                    <a:pt x="10464657" y="0"/>
                  </a:lnTo>
                  <a:lnTo>
                    <a:pt x="10464657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842742" y="6678023"/>
              <a:ext cx="10464657" cy="0"/>
            </a:xfrm>
            <a:custGeom>
              <a:avLst/>
              <a:pathLst>
                <a:path w="10464657" h="0">
                  <a:moveTo>
                    <a:pt x="0" y="0"/>
                  </a:moveTo>
                  <a:lnTo>
                    <a:pt x="10464657" y="0"/>
                  </a:lnTo>
                  <a:lnTo>
                    <a:pt x="10464657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842742" y="5418451"/>
              <a:ext cx="10464657" cy="0"/>
            </a:xfrm>
            <a:custGeom>
              <a:avLst/>
              <a:pathLst>
                <a:path w="10464657" h="0">
                  <a:moveTo>
                    <a:pt x="0" y="0"/>
                  </a:moveTo>
                  <a:lnTo>
                    <a:pt x="10464657" y="0"/>
                  </a:lnTo>
                  <a:lnTo>
                    <a:pt x="10464657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42742" y="4158880"/>
              <a:ext cx="10464657" cy="0"/>
            </a:xfrm>
            <a:custGeom>
              <a:avLst/>
              <a:pathLst>
                <a:path w="10464657" h="0">
                  <a:moveTo>
                    <a:pt x="0" y="0"/>
                  </a:moveTo>
                  <a:lnTo>
                    <a:pt x="10464657" y="0"/>
                  </a:lnTo>
                  <a:lnTo>
                    <a:pt x="10464657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42742" y="2899309"/>
              <a:ext cx="10464657" cy="0"/>
            </a:xfrm>
            <a:custGeom>
              <a:avLst/>
              <a:pathLst>
                <a:path w="10464657" h="0">
                  <a:moveTo>
                    <a:pt x="0" y="0"/>
                  </a:moveTo>
                  <a:lnTo>
                    <a:pt x="10464657" y="0"/>
                  </a:lnTo>
                  <a:lnTo>
                    <a:pt x="10464657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18408" y="2647395"/>
              <a:ext cx="0" cy="5542113"/>
            </a:xfrm>
            <a:custGeom>
              <a:avLst/>
              <a:pathLst>
                <a:path w="0" h="5542113">
                  <a:moveTo>
                    <a:pt x="0" y="55421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221073" y="2647395"/>
              <a:ext cx="0" cy="5542113"/>
            </a:xfrm>
            <a:custGeom>
              <a:avLst/>
              <a:pathLst>
                <a:path w="0" h="5542113">
                  <a:moveTo>
                    <a:pt x="0" y="55421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123738" y="2647395"/>
              <a:ext cx="0" cy="5542113"/>
            </a:xfrm>
            <a:custGeom>
              <a:avLst/>
              <a:pathLst>
                <a:path w="0" h="5542113">
                  <a:moveTo>
                    <a:pt x="0" y="55421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026403" y="2647395"/>
              <a:ext cx="0" cy="5542113"/>
            </a:xfrm>
            <a:custGeom>
              <a:avLst/>
              <a:pathLst>
                <a:path w="0" h="5542113">
                  <a:moveTo>
                    <a:pt x="0" y="55421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0929068" y="2647395"/>
              <a:ext cx="0" cy="5542113"/>
            </a:xfrm>
            <a:custGeom>
              <a:avLst/>
              <a:pathLst>
                <a:path w="0" h="5542113">
                  <a:moveTo>
                    <a:pt x="0" y="55421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2831733" y="2647395"/>
              <a:ext cx="0" cy="5542113"/>
            </a:xfrm>
            <a:custGeom>
              <a:avLst/>
              <a:pathLst>
                <a:path w="0" h="5542113">
                  <a:moveTo>
                    <a:pt x="0" y="55421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10475182" y="58077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10471990" y="61741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9497047" y="58396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9924075" y="57313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9868054" y="5702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9629863" y="59352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9505785" y="57237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10132269" y="59551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9428485" y="58872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10308739" y="58330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9906105" y="58118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9655511" y="58085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10480197" y="57839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10571319" y="58046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10514241" y="57127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9557892" y="63796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9029284" y="57960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164546" y="39208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9528054" y="58772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9046100" y="62005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9783278" y="58734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9487312" y="57550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910542" y="42790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10034676" y="58347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10159987" y="56531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9824909" y="56881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9511891" y="58199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9771334" y="59375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10284561" y="56664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10011292" y="58963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9939887" y="5696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5284579" y="5840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10126877" y="5857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8771979" y="5990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8771979" y="6237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10066341" y="56527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9313252" y="5859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8951650" y="6834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8967546" y="6242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9577701" y="5811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9202843" y="61518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9219079" y="59243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9839897" y="60184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9549091" y="57044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9465534" y="56900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10109350" y="5892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9026775" y="57617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9082023" y="5137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8991030" y="56991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8946611" y="6058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615880" y="5009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8713944" y="58677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8961385" y="5693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8564947" y="5713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9521316" y="6383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8826853" y="49904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8826853" y="57536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9222058" y="5995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10141790" y="60703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9155345" y="59098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5083279" y="49289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9589820" y="56663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5839086" y="56544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8710905" y="6529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5515372" y="49992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9741431" y="5857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5579379" y="50502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9903228" y="57751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9505831" y="5855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9346947" y="5940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4472020" y="5062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4992158" y="5700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5125381" y="51125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5704877" y="57917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9196481" y="59117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703124" y="4862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8710062" y="5875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5487457" y="46438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5777970" y="56888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8786235" y="61501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9566210" y="6071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5663210" y="5020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9080516" y="58460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8718851" y="58327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9344616" y="56724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8511274" y="57173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4715670" y="5738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5524406" y="5051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5420795" y="42200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5201465" y="51385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9260601" y="5929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8974211" y="57646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8373176" y="6168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9861997" y="6167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9646804" y="5803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9668938" y="59828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9903171" y="58267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8943793" y="58953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5815377" y="48997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5815377" y="51292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8445298" y="64933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5123833" y="47935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8598435" y="5717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8431920" y="5759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5597959" y="50337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8862654" y="57848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8692196" y="58688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5685626" y="6018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5179876" y="49215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5742342" y="4943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9480902" y="58436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5581333" y="49863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9572189" y="5793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8624381" y="66261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8513132" y="66571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9288336" y="56729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5610199" y="50086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9202696" y="57649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8487041" y="58391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8722849" y="56558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5436432" y="6066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8688165" y="58585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5897968" y="49150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8325219" y="56752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5650717" y="4706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5977313" y="5134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8522048" y="4890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5846200" y="4974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5716427" y="4715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5716641" y="50739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5961071" y="5017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5505960" y="47528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8449648" y="57590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8338094" y="57889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8438784" y="60732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5733044" y="51335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8994729" y="5653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5843154" y="58918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8423569" y="58210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8316999" y="56824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8410519" y="65817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5758257" y="4697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8325342" y="57498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8497315" y="57929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5666167" y="5131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9101398" y="6017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8468930" y="5666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5739261" y="50093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9356293" y="56927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5929217" y="4977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9258202" y="57064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8235600" y="43361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8891567" y="5704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5745416" y="59913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8510633" y="57052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5972036" y="49855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5868284" y="46475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5823790" y="5116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5778418" y="50724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8448714" y="61641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6110634" y="49927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8389237" y="57115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5890577" y="56758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7900830" y="6667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8519654" y="5693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6034435" y="4859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9337445" y="5663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8637106" y="56496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8205367" y="62926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8205367" y="6042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8424918" y="67977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8912448" y="5778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5588792" y="4942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6275847" y="57705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8359418" y="68543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8669575" y="58020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8783447" y="59024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6020258" y="49653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5891611" y="59209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6000536" y="56487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7946566" y="61200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8174595" y="62169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8077430" y="58033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6130716" y="59107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5758871" y="45592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8123615" y="56515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5081826" y="4913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5628914" y="4981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9158158" y="5669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8425398" y="59679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8828578" y="45968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8308929" y="56918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5905920" y="5687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8956844" y="5668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5416256" y="4855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8015427" y="6153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5627040" y="57206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8605400" y="57861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6150174" y="4973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8243688" y="58672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5870443" y="5767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6052195" y="48632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8127837" y="57002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8053321" y="56543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8211413" y="59926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8353355" y="57796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8151307" y="59690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6009130" y="46867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6390863" y="61116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8544977" y="56966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8504034" y="59961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8777083" y="5707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8673732" y="56835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8361549" y="60084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8053195" y="5136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9134588" y="5787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8486748" y="64107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6432390" y="50271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8457950" y="60833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8321245" y="57745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6356777" y="4858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6144536" y="4594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6129804" y="49601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7981963" y="60007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5724909" y="5666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6422167" y="57339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5658616" y="57115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6073409" y="58957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6128396" y="5728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5954899" y="57066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7880225" y="57708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6146304" y="5805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8020871" y="5719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6253976" y="5705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8006829" y="5989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6156956" y="5949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6156956" y="5124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8446032" y="5723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7955445" y="58603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5939303" y="51014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5863409" y="59335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4509340" y="51383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5943097" y="4740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6300005" y="5029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8749566" y="44514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5596980" y="58272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8205978" y="57207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5720563" y="5091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8118532" y="5884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7875747" y="5861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9332927" y="57340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6106780" y="50459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6165024" y="4929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8055030" y="5856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8255043" y="56523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5644036" y="5690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8808909" y="56716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6200997" y="51110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6022881" y="49172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6131056" y="4841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8598601" y="57780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8199895" y="5697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8928436" y="61989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8554959" y="5899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8479035" y="56782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6086752" y="5015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6278980" y="50174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4133786" y="61543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7825199" y="5795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8370208" y="57215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5973451" y="5921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7996499" y="5730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5756974" y="50671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6316262" y="59798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8231221" y="56462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8114487" y="56622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6311519" y="5872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6257189" y="49148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8207455" y="5805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7808893" y="56773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6432376" y="58043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7747684" y="64618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8257962" y="49989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5005548" y="50567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8464684" y="5806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7990189" y="56500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8375626" y="57043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6537215" y="48374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6201487" y="4246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8396956" y="48609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7773270" y="62089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6361502" y="4481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7718750" y="60899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5985312" y="62810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8134760" y="5118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5915780" y="56919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8009728" y="6155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8116097" y="59087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5887877" y="5132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7860222" y="65177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6314819" y="4962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7857255" y="56639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6428008" y="43901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6113989" y="56854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6285494" y="49852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6519247" y="5800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8102633" y="6439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6376337" y="47297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5783513" y="51334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6429387" y="5775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7843314" y="5692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6436814" y="48333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6143529" y="57289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7874518" y="58444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6340260" y="50157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6538055" y="5098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6169181" y="50040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7875717" y="5998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5861023" y="5902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6191486" y="50934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6258289" y="5666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7757831" y="6223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8252003" y="5737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8220720" y="61881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8269166" y="5717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7852767" y="6066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6067575" y="50522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6237302" y="49486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7790549" y="59545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7885881" y="51405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6415687" y="6012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6301447" y="48009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6560642" y="4551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6467859" y="50385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6213750" y="62947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7978879" y="56685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8622872" y="50222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7843045" y="57650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7725478" y="57607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5948510" y="5858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7858231" y="58466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6612112" y="48560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6612112" y="48218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7737057" y="5117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6594104" y="4832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6474403" y="60222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6492577" y="47936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7757221" y="58062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6098682" y="50841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6417488" y="56957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6245733" y="50976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8091503" y="68219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7772324" y="5763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8067221" y="60830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6500701" y="46591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6506487" y="5766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7713964" y="4816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7889896" y="6289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6533813" y="39535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7712455" y="59209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6406796" y="47416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6468060" y="57736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8182146" y="50757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7681925" y="61179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7819511" y="51352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6409088" y="47231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6479438" y="4742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7697307" y="5664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6314173" y="44902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7896966" y="71251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6618874" y="6546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6541991" y="51235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6424744" y="4701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6622708" y="47242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7782836" y="39982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6245432" y="57507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7853477" y="63746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6608205" y="4034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6608205" y="40679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7625023" y="57402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8030014" y="4834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6483372" y="4959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7789337" y="59787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6358374" y="4373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6596184" y="60510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8047941" y="58472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6683362" y="56995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7682926" y="63670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5339435" y="58150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6519601" y="48502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6527574" y="60192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6377427" y="5090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7766771" y="4554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7612339" y="66498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8240348" y="56690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7634873" y="60029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9006970" y="50110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7686740" y="56610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6585404" y="5125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6252749" y="4567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6568575" y="57139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6254442" y="60288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7763103" y="5021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7763103" y="4944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7529966" y="60192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7616033" y="58764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7682678" y="57011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6292839" y="56814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7578652" y="66078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6460006" y="5741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7591871" y="56650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6566080" y="57078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7512571" y="50278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7512571" y="4927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6420538" y="4461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7593786" y="4310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7604495" y="57736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6625996" y="56886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6490104" y="4491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7461818" y="50825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6445109" y="5801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8198241" y="49161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6736697" y="58677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6574859" y="56591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7805341" y="65960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7718549" y="56804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6640503" y="50926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6601368" y="57106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6644437" y="48102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6312254" y="5690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6391867" y="51385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6687883" y="51093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6509222" y="60655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6670991" y="47707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7651559" y="60893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6693631" y="56782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6718573" y="49807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7947095" y="47997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7579398" y="5876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6712437" y="4027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6712437" y="42878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7741976" y="5737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7462489" y="5756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6708486" y="6489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7673913" y="64824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7439832" y="5747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6611552" y="48963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6421206" y="51268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6413104" y="49296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7441661" y="5857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6646249" y="46523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7529805" y="5648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5955380" y="50142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6715875" y="49413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6653970" y="51364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6704854" y="59175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7555210" y="68790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7862702" y="44011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7606457" y="63640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6613741" y="59245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6643839" y="59024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7422729" y="5816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6747739" y="42757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7643292" y="50792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7803685" y="66499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7624651" y="50817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6781637" y="50753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7603795" y="4276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7588475" y="60006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6599484" y="43104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6665473" y="4349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7584202" y="59848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6555325" y="57522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6703787" y="50585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6703787" y="5008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l492"/>
            <p:cNvSpPr/>
            <p:nvPr/>
          </p:nvSpPr>
          <p:spPr>
            <a:xfrm>
              <a:off x="7123738" y="2647395"/>
              <a:ext cx="0" cy="5542113"/>
            </a:xfrm>
            <a:custGeom>
              <a:avLst/>
              <a:pathLst>
                <a:path w="0" h="5542113">
                  <a:moveTo>
                    <a:pt x="0" y="55421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l493"/>
            <p:cNvSpPr/>
            <p:nvPr/>
          </p:nvSpPr>
          <p:spPr>
            <a:xfrm>
              <a:off x="2842742" y="5418451"/>
              <a:ext cx="10464657" cy="0"/>
            </a:xfrm>
            <a:custGeom>
              <a:avLst/>
              <a:pathLst>
                <a:path w="10464657" h="0">
                  <a:moveTo>
                    <a:pt x="0" y="0"/>
                  </a:moveTo>
                  <a:lnTo>
                    <a:pt x="10464657" y="0"/>
                  </a:lnTo>
                  <a:lnTo>
                    <a:pt x="104646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l494"/>
            <p:cNvSpPr/>
            <p:nvPr/>
          </p:nvSpPr>
          <p:spPr>
            <a:xfrm>
              <a:off x="4158612" y="5186110"/>
              <a:ext cx="6437532" cy="692238"/>
            </a:xfrm>
            <a:custGeom>
              <a:avLst/>
              <a:pathLst>
                <a:path w="6437532" h="692238">
                  <a:moveTo>
                    <a:pt x="0" y="209586"/>
                  </a:moveTo>
                  <a:lnTo>
                    <a:pt x="81487" y="187018"/>
                  </a:lnTo>
                  <a:lnTo>
                    <a:pt x="162975" y="165675"/>
                  </a:lnTo>
                  <a:lnTo>
                    <a:pt x="244463" y="145568"/>
                  </a:lnTo>
                  <a:lnTo>
                    <a:pt x="325951" y="126708"/>
                  </a:lnTo>
                  <a:lnTo>
                    <a:pt x="407438" y="109107"/>
                  </a:lnTo>
                  <a:lnTo>
                    <a:pt x="488926" y="92776"/>
                  </a:lnTo>
                  <a:lnTo>
                    <a:pt x="570414" y="77727"/>
                  </a:lnTo>
                  <a:lnTo>
                    <a:pt x="651902" y="63971"/>
                  </a:lnTo>
                  <a:lnTo>
                    <a:pt x="733389" y="51519"/>
                  </a:lnTo>
                  <a:lnTo>
                    <a:pt x="814877" y="40382"/>
                  </a:lnTo>
                  <a:lnTo>
                    <a:pt x="896365" y="30572"/>
                  </a:lnTo>
                  <a:lnTo>
                    <a:pt x="977853" y="22099"/>
                  </a:lnTo>
                  <a:lnTo>
                    <a:pt x="1059340" y="14977"/>
                  </a:lnTo>
                  <a:lnTo>
                    <a:pt x="1140828" y="9215"/>
                  </a:lnTo>
                  <a:lnTo>
                    <a:pt x="1222316" y="4825"/>
                  </a:lnTo>
                  <a:lnTo>
                    <a:pt x="1303804" y="1818"/>
                  </a:lnTo>
                  <a:lnTo>
                    <a:pt x="1385291" y="206"/>
                  </a:lnTo>
                  <a:lnTo>
                    <a:pt x="1466779" y="0"/>
                  </a:lnTo>
                  <a:lnTo>
                    <a:pt x="1548267" y="1211"/>
                  </a:lnTo>
                  <a:lnTo>
                    <a:pt x="1629755" y="3850"/>
                  </a:lnTo>
                  <a:lnTo>
                    <a:pt x="1711242" y="7930"/>
                  </a:lnTo>
                  <a:lnTo>
                    <a:pt x="1792730" y="13345"/>
                  </a:lnTo>
                  <a:lnTo>
                    <a:pt x="1874218" y="19979"/>
                  </a:lnTo>
                  <a:lnTo>
                    <a:pt x="1955706" y="27826"/>
                  </a:lnTo>
                  <a:lnTo>
                    <a:pt x="2037193" y="36885"/>
                  </a:lnTo>
                  <a:lnTo>
                    <a:pt x="2118681" y="47152"/>
                  </a:lnTo>
                  <a:lnTo>
                    <a:pt x="2200169" y="56719"/>
                  </a:lnTo>
                  <a:lnTo>
                    <a:pt x="2281657" y="62329"/>
                  </a:lnTo>
                  <a:lnTo>
                    <a:pt x="2363144" y="67752"/>
                  </a:lnTo>
                  <a:lnTo>
                    <a:pt x="2444632" y="77126"/>
                  </a:lnTo>
                  <a:lnTo>
                    <a:pt x="2526120" y="94007"/>
                  </a:lnTo>
                  <a:lnTo>
                    <a:pt x="2607608" y="118387"/>
                  </a:lnTo>
                  <a:lnTo>
                    <a:pt x="2689095" y="149079"/>
                  </a:lnTo>
                  <a:lnTo>
                    <a:pt x="2770583" y="184907"/>
                  </a:lnTo>
                  <a:lnTo>
                    <a:pt x="2852071" y="224696"/>
                  </a:lnTo>
                  <a:lnTo>
                    <a:pt x="2933559" y="267270"/>
                  </a:lnTo>
                  <a:lnTo>
                    <a:pt x="3015046" y="311455"/>
                  </a:lnTo>
                  <a:lnTo>
                    <a:pt x="3096534" y="356075"/>
                  </a:lnTo>
                  <a:lnTo>
                    <a:pt x="3178022" y="399954"/>
                  </a:lnTo>
                  <a:lnTo>
                    <a:pt x="3259510" y="441917"/>
                  </a:lnTo>
                  <a:lnTo>
                    <a:pt x="3340997" y="480789"/>
                  </a:lnTo>
                  <a:lnTo>
                    <a:pt x="3422485" y="515394"/>
                  </a:lnTo>
                  <a:lnTo>
                    <a:pt x="3503973" y="544557"/>
                  </a:lnTo>
                  <a:lnTo>
                    <a:pt x="3585461" y="567541"/>
                  </a:lnTo>
                  <a:lnTo>
                    <a:pt x="3666948" y="586946"/>
                  </a:lnTo>
                  <a:lnTo>
                    <a:pt x="3748436" y="603957"/>
                  </a:lnTo>
                  <a:lnTo>
                    <a:pt x="3829924" y="619231"/>
                  </a:lnTo>
                  <a:lnTo>
                    <a:pt x="3911412" y="633428"/>
                  </a:lnTo>
                  <a:lnTo>
                    <a:pt x="3992899" y="645824"/>
                  </a:lnTo>
                  <a:lnTo>
                    <a:pt x="4074387" y="653955"/>
                  </a:lnTo>
                  <a:lnTo>
                    <a:pt x="4155875" y="659280"/>
                  </a:lnTo>
                  <a:lnTo>
                    <a:pt x="4237363" y="663456"/>
                  </a:lnTo>
                  <a:lnTo>
                    <a:pt x="4318850" y="668146"/>
                  </a:lnTo>
                  <a:lnTo>
                    <a:pt x="4400338" y="674481"/>
                  </a:lnTo>
                  <a:lnTo>
                    <a:pt x="4481826" y="679782"/>
                  </a:lnTo>
                  <a:lnTo>
                    <a:pt x="4563314" y="683616"/>
                  </a:lnTo>
                  <a:lnTo>
                    <a:pt x="4644801" y="686254"/>
                  </a:lnTo>
                  <a:lnTo>
                    <a:pt x="4726289" y="687966"/>
                  </a:lnTo>
                  <a:lnTo>
                    <a:pt x="4807777" y="689023"/>
                  </a:lnTo>
                  <a:lnTo>
                    <a:pt x="4889265" y="689696"/>
                  </a:lnTo>
                  <a:lnTo>
                    <a:pt x="4970753" y="690257"/>
                  </a:lnTo>
                  <a:lnTo>
                    <a:pt x="5052240" y="690976"/>
                  </a:lnTo>
                  <a:lnTo>
                    <a:pt x="5133728" y="691812"/>
                  </a:lnTo>
                  <a:lnTo>
                    <a:pt x="5215216" y="692238"/>
                  </a:lnTo>
                  <a:lnTo>
                    <a:pt x="5296704" y="692237"/>
                  </a:lnTo>
                  <a:lnTo>
                    <a:pt x="5378191" y="691813"/>
                  </a:lnTo>
                  <a:lnTo>
                    <a:pt x="5459679" y="690968"/>
                  </a:lnTo>
                  <a:lnTo>
                    <a:pt x="5541167" y="689705"/>
                  </a:lnTo>
                  <a:lnTo>
                    <a:pt x="5622655" y="688027"/>
                  </a:lnTo>
                  <a:lnTo>
                    <a:pt x="5704142" y="685937"/>
                  </a:lnTo>
                  <a:lnTo>
                    <a:pt x="5785630" y="683436"/>
                  </a:lnTo>
                  <a:lnTo>
                    <a:pt x="5867118" y="680529"/>
                  </a:lnTo>
                  <a:lnTo>
                    <a:pt x="5948606" y="677217"/>
                  </a:lnTo>
                  <a:lnTo>
                    <a:pt x="6030093" y="673504"/>
                  </a:lnTo>
                  <a:lnTo>
                    <a:pt x="6111581" y="669392"/>
                  </a:lnTo>
                  <a:lnTo>
                    <a:pt x="6193069" y="664884"/>
                  </a:lnTo>
                  <a:lnTo>
                    <a:pt x="6274557" y="659983"/>
                  </a:lnTo>
                  <a:lnTo>
                    <a:pt x="6356044" y="654691"/>
                  </a:lnTo>
                  <a:lnTo>
                    <a:pt x="6437532" y="649012"/>
                  </a:lnTo>
                </a:path>
              </a:pathLst>
            </a:custGeom>
            <a:ln w="27101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tx495"/>
            <p:cNvSpPr/>
            <p:nvPr/>
          </p:nvSpPr>
          <p:spPr>
            <a:xfrm>
              <a:off x="9026403" y="3319681"/>
              <a:ext cx="125537" cy="1317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i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</a:t>
              </a:r>
            </a:p>
          </p:txBody>
        </p:sp>
        <p:sp>
          <p:nvSpPr>
            <p:cNvPr id="496" name="tx496"/>
            <p:cNvSpPr/>
            <p:nvPr/>
          </p:nvSpPr>
          <p:spPr>
            <a:xfrm>
              <a:off x="9151941" y="3451394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497" name="tx497"/>
            <p:cNvSpPr/>
            <p:nvPr/>
          </p:nvSpPr>
          <p:spPr>
            <a:xfrm>
              <a:off x="9209372" y="3400403"/>
              <a:ext cx="151385" cy="50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=</a:t>
              </a:r>
            </a:p>
          </p:txBody>
        </p:sp>
        <p:sp>
          <p:nvSpPr>
            <p:cNvPr id="498" name="tx498"/>
            <p:cNvSpPr/>
            <p:nvPr/>
          </p:nvSpPr>
          <p:spPr>
            <a:xfrm>
              <a:off x="9360758" y="3451394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499" name="tx499"/>
            <p:cNvSpPr/>
            <p:nvPr/>
          </p:nvSpPr>
          <p:spPr>
            <a:xfrm>
              <a:off x="9418189" y="3436397"/>
              <a:ext cx="151385" cy="14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−</a:t>
              </a:r>
            </a:p>
          </p:txBody>
        </p:sp>
        <p:sp>
          <p:nvSpPr>
            <p:cNvPr id="500" name="tx500"/>
            <p:cNvSpPr/>
            <p:nvPr/>
          </p:nvSpPr>
          <p:spPr>
            <a:xfrm>
              <a:off x="9595556" y="3314741"/>
              <a:ext cx="517235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0.085</a:t>
              </a:r>
            </a:p>
          </p:txBody>
        </p:sp>
        <p:sp>
          <p:nvSpPr>
            <p:cNvPr id="501" name="tx501"/>
            <p:cNvSpPr/>
            <p:nvPr/>
          </p:nvSpPr>
          <p:spPr>
            <a:xfrm>
              <a:off x="10112791" y="3407990"/>
              <a:ext cx="57431" cy="434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,</a:t>
              </a:r>
            </a:p>
          </p:txBody>
        </p:sp>
        <p:sp>
          <p:nvSpPr>
            <p:cNvPr id="502" name="tx502"/>
            <p:cNvSpPr/>
            <p:nvPr/>
          </p:nvSpPr>
          <p:spPr>
            <a:xfrm>
              <a:off x="10170222" y="3451394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503" name="tx503"/>
            <p:cNvSpPr/>
            <p:nvPr/>
          </p:nvSpPr>
          <p:spPr>
            <a:xfrm>
              <a:off x="10227654" y="3312624"/>
              <a:ext cx="114686" cy="1387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i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</a:t>
              </a:r>
            </a:p>
          </p:txBody>
        </p:sp>
        <p:sp>
          <p:nvSpPr>
            <p:cNvPr id="504" name="tx504"/>
            <p:cNvSpPr/>
            <p:nvPr/>
          </p:nvSpPr>
          <p:spPr>
            <a:xfrm>
              <a:off x="10342340" y="3451394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505" name="tx505"/>
            <p:cNvSpPr/>
            <p:nvPr/>
          </p:nvSpPr>
          <p:spPr>
            <a:xfrm>
              <a:off x="10399771" y="3400403"/>
              <a:ext cx="151385" cy="50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=</a:t>
              </a:r>
            </a:p>
          </p:txBody>
        </p:sp>
        <p:sp>
          <p:nvSpPr>
            <p:cNvPr id="506" name="tx506"/>
            <p:cNvSpPr/>
            <p:nvPr/>
          </p:nvSpPr>
          <p:spPr>
            <a:xfrm>
              <a:off x="10551157" y="3451394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507" name="tx507"/>
            <p:cNvSpPr/>
            <p:nvPr/>
          </p:nvSpPr>
          <p:spPr>
            <a:xfrm>
              <a:off x="10608589" y="3314741"/>
              <a:ext cx="402284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0.65</a:t>
              </a:r>
            </a:p>
          </p:txBody>
        </p:sp>
        <p:sp>
          <p:nvSpPr>
            <p:cNvPr id="508" name="tx508"/>
            <p:cNvSpPr/>
            <p:nvPr/>
          </p:nvSpPr>
          <p:spPr>
            <a:xfrm>
              <a:off x="3318408" y="3319681"/>
              <a:ext cx="125537" cy="1317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i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</a:t>
              </a:r>
            </a:p>
          </p:txBody>
        </p:sp>
        <p:sp>
          <p:nvSpPr>
            <p:cNvPr id="509" name="tx509"/>
            <p:cNvSpPr/>
            <p:nvPr/>
          </p:nvSpPr>
          <p:spPr>
            <a:xfrm>
              <a:off x="3443946" y="3451394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510" name="tx510"/>
            <p:cNvSpPr/>
            <p:nvPr/>
          </p:nvSpPr>
          <p:spPr>
            <a:xfrm>
              <a:off x="3501377" y="3400403"/>
              <a:ext cx="151385" cy="50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=</a:t>
              </a:r>
            </a:p>
          </p:txBody>
        </p:sp>
        <p:sp>
          <p:nvSpPr>
            <p:cNvPr id="511" name="tx511"/>
            <p:cNvSpPr/>
            <p:nvPr/>
          </p:nvSpPr>
          <p:spPr>
            <a:xfrm>
              <a:off x="3652763" y="3451394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512" name="tx512"/>
            <p:cNvSpPr/>
            <p:nvPr/>
          </p:nvSpPr>
          <p:spPr>
            <a:xfrm>
              <a:off x="3710194" y="3314741"/>
              <a:ext cx="402284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0.19</a:t>
              </a:r>
            </a:p>
          </p:txBody>
        </p:sp>
        <p:sp>
          <p:nvSpPr>
            <p:cNvPr id="513" name="tx513"/>
            <p:cNvSpPr/>
            <p:nvPr/>
          </p:nvSpPr>
          <p:spPr>
            <a:xfrm>
              <a:off x="4112478" y="3407990"/>
              <a:ext cx="57431" cy="434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,</a:t>
              </a:r>
            </a:p>
          </p:txBody>
        </p:sp>
        <p:sp>
          <p:nvSpPr>
            <p:cNvPr id="514" name="tx514"/>
            <p:cNvSpPr/>
            <p:nvPr/>
          </p:nvSpPr>
          <p:spPr>
            <a:xfrm>
              <a:off x="4169910" y="3451394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515" name="tx515"/>
            <p:cNvSpPr/>
            <p:nvPr/>
          </p:nvSpPr>
          <p:spPr>
            <a:xfrm>
              <a:off x="4227341" y="3312624"/>
              <a:ext cx="114686" cy="1387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i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</a:t>
              </a:r>
            </a:p>
          </p:txBody>
        </p:sp>
        <p:sp>
          <p:nvSpPr>
            <p:cNvPr id="516" name="tx516"/>
            <p:cNvSpPr/>
            <p:nvPr/>
          </p:nvSpPr>
          <p:spPr>
            <a:xfrm>
              <a:off x="4342027" y="3451394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517" name="tx517"/>
            <p:cNvSpPr/>
            <p:nvPr/>
          </p:nvSpPr>
          <p:spPr>
            <a:xfrm>
              <a:off x="4399459" y="3400403"/>
              <a:ext cx="151385" cy="50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=</a:t>
              </a:r>
            </a:p>
          </p:txBody>
        </p:sp>
        <p:sp>
          <p:nvSpPr>
            <p:cNvPr id="518" name="tx518"/>
            <p:cNvSpPr/>
            <p:nvPr/>
          </p:nvSpPr>
          <p:spPr>
            <a:xfrm>
              <a:off x="4550845" y="3451394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519" name="tx519"/>
            <p:cNvSpPr/>
            <p:nvPr/>
          </p:nvSpPr>
          <p:spPr>
            <a:xfrm>
              <a:off x="4608276" y="3314741"/>
              <a:ext cx="517235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0.025</a:t>
              </a:r>
            </a:p>
          </p:txBody>
        </p:sp>
        <p:sp>
          <p:nvSpPr>
            <p:cNvPr id="520" name="tx520"/>
            <p:cNvSpPr/>
            <p:nvPr/>
          </p:nvSpPr>
          <p:spPr>
            <a:xfrm>
              <a:off x="3318408" y="7098395"/>
              <a:ext cx="125537" cy="1317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i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</a:t>
              </a:r>
            </a:p>
          </p:txBody>
        </p:sp>
        <p:sp>
          <p:nvSpPr>
            <p:cNvPr id="521" name="tx521"/>
            <p:cNvSpPr/>
            <p:nvPr/>
          </p:nvSpPr>
          <p:spPr>
            <a:xfrm>
              <a:off x="3443946" y="7230108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522" name="tx522"/>
            <p:cNvSpPr/>
            <p:nvPr/>
          </p:nvSpPr>
          <p:spPr>
            <a:xfrm>
              <a:off x="3501377" y="7179116"/>
              <a:ext cx="151385" cy="50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=</a:t>
              </a:r>
            </a:p>
          </p:txBody>
        </p:sp>
        <p:sp>
          <p:nvSpPr>
            <p:cNvPr id="523" name="tx523"/>
            <p:cNvSpPr/>
            <p:nvPr/>
          </p:nvSpPr>
          <p:spPr>
            <a:xfrm>
              <a:off x="3652763" y="7230108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524" name="tx524"/>
            <p:cNvSpPr/>
            <p:nvPr/>
          </p:nvSpPr>
          <p:spPr>
            <a:xfrm>
              <a:off x="3710194" y="7215110"/>
              <a:ext cx="151385" cy="14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−</a:t>
              </a:r>
            </a:p>
          </p:txBody>
        </p:sp>
        <p:sp>
          <p:nvSpPr>
            <p:cNvPr id="525" name="tx525"/>
            <p:cNvSpPr/>
            <p:nvPr/>
          </p:nvSpPr>
          <p:spPr>
            <a:xfrm>
              <a:off x="3887561" y="7093454"/>
              <a:ext cx="517235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0.051</a:t>
              </a:r>
            </a:p>
          </p:txBody>
        </p:sp>
        <p:sp>
          <p:nvSpPr>
            <p:cNvPr id="526" name="tx526"/>
            <p:cNvSpPr/>
            <p:nvPr/>
          </p:nvSpPr>
          <p:spPr>
            <a:xfrm>
              <a:off x="4404796" y="7186703"/>
              <a:ext cx="57431" cy="434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,</a:t>
              </a:r>
            </a:p>
          </p:txBody>
        </p:sp>
        <p:sp>
          <p:nvSpPr>
            <p:cNvPr id="527" name="tx527"/>
            <p:cNvSpPr/>
            <p:nvPr/>
          </p:nvSpPr>
          <p:spPr>
            <a:xfrm>
              <a:off x="4462227" y="7230108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528" name="tx528"/>
            <p:cNvSpPr/>
            <p:nvPr/>
          </p:nvSpPr>
          <p:spPr>
            <a:xfrm>
              <a:off x="4519659" y="7091337"/>
              <a:ext cx="114686" cy="1387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i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</a:t>
              </a:r>
            </a:p>
          </p:txBody>
        </p:sp>
        <p:sp>
          <p:nvSpPr>
            <p:cNvPr id="529" name="tx529"/>
            <p:cNvSpPr/>
            <p:nvPr/>
          </p:nvSpPr>
          <p:spPr>
            <a:xfrm>
              <a:off x="4634345" y="7230108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530" name="tx530"/>
            <p:cNvSpPr/>
            <p:nvPr/>
          </p:nvSpPr>
          <p:spPr>
            <a:xfrm>
              <a:off x="4691776" y="7179116"/>
              <a:ext cx="151385" cy="50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=</a:t>
              </a:r>
            </a:p>
          </p:txBody>
        </p:sp>
        <p:sp>
          <p:nvSpPr>
            <p:cNvPr id="531" name="tx531"/>
            <p:cNvSpPr/>
            <p:nvPr/>
          </p:nvSpPr>
          <p:spPr>
            <a:xfrm>
              <a:off x="4843162" y="7230108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532" name="tx532"/>
            <p:cNvSpPr/>
            <p:nvPr/>
          </p:nvSpPr>
          <p:spPr>
            <a:xfrm>
              <a:off x="4900594" y="7093454"/>
              <a:ext cx="402284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0.66</a:t>
              </a:r>
            </a:p>
          </p:txBody>
        </p:sp>
        <p:sp>
          <p:nvSpPr>
            <p:cNvPr id="533" name="tx533"/>
            <p:cNvSpPr/>
            <p:nvPr/>
          </p:nvSpPr>
          <p:spPr>
            <a:xfrm>
              <a:off x="9026403" y="7098395"/>
              <a:ext cx="125537" cy="1317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i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</a:t>
              </a:r>
            </a:p>
          </p:txBody>
        </p:sp>
        <p:sp>
          <p:nvSpPr>
            <p:cNvPr id="534" name="tx534"/>
            <p:cNvSpPr/>
            <p:nvPr/>
          </p:nvSpPr>
          <p:spPr>
            <a:xfrm>
              <a:off x="9151941" y="7230108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535" name="tx535"/>
            <p:cNvSpPr/>
            <p:nvPr/>
          </p:nvSpPr>
          <p:spPr>
            <a:xfrm>
              <a:off x="9209372" y="7179116"/>
              <a:ext cx="151385" cy="50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=</a:t>
              </a:r>
            </a:p>
          </p:txBody>
        </p:sp>
        <p:sp>
          <p:nvSpPr>
            <p:cNvPr id="536" name="tx536"/>
            <p:cNvSpPr/>
            <p:nvPr/>
          </p:nvSpPr>
          <p:spPr>
            <a:xfrm>
              <a:off x="9360758" y="7230108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537" name="tx537"/>
            <p:cNvSpPr/>
            <p:nvPr/>
          </p:nvSpPr>
          <p:spPr>
            <a:xfrm>
              <a:off x="9418189" y="7093454"/>
              <a:ext cx="287333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0.2</a:t>
              </a:r>
            </a:p>
          </p:txBody>
        </p:sp>
        <p:sp>
          <p:nvSpPr>
            <p:cNvPr id="538" name="tx538"/>
            <p:cNvSpPr/>
            <p:nvPr/>
          </p:nvSpPr>
          <p:spPr>
            <a:xfrm>
              <a:off x="9705522" y="7186703"/>
              <a:ext cx="57431" cy="434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,</a:t>
              </a:r>
            </a:p>
          </p:txBody>
        </p:sp>
        <p:sp>
          <p:nvSpPr>
            <p:cNvPr id="539" name="tx539"/>
            <p:cNvSpPr/>
            <p:nvPr/>
          </p:nvSpPr>
          <p:spPr>
            <a:xfrm>
              <a:off x="9762954" y="7230108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540" name="tx540"/>
            <p:cNvSpPr/>
            <p:nvPr/>
          </p:nvSpPr>
          <p:spPr>
            <a:xfrm>
              <a:off x="9820385" y="7091337"/>
              <a:ext cx="114686" cy="1387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i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</a:t>
              </a:r>
            </a:p>
          </p:txBody>
        </p:sp>
        <p:sp>
          <p:nvSpPr>
            <p:cNvPr id="541" name="tx541"/>
            <p:cNvSpPr/>
            <p:nvPr/>
          </p:nvSpPr>
          <p:spPr>
            <a:xfrm>
              <a:off x="9935071" y="7230108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542" name="tx542"/>
            <p:cNvSpPr/>
            <p:nvPr/>
          </p:nvSpPr>
          <p:spPr>
            <a:xfrm>
              <a:off x="9992503" y="7179116"/>
              <a:ext cx="151385" cy="50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=</a:t>
              </a:r>
            </a:p>
          </p:txBody>
        </p:sp>
        <p:sp>
          <p:nvSpPr>
            <p:cNvPr id="543" name="tx543"/>
            <p:cNvSpPr/>
            <p:nvPr/>
          </p:nvSpPr>
          <p:spPr>
            <a:xfrm>
              <a:off x="10143889" y="7230108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544" name="tx544"/>
            <p:cNvSpPr/>
            <p:nvPr/>
          </p:nvSpPr>
          <p:spPr>
            <a:xfrm>
              <a:off x="10201320" y="7093454"/>
              <a:ext cx="632186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0.0023</a:t>
              </a:r>
            </a:p>
          </p:txBody>
        </p:sp>
        <p:sp>
          <p:nvSpPr>
            <p:cNvPr id="545" name="tx545"/>
            <p:cNvSpPr/>
            <p:nvPr/>
          </p:nvSpPr>
          <p:spPr>
            <a:xfrm>
              <a:off x="12737620" y="2899309"/>
              <a:ext cx="94113" cy="184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</a:t>
              </a:r>
            </a:p>
          </p:txBody>
        </p:sp>
        <p:sp>
          <p:nvSpPr>
            <p:cNvPr id="546" name="tx546"/>
            <p:cNvSpPr/>
            <p:nvPr/>
          </p:nvSpPr>
          <p:spPr>
            <a:xfrm>
              <a:off x="3130181" y="2899309"/>
              <a:ext cx="188226" cy="184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II</a:t>
              </a:r>
            </a:p>
          </p:txBody>
        </p:sp>
        <p:sp>
          <p:nvSpPr>
            <p:cNvPr id="547" name="tx547"/>
            <p:cNvSpPr/>
            <p:nvPr/>
          </p:nvSpPr>
          <p:spPr>
            <a:xfrm>
              <a:off x="3036068" y="5670366"/>
              <a:ext cx="282339" cy="184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III</a:t>
              </a:r>
            </a:p>
          </p:txBody>
        </p:sp>
        <p:sp>
          <p:nvSpPr>
            <p:cNvPr id="548" name="tx548"/>
            <p:cNvSpPr/>
            <p:nvPr/>
          </p:nvSpPr>
          <p:spPr>
            <a:xfrm>
              <a:off x="12541859" y="5670366"/>
              <a:ext cx="289873" cy="184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IV</a:t>
              </a:r>
            </a:p>
          </p:txBody>
        </p:sp>
        <p:sp>
          <p:nvSpPr>
            <p:cNvPr id="549" name="tx549"/>
            <p:cNvSpPr/>
            <p:nvPr/>
          </p:nvSpPr>
          <p:spPr>
            <a:xfrm>
              <a:off x="11735597" y="7682098"/>
              <a:ext cx="1096136" cy="187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i="1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 = 475</a:t>
              </a:r>
            </a:p>
          </p:txBody>
        </p:sp>
        <p:sp>
          <p:nvSpPr>
            <p:cNvPr id="550" name="rc550"/>
            <p:cNvSpPr/>
            <p:nvPr/>
          </p:nvSpPr>
          <p:spPr>
            <a:xfrm>
              <a:off x="2842742" y="2647395"/>
              <a:ext cx="10464657" cy="5542113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51" name="pl551"/>
            <p:cNvSpPr/>
            <p:nvPr/>
          </p:nvSpPr>
          <p:spPr>
            <a:xfrm>
              <a:off x="2842742" y="2647395"/>
              <a:ext cx="0" cy="5542113"/>
            </a:xfrm>
            <a:custGeom>
              <a:avLst/>
              <a:pathLst>
                <a:path w="0" h="5542113">
                  <a:moveTo>
                    <a:pt x="0" y="554211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tx552"/>
            <p:cNvSpPr/>
            <p:nvPr/>
          </p:nvSpPr>
          <p:spPr>
            <a:xfrm>
              <a:off x="2395921" y="7845134"/>
              <a:ext cx="367109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553" name="tx553"/>
            <p:cNvSpPr/>
            <p:nvPr/>
          </p:nvSpPr>
          <p:spPr>
            <a:xfrm>
              <a:off x="2537184" y="6588168"/>
              <a:ext cx="225846" cy="1772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-5</a:t>
              </a:r>
            </a:p>
          </p:txBody>
        </p:sp>
        <p:sp>
          <p:nvSpPr>
            <p:cNvPr id="554" name="tx554"/>
            <p:cNvSpPr/>
            <p:nvPr/>
          </p:nvSpPr>
          <p:spPr>
            <a:xfrm>
              <a:off x="2621768" y="5325992"/>
              <a:ext cx="141262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55" name="tx555"/>
            <p:cNvSpPr/>
            <p:nvPr/>
          </p:nvSpPr>
          <p:spPr>
            <a:xfrm>
              <a:off x="2621768" y="4069025"/>
              <a:ext cx="141262" cy="1772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556" name="tx556"/>
            <p:cNvSpPr/>
            <p:nvPr/>
          </p:nvSpPr>
          <p:spPr>
            <a:xfrm>
              <a:off x="2480505" y="2806850"/>
              <a:ext cx="282525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557" name="pl557"/>
            <p:cNvSpPr/>
            <p:nvPr/>
          </p:nvSpPr>
          <p:spPr>
            <a:xfrm>
              <a:off x="2798458" y="7937594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l558"/>
            <p:cNvSpPr/>
            <p:nvPr/>
          </p:nvSpPr>
          <p:spPr>
            <a:xfrm>
              <a:off x="2798458" y="6678023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l559"/>
            <p:cNvSpPr/>
            <p:nvPr/>
          </p:nvSpPr>
          <p:spPr>
            <a:xfrm>
              <a:off x="2798458" y="541845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l560"/>
            <p:cNvSpPr/>
            <p:nvPr/>
          </p:nvSpPr>
          <p:spPr>
            <a:xfrm>
              <a:off x="2798458" y="415888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l561"/>
            <p:cNvSpPr/>
            <p:nvPr/>
          </p:nvSpPr>
          <p:spPr>
            <a:xfrm>
              <a:off x="2798458" y="2899309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l562"/>
            <p:cNvSpPr/>
            <p:nvPr/>
          </p:nvSpPr>
          <p:spPr>
            <a:xfrm>
              <a:off x="2842742" y="8189508"/>
              <a:ext cx="10464657" cy="0"/>
            </a:xfrm>
            <a:custGeom>
              <a:avLst/>
              <a:pathLst>
                <a:path w="10464657" h="0">
                  <a:moveTo>
                    <a:pt x="0" y="0"/>
                  </a:moveTo>
                  <a:lnTo>
                    <a:pt x="10464657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l563"/>
            <p:cNvSpPr/>
            <p:nvPr/>
          </p:nvSpPr>
          <p:spPr>
            <a:xfrm>
              <a:off x="3318408" y="818950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l564"/>
            <p:cNvSpPr/>
            <p:nvPr/>
          </p:nvSpPr>
          <p:spPr>
            <a:xfrm>
              <a:off x="5221073" y="818950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l565"/>
            <p:cNvSpPr/>
            <p:nvPr/>
          </p:nvSpPr>
          <p:spPr>
            <a:xfrm>
              <a:off x="7123738" y="818950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l566"/>
            <p:cNvSpPr/>
            <p:nvPr/>
          </p:nvSpPr>
          <p:spPr>
            <a:xfrm>
              <a:off x="9026403" y="818950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l567"/>
            <p:cNvSpPr/>
            <p:nvPr/>
          </p:nvSpPr>
          <p:spPr>
            <a:xfrm>
              <a:off x="10929068" y="818950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l568"/>
            <p:cNvSpPr/>
            <p:nvPr/>
          </p:nvSpPr>
          <p:spPr>
            <a:xfrm>
              <a:off x="12831733" y="818950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tx569"/>
            <p:cNvSpPr/>
            <p:nvPr/>
          </p:nvSpPr>
          <p:spPr>
            <a:xfrm>
              <a:off x="3205485" y="8266615"/>
              <a:ext cx="225846" cy="1773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570" name="tx570"/>
            <p:cNvSpPr/>
            <p:nvPr/>
          </p:nvSpPr>
          <p:spPr>
            <a:xfrm>
              <a:off x="5108150" y="8269219"/>
              <a:ext cx="225846" cy="174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571" name="tx571"/>
            <p:cNvSpPr/>
            <p:nvPr/>
          </p:nvSpPr>
          <p:spPr>
            <a:xfrm>
              <a:off x="7053107" y="8264134"/>
              <a:ext cx="141262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72" name="tx572"/>
            <p:cNvSpPr/>
            <p:nvPr/>
          </p:nvSpPr>
          <p:spPr>
            <a:xfrm>
              <a:off x="8955772" y="8269219"/>
              <a:ext cx="141262" cy="174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573" name="tx573"/>
            <p:cNvSpPr/>
            <p:nvPr/>
          </p:nvSpPr>
          <p:spPr>
            <a:xfrm>
              <a:off x="10858437" y="8266615"/>
              <a:ext cx="141262" cy="1773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74" name="tx574"/>
            <p:cNvSpPr/>
            <p:nvPr/>
          </p:nvSpPr>
          <p:spPr>
            <a:xfrm>
              <a:off x="12761102" y="8264134"/>
              <a:ext cx="141262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575" name="tx575"/>
            <p:cNvSpPr/>
            <p:nvPr/>
          </p:nvSpPr>
          <p:spPr>
            <a:xfrm>
              <a:off x="6478579" y="8526234"/>
              <a:ext cx="1023038" cy="2331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H2Aub</a:t>
              </a:r>
            </a:p>
          </p:txBody>
        </p:sp>
        <p:sp>
          <p:nvSpPr>
            <p:cNvPr id="576" name="tx576"/>
            <p:cNvSpPr/>
            <p:nvPr/>
          </p:nvSpPr>
          <p:spPr>
            <a:xfrm>
              <a:off x="7589829" y="8463447"/>
              <a:ext cx="758403" cy="2959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i="1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ubp5</a:t>
              </a:r>
            </a:p>
          </p:txBody>
        </p:sp>
        <p:sp>
          <p:nvSpPr>
            <p:cNvPr id="577" name="tx577"/>
            <p:cNvSpPr/>
            <p:nvPr/>
          </p:nvSpPr>
          <p:spPr>
            <a:xfrm>
              <a:off x="8436444" y="8585300"/>
              <a:ext cx="353156" cy="1740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vs</a:t>
              </a:r>
            </a:p>
          </p:txBody>
        </p:sp>
        <p:sp>
          <p:nvSpPr>
            <p:cNvPr id="578" name="tx578"/>
            <p:cNvSpPr/>
            <p:nvPr/>
          </p:nvSpPr>
          <p:spPr>
            <a:xfrm>
              <a:off x="8877812" y="8526234"/>
              <a:ext cx="793750" cy="2331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Col-0</a:t>
              </a:r>
            </a:p>
          </p:txBody>
        </p:sp>
        <p:sp>
          <p:nvSpPr>
            <p:cNvPr id="579" name="tx579"/>
            <p:cNvSpPr/>
            <p:nvPr/>
          </p:nvSpPr>
          <p:spPr>
            <a:xfrm rot="-5400000">
              <a:off x="1074351" y="5755950"/>
              <a:ext cx="1552618" cy="2959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Transcript</a:t>
              </a:r>
            </a:p>
          </p:txBody>
        </p:sp>
        <p:sp>
          <p:nvSpPr>
            <p:cNvPr id="580" name="tx580"/>
            <p:cNvSpPr/>
            <p:nvPr/>
          </p:nvSpPr>
          <p:spPr>
            <a:xfrm rot="-5400000">
              <a:off x="1440685" y="4481454"/>
              <a:ext cx="882736" cy="2331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levels</a:t>
              </a:r>
            </a:p>
          </p:txBody>
        </p:sp>
        <p:sp>
          <p:nvSpPr>
            <p:cNvPr id="581" name="tx581"/>
            <p:cNvSpPr/>
            <p:nvPr/>
          </p:nvSpPr>
          <p:spPr>
            <a:xfrm rot="-5400000">
              <a:off x="2083514" y="6364208"/>
              <a:ext cx="105729" cy="2959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</a:t>
              </a:r>
            </a:p>
          </p:txBody>
        </p:sp>
        <p:sp>
          <p:nvSpPr>
            <p:cNvPr id="582" name="tx582"/>
            <p:cNvSpPr/>
            <p:nvPr/>
          </p:nvSpPr>
          <p:spPr>
            <a:xfrm rot="-5400000">
              <a:off x="1757178" y="5932141"/>
              <a:ext cx="758403" cy="2959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i="1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ubp5</a:t>
              </a:r>
            </a:p>
          </p:txBody>
        </p:sp>
        <p:sp>
          <p:nvSpPr>
            <p:cNvPr id="583" name="tx583"/>
            <p:cNvSpPr/>
            <p:nvPr/>
          </p:nvSpPr>
          <p:spPr>
            <a:xfrm rot="-5400000">
              <a:off x="2020727" y="5349076"/>
              <a:ext cx="353156" cy="1740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vs</a:t>
              </a:r>
            </a:p>
          </p:txBody>
        </p:sp>
        <p:sp>
          <p:nvSpPr>
            <p:cNvPr id="584" name="tx584"/>
            <p:cNvSpPr/>
            <p:nvPr/>
          </p:nvSpPr>
          <p:spPr>
            <a:xfrm rot="-5400000">
              <a:off x="1686639" y="4573619"/>
              <a:ext cx="899479" cy="2959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Col-0)</a:t>
              </a:r>
            </a:p>
          </p:txBody>
        </p:sp>
        <p:sp>
          <p:nvSpPr>
            <p:cNvPr id="585" name="tx585"/>
            <p:cNvSpPr/>
            <p:nvPr/>
          </p:nvSpPr>
          <p:spPr>
            <a:xfrm>
              <a:off x="5714471" y="1958463"/>
              <a:ext cx="910083" cy="3551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000" i="1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ubp5</a:t>
              </a:r>
            </a:p>
          </p:txBody>
        </p:sp>
        <p:sp>
          <p:nvSpPr>
            <p:cNvPr id="586" name="tx586"/>
            <p:cNvSpPr/>
            <p:nvPr/>
          </p:nvSpPr>
          <p:spPr>
            <a:xfrm>
              <a:off x="6730409" y="1956789"/>
              <a:ext cx="2498266" cy="3568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0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mis-regulated</a:t>
              </a:r>
            </a:p>
          </p:txBody>
        </p:sp>
        <p:sp>
          <p:nvSpPr>
            <p:cNvPr id="587" name="tx587"/>
            <p:cNvSpPr/>
            <p:nvPr/>
          </p:nvSpPr>
          <p:spPr>
            <a:xfrm>
              <a:off x="9334529" y="2027668"/>
              <a:ext cx="1101142" cy="2859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0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00200" y="1691481"/>
            <a:ext cx="11887200" cy="7315200"/>
            <a:chOff x="1600200" y="1691481"/>
            <a:chExt cx="11887200" cy="7315200"/>
          </a:xfrm>
        </p:grpSpPr>
        <p:sp>
          <p:nvSpPr>
            <p:cNvPr id="3" name="rc3"/>
            <p:cNvSpPr/>
            <p:nvPr/>
          </p:nvSpPr>
          <p:spPr>
            <a:xfrm>
              <a:off x="1600200" y="1691481"/>
              <a:ext cx="118872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00200" y="1691481"/>
              <a:ext cx="118872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842742" y="2647395"/>
              <a:ext cx="10464657" cy="55421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842742" y="7937594"/>
              <a:ext cx="10464657" cy="0"/>
            </a:xfrm>
            <a:custGeom>
              <a:avLst/>
              <a:pathLst>
                <a:path w="10464657" h="0">
                  <a:moveTo>
                    <a:pt x="0" y="0"/>
                  </a:moveTo>
                  <a:lnTo>
                    <a:pt x="10464657" y="0"/>
                  </a:lnTo>
                  <a:lnTo>
                    <a:pt x="10464657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842742" y="6678023"/>
              <a:ext cx="10464657" cy="0"/>
            </a:xfrm>
            <a:custGeom>
              <a:avLst/>
              <a:pathLst>
                <a:path w="10464657" h="0">
                  <a:moveTo>
                    <a:pt x="0" y="0"/>
                  </a:moveTo>
                  <a:lnTo>
                    <a:pt x="10464657" y="0"/>
                  </a:lnTo>
                  <a:lnTo>
                    <a:pt x="10464657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842742" y="5418451"/>
              <a:ext cx="10464657" cy="0"/>
            </a:xfrm>
            <a:custGeom>
              <a:avLst/>
              <a:pathLst>
                <a:path w="10464657" h="0">
                  <a:moveTo>
                    <a:pt x="0" y="0"/>
                  </a:moveTo>
                  <a:lnTo>
                    <a:pt x="10464657" y="0"/>
                  </a:lnTo>
                  <a:lnTo>
                    <a:pt x="10464657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42742" y="4158880"/>
              <a:ext cx="10464657" cy="0"/>
            </a:xfrm>
            <a:custGeom>
              <a:avLst/>
              <a:pathLst>
                <a:path w="10464657" h="0">
                  <a:moveTo>
                    <a:pt x="0" y="0"/>
                  </a:moveTo>
                  <a:lnTo>
                    <a:pt x="10464657" y="0"/>
                  </a:lnTo>
                  <a:lnTo>
                    <a:pt x="10464657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42742" y="2899309"/>
              <a:ext cx="10464657" cy="0"/>
            </a:xfrm>
            <a:custGeom>
              <a:avLst/>
              <a:pathLst>
                <a:path w="10464657" h="0">
                  <a:moveTo>
                    <a:pt x="0" y="0"/>
                  </a:moveTo>
                  <a:lnTo>
                    <a:pt x="10464657" y="0"/>
                  </a:lnTo>
                  <a:lnTo>
                    <a:pt x="10464657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997931" y="2647395"/>
              <a:ext cx="0" cy="5542113"/>
            </a:xfrm>
            <a:custGeom>
              <a:avLst/>
              <a:pathLst>
                <a:path w="0" h="5542113">
                  <a:moveTo>
                    <a:pt x="0" y="55421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356978" y="2647395"/>
              <a:ext cx="0" cy="5542113"/>
            </a:xfrm>
            <a:custGeom>
              <a:avLst/>
              <a:pathLst>
                <a:path w="0" h="5542113">
                  <a:moveTo>
                    <a:pt x="0" y="55421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716024" y="2647395"/>
              <a:ext cx="0" cy="5542113"/>
            </a:xfrm>
            <a:custGeom>
              <a:avLst/>
              <a:pathLst>
                <a:path w="0" h="5542113">
                  <a:moveTo>
                    <a:pt x="0" y="55421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075071" y="2647395"/>
              <a:ext cx="0" cy="5542113"/>
            </a:xfrm>
            <a:custGeom>
              <a:avLst/>
              <a:pathLst>
                <a:path w="0" h="5542113">
                  <a:moveTo>
                    <a:pt x="0" y="55421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34117" y="2647395"/>
              <a:ext cx="0" cy="5542113"/>
            </a:xfrm>
            <a:custGeom>
              <a:avLst/>
              <a:pathLst>
                <a:path w="0" h="5542113">
                  <a:moveTo>
                    <a:pt x="0" y="55421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0793164" y="2647395"/>
              <a:ext cx="0" cy="5542113"/>
            </a:xfrm>
            <a:custGeom>
              <a:avLst/>
              <a:pathLst>
                <a:path w="0" h="5542113">
                  <a:moveTo>
                    <a:pt x="0" y="55421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2152210" y="2647395"/>
              <a:ext cx="0" cy="5542113"/>
            </a:xfrm>
            <a:custGeom>
              <a:avLst/>
              <a:pathLst>
                <a:path w="0" h="5542113">
                  <a:moveTo>
                    <a:pt x="0" y="55421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10456971" y="58077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7268567" y="61741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10049735" y="58396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9622614" y="57313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10120981" y="5702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7081996" y="59352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11591610" y="59551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9587354" y="58872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10508143" y="58118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10695458" y="58085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9648379" y="57839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10039885" y="63796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10040462" y="57960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5975752" y="39208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10372767" y="58772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9828800" y="62005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9911752" y="58734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11176138" y="58347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10153636" y="56881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0844415" y="58199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0477314" y="58963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10485628" y="5696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11203124" y="5857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10647657" y="5990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10647657" y="6237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9834065" y="5859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10340439" y="6834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9674779" y="6242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10984034" y="5811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8369097" y="61518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10651511" y="59243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10975830" y="60184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10748301" y="56900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10019311" y="57617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10930312" y="56991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10526237" y="6058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9669190" y="58677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10369499" y="5693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10040323" y="5713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9382841" y="6383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8535566" y="49904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9847732" y="60703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9642391" y="59098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10532043" y="56663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9855473" y="6529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6371775" y="49992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7104639" y="57751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11039846" y="5855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10233474" y="5940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9093352" y="59117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5856507" y="4862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6416289" y="56888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11329642" y="61501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5755284" y="5020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10587229" y="58460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9879786" y="58327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11206476" y="57173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6550069" y="42200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10234025" y="5929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9838691" y="6168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9164363" y="6167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7497537" y="58267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9810203" y="64933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10184635" y="5717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10729575" y="58688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6039397" y="49863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9892025" y="66261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9644996" y="66571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10744715" y="58391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9865906" y="58585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10314459" y="56752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5973762" y="4974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10133510" y="60732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9355191" y="65817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6258491" y="4697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7104392" y="57498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10287899" y="57929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5869862" y="4977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5259970" y="49855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5949272" y="5116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10116413" y="61641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6010683" y="49927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9245024" y="57115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6567167" y="56758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8637476" y="6667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9718506" y="5693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10841718" y="5663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10002304" y="56496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8512564" y="62926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8512564" y="6042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7315533" y="67977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7293741" y="68543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9647738" y="59024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5887414" y="49653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6197477" y="56487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10856351" y="61200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7986761" y="62169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10260073" y="58033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5822822" y="4913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7541046" y="59679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7060878" y="56918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10654957" y="5687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6034829" y="4973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9338541" y="58672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10020558" y="56543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9745584" y="59926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10133615" y="59690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6454930" y="60084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10031701" y="64107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8521222" y="57745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5960067" y="4858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6441371" y="5666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8079965" y="57339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7107030" y="58957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11167049" y="5989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6231439" y="5029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6287749" y="5091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7182073" y="5884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9612241" y="5861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10448313" y="56716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5860752" y="4841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10646097" y="57780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9574488" y="5697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7139396" y="61989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9868707" y="5899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5903517" y="50174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7910399" y="57215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7784139" y="56462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9058668" y="56622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9955426" y="64618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6294363" y="48374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6168271" y="4481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9832835" y="6155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9649800" y="59087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9318794" y="65177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7192628" y="4962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10154907" y="56639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5913907" y="43901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6069989" y="56854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7019928" y="5800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9109593" y="6439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5930324" y="5775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7832950" y="5692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6243186" y="48333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6260475" y="5098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10180112" y="5998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5693386" y="50934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5506080" y="5666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7353597" y="6223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8680520" y="61881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7719779" y="6066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7053419" y="59545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7027769" y="48009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5542564" y="50385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6059240" y="62947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5717057" y="50222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7944627" y="5858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10108694" y="58466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5951462" y="48560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5951462" y="48218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6493464" y="4832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7085013" y="60222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6165533" y="47936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9386191" y="68219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7780010" y="60830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6330005" y="47416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8390966" y="61179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6385872" y="4034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6385872" y="40679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6349058" y="60192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11101629" y="66498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11081748" y="60029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6363619" y="50110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7704826" y="57139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7161082" y="58764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8095326" y="56650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7238733" y="57078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5282874" y="4310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6543626" y="4491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10357142" y="65960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9699952" y="56804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6330056" y="57106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6448990" y="48102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7238733" y="60893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8759483" y="5876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6387622" y="4027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6387622" y="42878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8794387" y="5737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7132302" y="5756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7237451" y="6489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7184973" y="5747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9598425" y="5857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11832464" y="59175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7935640" y="68790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4100923" y="44011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9510280" y="63640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7849955" y="59024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6949539" y="66499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7970979" y="5899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7390254" y="61860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7657903" y="66550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10262335" y="61944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7844239" y="59999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10475828" y="61501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9781192" y="6477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7293741" y="48330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5383575" y="42951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5898016" y="48609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5898016" y="49012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7703190" y="46688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10118433" y="6127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8715873" y="6274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8739201" y="58115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5068123" y="4579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11888839" y="6092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10540102" y="5853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6929591" y="57652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6929591" y="56943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6929591" y="56735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7411063" y="4657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7281844" y="59857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9632345" y="5738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6240575" y="47973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5869041" y="4783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6226149" y="5019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10035273" y="5748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6017298" y="4355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9532433" y="61177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9532433" y="6323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5839179" y="5000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9737100" y="59077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8720152" y="58638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8928754" y="58099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5806029" y="4789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7476877" y="42884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10095016" y="5648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5862729" y="47932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8794083" y="59491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5992282" y="4982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7202003" y="48938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9293957" y="6099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7683240" y="6129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9676237" y="61560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6363619" y="48034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9565364" y="6004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9161146" y="60959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9979764" y="5649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7039634" y="58926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6170755" y="62982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6124958" y="46120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7029740" y="5747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7163843" y="6840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7659338" y="63252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7242744" y="65899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8988091" y="60918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6450026" y="60391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9194185" y="62105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9718707" y="5711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6302827" y="4860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7976248" y="5942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6192595" y="49982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6331272" y="4228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9855038" y="61575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6441371" y="4977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7479423" y="57662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6955203" y="60724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6410683" y="41898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9549245" y="5937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6985595" y="58374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6907824" y="51054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5956367" y="4653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6161495" y="4791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7472092" y="56638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6337822" y="4639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6950601" y="63701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6517417" y="51116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6517417" y="40095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6358383" y="47942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6378923" y="4604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7513834" y="5733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6716024" y="2647395"/>
              <a:ext cx="0" cy="5542113"/>
            </a:xfrm>
            <a:custGeom>
              <a:avLst/>
              <a:pathLst>
                <a:path w="0" h="5542113">
                  <a:moveTo>
                    <a:pt x="0" y="55421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2842742" y="5418451"/>
              <a:ext cx="10464657" cy="0"/>
            </a:xfrm>
            <a:custGeom>
              <a:avLst/>
              <a:pathLst>
                <a:path w="10464657" h="0">
                  <a:moveTo>
                    <a:pt x="0" y="0"/>
                  </a:moveTo>
                  <a:lnTo>
                    <a:pt x="10464657" y="0"/>
                  </a:lnTo>
                  <a:lnTo>
                    <a:pt x="104646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4125749" y="4028961"/>
              <a:ext cx="7787916" cy="2073917"/>
            </a:xfrm>
            <a:custGeom>
              <a:avLst/>
              <a:pathLst>
                <a:path w="7787916" h="2073917">
                  <a:moveTo>
                    <a:pt x="0" y="0"/>
                  </a:moveTo>
                  <a:lnTo>
                    <a:pt x="98581" y="48616"/>
                  </a:lnTo>
                  <a:lnTo>
                    <a:pt x="197162" y="96809"/>
                  </a:lnTo>
                  <a:lnTo>
                    <a:pt x="295743" y="144688"/>
                  </a:lnTo>
                  <a:lnTo>
                    <a:pt x="394324" y="192358"/>
                  </a:lnTo>
                  <a:lnTo>
                    <a:pt x="492906" y="239929"/>
                  </a:lnTo>
                  <a:lnTo>
                    <a:pt x="591487" y="287505"/>
                  </a:lnTo>
                  <a:lnTo>
                    <a:pt x="690068" y="335196"/>
                  </a:lnTo>
                  <a:lnTo>
                    <a:pt x="788649" y="383108"/>
                  </a:lnTo>
                  <a:lnTo>
                    <a:pt x="887230" y="431349"/>
                  </a:lnTo>
                  <a:lnTo>
                    <a:pt x="985812" y="480025"/>
                  </a:lnTo>
                  <a:lnTo>
                    <a:pt x="1084393" y="529244"/>
                  </a:lnTo>
                  <a:lnTo>
                    <a:pt x="1182974" y="579114"/>
                  </a:lnTo>
                  <a:lnTo>
                    <a:pt x="1281555" y="629742"/>
                  </a:lnTo>
                  <a:lnTo>
                    <a:pt x="1380137" y="681234"/>
                  </a:lnTo>
                  <a:lnTo>
                    <a:pt x="1478718" y="733699"/>
                  </a:lnTo>
                  <a:lnTo>
                    <a:pt x="1577299" y="787243"/>
                  </a:lnTo>
                  <a:lnTo>
                    <a:pt x="1675880" y="841974"/>
                  </a:lnTo>
                  <a:lnTo>
                    <a:pt x="1774461" y="897999"/>
                  </a:lnTo>
                  <a:lnTo>
                    <a:pt x="1873043" y="955426"/>
                  </a:lnTo>
                  <a:lnTo>
                    <a:pt x="1971624" y="1014291"/>
                  </a:lnTo>
                  <a:lnTo>
                    <a:pt x="2070205" y="1073815"/>
                  </a:lnTo>
                  <a:lnTo>
                    <a:pt x="2168786" y="1133392"/>
                  </a:lnTo>
                  <a:lnTo>
                    <a:pt x="2267368" y="1192560"/>
                  </a:lnTo>
                  <a:lnTo>
                    <a:pt x="2365949" y="1251378"/>
                  </a:lnTo>
                  <a:lnTo>
                    <a:pt x="2464530" y="1312105"/>
                  </a:lnTo>
                  <a:lnTo>
                    <a:pt x="2563111" y="1374135"/>
                  </a:lnTo>
                  <a:lnTo>
                    <a:pt x="2661692" y="1436368"/>
                  </a:lnTo>
                  <a:lnTo>
                    <a:pt x="2760274" y="1497705"/>
                  </a:lnTo>
                  <a:lnTo>
                    <a:pt x="2858855" y="1557048"/>
                  </a:lnTo>
                  <a:lnTo>
                    <a:pt x="2957436" y="1613297"/>
                  </a:lnTo>
                  <a:lnTo>
                    <a:pt x="3056017" y="1665352"/>
                  </a:lnTo>
                  <a:lnTo>
                    <a:pt x="3154599" y="1714390"/>
                  </a:lnTo>
                  <a:lnTo>
                    <a:pt x="3253180" y="1764753"/>
                  </a:lnTo>
                  <a:lnTo>
                    <a:pt x="3351761" y="1815195"/>
                  </a:lnTo>
                  <a:lnTo>
                    <a:pt x="3450342" y="1864198"/>
                  </a:lnTo>
                  <a:lnTo>
                    <a:pt x="3548923" y="1910243"/>
                  </a:lnTo>
                  <a:lnTo>
                    <a:pt x="3647505" y="1951812"/>
                  </a:lnTo>
                  <a:lnTo>
                    <a:pt x="3746086" y="1987389"/>
                  </a:lnTo>
                  <a:lnTo>
                    <a:pt x="3844667" y="2015455"/>
                  </a:lnTo>
                  <a:lnTo>
                    <a:pt x="3943248" y="2036515"/>
                  </a:lnTo>
                  <a:lnTo>
                    <a:pt x="4041830" y="2052364"/>
                  </a:lnTo>
                  <a:lnTo>
                    <a:pt x="4140411" y="2063516"/>
                  </a:lnTo>
                  <a:lnTo>
                    <a:pt x="4238992" y="2070484"/>
                  </a:lnTo>
                  <a:lnTo>
                    <a:pt x="4337573" y="2073780"/>
                  </a:lnTo>
                  <a:lnTo>
                    <a:pt x="4436154" y="2073917"/>
                  </a:lnTo>
                  <a:lnTo>
                    <a:pt x="4534736" y="2071408"/>
                  </a:lnTo>
                  <a:lnTo>
                    <a:pt x="4633317" y="2066767"/>
                  </a:lnTo>
                  <a:lnTo>
                    <a:pt x="4731898" y="2060506"/>
                  </a:lnTo>
                  <a:lnTo>
                    <a:pt x="4830479" y="2053137"/>
                  </a:lnTo>
                  <a:lnTo>
                    <a:pt x="4929060" y="2045175"/>
                  </a:lnTo>
                  <a:lnTo>
                    <a:pt x="5027642" y="2037131"/>
                  </a:lnTo>
                  <a:lnTo>
                    <a:pt x="5126223" y="2029520"/>
                  </a:lnTo>
                  <a:lnTo>
                    <a:pt x="5224804" y="2022853"/>
                  </a:lnTo>
                  <a:lnTo>
                    <a:pt x="5323385" y="2017644"/>
                  </a:lnTo>
                  <a:lnTo>
                    <a:pt x="5421967" y="2014363"/>
                  </a:lnTo>
                  <a:lnTo>
                    <a:pt x="5520548" y="2010506"/>
                  </a:lnTo>
                  <a:lnTo>
                    <a:pt x="5619129" y="2005239"/>
                  </a:lnTo>
                  <a:lnTo>
                    <a:pt x="5717710" y="1999789"/>
                  </a:lnTo>
                  <a:lnTo>
                    <a:pt x="5816291" y="1995201"/>
                  </a:lnTo>
                  <a:lnTo>
                    <a:pt x="5914873" y="1990464"/>
                  </a:lnTo>
                  <a:lnTo>
                    <a:pt x="6013454" y="1985200"/>
                  </a:lnTo>
                  <a:lnTo>
                    <a:pt x="6112035" y="1979446"/>
                  </a:lnTo>
                  <a:lnTo>
                    <a:pt x="6210616" y="1973233"/>
                  </a:lnTo>
                  <a:lnTo>
                    <a:pt x="6309198" y="1966597"/>
                  </a:lnTo>
                  <a:lnTo>
                    <a:pt x="6407779" y="1959596"/>
                  </a:lnTo>
                  <a:lnTo>
                    <a:pt x="6506360" y="1952344"/>
                  </a:lnTo>
                  <a:lnTo>
                    <a:pt x="6604941" y="1944829"/>
                  </a:lnTo>
                  <a:lnTo>
                    <a:pt x="6703522" y="1937028"/>
                  </a:lnTo>
                  <a:lnTo>
                    <a:pt x="6802104" y="1928919"/>
                  </a:lnTo>
                  <a:lnTo>
                    <a:pt x="6900685" y="1920479"/>
                  </a:lnTo>
                  <a:lnTo>
                    <a:pt x="6999266" y="1911686"/>
                  </a:lnTo>
                  <a:lnTo>
                    <a:pt x="7097847" y="1902517"/>
                  </a:lnTo>
                  <a:lnTo>
                    <a:pt x="7196429" y="1892950"/>
                  </a:lnTo>
                  <a:lnTo>
                    <a:pt x="7295010" y="1882961"/>
                  </a:lnTo>
                  <a:lnTo>
                    <a:pt x="7393591" y="1872528"/>
                  </a:lnTo>
                  <a:lnTo>
                    <a:pt x="7492172" y="1861630"/>
                  </a:lnTo>
                  <a:lnTo>
                    <a:pt x="7590753" y="1850242"/>
                  </a:lnTo>
                  <a:lnTo>
                    <a:pt x="7689335" y="1838343"/>
                  </a:lnTo>
                  <a:lnTo>
                    <a:pt x="7787916" y="1825909"/>
                  </a:lnTo>
                </a:path>
              </a:pathLst>
            </a:custGeom>
            <a:ln w="27101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tx301"/>
            <p:cNvSpPr/>
            <p:nvPr/>
          </p:nvSpPr>
          <p:spPr>
            <a:xfrm>
              <a:off x="10113640" y="3319681"/>
              <a:ext cx="125537" cy="1317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i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</a:t>
              </a:r>
            </a:p>
          </p:txBody>
        </p:sp>
        <p:sp>
          <p:nvSpPr>
            <p:cNvPr id="302" name="tx302"/>
            <p:cNvSpPr/>
            <p:nvPr/>
          </p:nvSpPr>
          <p:spPr>
            <a:xfrm>
              <a:off x="10239178" y="3451394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303" name="tx303"/>
            <p:cNvSpPr/>
            <p:nvPr/>
          </p:nvSpPr>
          <p:spPr>
            <a:xfrm>
              <a:off x="10296609" y="3400403"/>
              <a:ext cx="151385" cy="50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=</a:t>
              </a:r>
            </a:p>
          </p:txBody>
        </p:sp>
        <p:sp>
          <p:nvSpPr>
            <p:cNvPr id="304" name="tx304"/>
            <p:cNvSpPr/>
            <p:nvPr/>
          </p:nvSpPr>
          <p:spPr>
            <a:xfrm>
              <a:off x="10447995" y="3451394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305" name="tx305"/>
            <p:cNvSpPr/>
            <p:nvPr/>
          </p:nvSpPr>
          <p:spPr>
            <a:xfrm>
              <a:off x="10505426" y="3314741"/>
              <a:ext cx="517235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0.076</a:t>
              </a:r>
            </a:p>
          </p:txBody>
        </p:sp>
        <p:sp>
          <p:nvSpPr>
            <p:cNvPr id="306" name="tx306"/>
            <p:cNvSpPr/>
            <p:nvPr/>
          </p:nvSpPr>
          <p:spPr>
            <a:xfrm>
              <a:off x="11022661" y="3407990"/>
              <a:ext cx="57431" cy="434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,</a:t>
              </a:r>
            </a:p>
          </p:txBody>
        </p:sp>
        <p:sp>
          <p:nvSpPr>
            <p:cNvPr id="307" name="tx307"/>
            <p:cNvSpPr/>
            <p:nvPr/>
          </p:nvSpPr>
          <p:spPr>
            <a:xfrm>
              <a:off x="11080093" y="3451394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308" name="tx308"/>
            <p:cNvSpPr/>
            <p:nvPr/>
          </p:nvSpPr>
          <p:spPr>
            <a:xfrm>
              <a:off x="11137524" y="3312624"/>
              <a:ext cx="114686" cy="1387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i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</a:t>
              </a:r>
            </a:p>
          </p:txBody>
        </p:sp>
        <p:sp>
          <p:nvSpPr>
            <p:cNvPr id="309" name="tx309"/>
            <p:cNvSpPr/>
            <p:nvPr/>
          </p:nvSpPr>
          <p:spPr>
            <a:xfrm>
              <a:off x="11252210" y="3451394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310" name="tx310"/>
            <p:cNvSpPr/>
            <p:nvPr/>
          </p:nvSpPr>
          <p:spPr>
            <a:xfrm>
              <a:off x="11309642" y="3400403"/>
              <a:ext cx="151385" cy="50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=</a:t>
              </a:r>
            </a:p>
          </p:txBody>
        </p:sp>
        <p:sp>
          <p:nvSpPr>
            <p:cNvPr id="311" name="tx311"/>
            <p:cNvSpPr/>
            <p:nvPr/>
          </p:nvSpPr>
          <p:spPr>
            <a:xfrm>
              <a:off x="11461028" y="3451394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312" name="tx312"/>
            <p:cNvSpPr/>
            <p:nvPr/>
          </p:nvSpPr>
          <p:spPr>
            <a:xfrm>
              <a:off x="11518459" y="3314741"/>
              <a:ext cx="402284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0.85</a:t>
              </a:r>
            </a:p>
          </p:txBody>
        </p:sp>
        <p:sp>
          <p:nvSpPr>
            <p:cNvPr id="313" name="tx313"/>
            <p:cNvSpPr/>
            <p:nvPr/>
          </p:nvSpPr>
          <p:spPr>
            <a:xfrm>
              <a:off x="3318408" y="3319681"/>
              <a:ext cx="125537" cy="1317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i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</a:t>
              </a:r>
            </a:p>
          </p:txBody>
        </p:sp>
        <p:sp>
          <p:nvSpPr>
            <p:cNvPr id="314" name="tx314"/>
            <p:cNvSpPr/>
            <p:nvPr/>
          </p:nvSpPr>
          <p:spPr>
            <a:xfrm>
              <a:off x="3443946" y="3451394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315" name="tx315"/>
            <p:cNvSpPr/>
            <p:nvPr/>
          </p:nvSpPr>
          <p:spPr>
            <a:xfrm>
              <a:off x="3501377" y="3400403"/>
              <a:ext cx="151385" cy="50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=</a:t>
              </a:r>
            </a:p>
          </p:txBody>
        </p:sp>
        <p:sp>
          <p:nvSpPr>
            <p:cNvPr id="316" name="tx316"/>
            <p:cNvSpPr/>
            <p:nvPr/>
          </p:nvSpPr>
          <p:spPr>
            <a:xfrm>
              <a:off x="3652763" y="3451394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317" name="tx317"/>
            <p:cNvSpPr/>
            <p:nvPr/>
          </p:nvSpPr>
          <p:spPr>
            <a:xfrm>
              <a:off x="3710194" y="3314741"/>
              <a:ext cx="517235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0.074</a:t>
              </a:r>
            </a:p>
          </p:txBody>
        </p:sp>
        <p:sp>
          <p:nvSpPr>
            <p:cNvPr id="318" name="tx318"/>
            <p:cNvSpPr/>
            <p:nvPr/>
          </p:nvSpPr>
          <p:spPr>
            <a:xfrm>
              <a:off x="4227429" y="3407990"/>
              <a:ext cx="57431" cy="434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,</a:t>
              </a:r>
            </a:p>
          </p:txBody>
        </p:sp>
        <p:sp>
          <p:nvSpPr>
            <p:cNvPr id="319" name="tx319"/>
            <p:cNvSpPr/>
            <p:nvPr/>
          </p:nvSpPr>
          <p:spPr>
            <a:xfrm>
              <a:off x="4284861" y="3451394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320" name="tx320"/>
            <p:cNvSpPr/>
            <p:nvPr/>
          </p:nvSpPr>
          <p:spPr>
            <a:xfrm>
              <a:off x="4342292" y="3312624"/>
              <a:ext cx="114686" cy="1387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i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</a:t>
              </a:r>
            </a:p>
          </p:txBody>
        </p:sp>
        <p:sp>
          <p:nvSpPr>
            <p:cNvPr id="321" name="tx321"/>
            <p:cNvSpPr/>
            <p:nvPr/>
          </p:nvSpPr>
          <p:spPr>
            <a:xfrm>
              <a:off x="4456978" y="3451394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322" name="tx322"/>
            <p:cNvSpPr/>
            <p:nvPr/>
          </p:nvSpPr>
          <p:spPr>
            <a:xfrm>
              <a:off x="4514410" y="3400403"/>
              <a:ext cx="151385" cy="50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=</a:t>
              </a:r>
            </a:p>
          </p:txBody>
        </p:sp>
        <p:sp>
          <p:nvSpPr>
            <p:cNvPr id="323" name="tx323"/>
            <p:cNvSpPr/>
            <p:nvPr/>
          </p:nvSpPr>
          <p:spPr>
            <a:xfrm>
              <a:off x="4665795" y="3451394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324" name="tx324"/>
            <p:cNvSpPr/>
            <p:nvPr/>
          </p:nvSpPr>
          <p:spPr>
            <a:xfrm>
              <a:off x="4723227" y="3314741"/>
              <a:ext cx="402284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0.55</a:t>
              </a:r>
            </a:p>
          </p:txBody>
        </p:sp>
        <p:sp>
          <p:nvSpPr>
            <p:cNvPr id="325" name="tx325"/>
            <p:cNvSpPr/>
            <p:nvPr/>
          </p:nvSpPr>
          <p:spPr>
            <a:xfrm>
              <a:off x="3318408" y="7098395"/>
              <a:ext cx="125537" cy="1317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i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</a:t>
              </a:r>
            </a:p>
          </p:txBody>
        </p:sp>
        <p:sp>
          <p:nvSpPr>
            <p:cNvPr id="326" name="tx326"/>
            <p:cNvSpPr/>
            <p:nvPr/>
          </p:nvSpPr>
          <p:spPr>
            <a:xfrm>
              <a:off x="3443946" y="7230108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327" name="tx327"/>
            <p:cNvSpPr/>
            <p:nvPr/>
          </p:nvSpPr>
          <p:spPr>
            <a:xfrm>
              <a:off x="3501377" y="7179116"/>
              <a:ext cx="151385" cy="50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=</a:t>
              </a:r>
            </a:p>
          </p:txBody>
        </p:sp>
        <p:sp>
          <p:nvSpPr>
            <p:cNvPr id="328" name="tx328"/>
            <p:cNvSpPr/>
            <p:nvPr/>
          </p:nvSpPr>
          <p:spPr>
            <a:xfrm>
              <a:off x="3652763" y="7230108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329" name="tx329"/>
            <p:cNvSpPr/>
            <p:nvPr/>
          </p:nvSpPr>
          <p:spPr>
            <a:xfrm>
              <a:off x="3710194" y="7215110"/>
              <a:ext cx="151385" cy="14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−</a:t>
              </a:r>
            </a:p>
          </p:txBody>
        </p:sp>
        <p:sp>
          <p:nvSpPr>
            <p:cNvPr id="330" name="tx330"/>
            <p:cNvSpPr/>
            <p:nvPr/>
          </p:nvSpPr>
          <p:spPr>
            <a:xfrm>
              <a:off x="3887561" y="7093454"/>
              <a:ext cx="402284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0.05</a:t>
              </a:r>
            </a:p>
          </p:txBody>
        </p:sp>
        <p:sp>
          <p:nvSpPr>
            <p:cNvPr id="331" name="tx331"/>
            <p:cNvSpPr/>
            <p:nvPr/>
          </p:nvSpPr>
          <p:spPr>
            <a:xfrm>
              <a:off x="4289845" y="7186703"/>
              <a:ext cx="57431" cy="434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,</a:t>
              </a:r>
            </a:p>
          </p:txBody>
        </p:sp>
        <p:sp>
          <p:nvSpPr>
            <p:cNvPr id="332" name="tx332"/>
            <p:cNvSpPr/>
            <p:nvPr/>
          </p:nvSpPr>
          <p:spPr>
            <a:xfrm>
              <a:off x="4347276" y="7230108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333" name="tx333"/>
            <p:cNvSpPr/>
            <p:nvPr/>
          </p:nvSpPr>
          <p:spPr>
            <a:xfrm>
              <a:off x="4404708" y="7091337"/>
              <a:ext cx="114686" cy="1387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i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</a:t>
              </a:r>
            </a:p>
          </p:txBody>
        </p:sp>
        <p:sp>
          <p:nvSpPr>
            <p:cNvPr id="334" name="tx334"/>
            <p:cNvSpPr/>
            <p:nvPr/>
          </p:nvSpPr>
          <p:spPr>
            <a:xfrm>
              <a:off x="4519394" y="7230108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335" name="tx335"/>
            <p:cNvSpPr/>
            <p:nvPr/>
          </p:nvSpPr>
          <p:spPr>
            <a:xfrm>
              <a:off x="4576825" y="7179116"/>
              <a:ext cx="151385" cy="50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=</a:t>
              </a:r>
            </a:p>
          </p:txBody>
        </p:sp>
        <p:sp>
          <p:nvSpPr>
            <p:cNvPr id="336" name="tx336"/>
            <p:cNvSpPr/>
            <p:nvPr/>
          </p:nvSpPr>
          <p:spPr>
            <a:xfrm>
              <a:off x="4728211" y="7230108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337" name="tx337"/>
            <p:cNvSpPr/>
            <p:nvPr/>
          </p:nvSpPr>
          <p:spPr>
            <a:xfrm>
              <a:off x="4785643" y="7093454"/>
              <a:ext cx="402284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0.87</a:t>
              </a:r>
            </a:p>
          </p:txBody>
        </p:sp>
        <p:sp>
          <p:nvSpPr>
            <p:cNvPr id="338" name="tx338"/>
            <p:cNvSpPr/>
            <p:nvPr/>
          </p:nvSpPr>
          <p:spPr>
            <a:xfrm>
              <a:off x="10113640" y="7098395"/>
              <a:ext cx="125537" cy="1317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i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</a:t>
              </a:r>
            </a:p>
          </p:txBody>
        </p:sp>
        <p:sp>
          <p:nvSpPr>
            <p:cNvPr id="339" name="tx339"/>
            <p:cNvSpPr/>
            <p:nvPr/>
          </p:nvSpPr>
          <p:spPr>
            <a:xfrm>
              <a:off x="10239178" y="7230108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340" name="tx340"/>
            <p:cNvSpPr/>
            <p:nvPr/>
          </p:nvSpPr>
          <p:spPr>
            <a:xfrm>
              <a:off x="10296609" y="7179116"/>
              <a:ext cx="151385" cy="50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=</a:t>
              </a:r>
            </a:p>
          </p:txBody>
        </p:sp>
        <p:sp>
          <p:nvSpPr>
            <p:cNvPr id="341" name="tx341"/>
            <p:cNvSpPr/>
            <p:nvPr/>
          </p:nvSpPr>
          <p:spPr>
            <a:xfrm>
              <a:off x="10447995" y="7230108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342" name="tx342"/>
            <p:cNvSpPr/>
            <p:nvPr/>
          </p:nvSpPr>
          <p:spPr>
            <a:xfrm>
              <a:off x="10505426" y="7093454"/>
              <a:ext cx="402284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0.11</a:t>
              </a:r>
            </a:p>
          </p:txBody>
        </p:sp>
        <p:sp>
          <p:nvSpPr>
            <p:cNvPr id="343" name="tx343"/>
            <p:cNvSpPr/>
            <p:nvPr/>
          </p:nvSpPr>
          <p:spPr>
            <a:xfrm>
              <a:off x="10907711" y="7186703"/>
              <a:ext cx="57431" cy="434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,</a:t>
              </a:r>
            </a:p>
          </p:txBody>
        </p:sp>
        <p:sp>
          <p:nvSpPr>
            <p:cNvPr id="344" name="tx344"/>
            <p:cNvSpPr/>
            <p:nvPr/>
          </p:nvSpPr>
          <p:spPr>
            <a:xfrm>
              <a:off x="10965142" y="7230108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345" name="tx345"/>
            <p:cNvSpPr/>
            <p:nvPr/>
          </p:nvSpPr>
          <p:spPr>
            <a:xfrm>
              <a:off x="11022573" y="7091337"/>
              <a:ext cx="114686" cy="1387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i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</a:t>
              </a:r>
            </a:p>
          </p:txBody>
        </p:sp>
        <p:sp>
          <p:nvSpPr>
            <p:cNvPr id="346" name="tx346"/>
            <p:cNvSpPr/>
            <p:nvPr/>
          </p:nvSpPr>
          <p:spPr>
            <a:xfrm>
              <a:off x="11137260" y="7230108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347" name="tx347"/>
            <p:cNvSpPr/>
            <p:nvPr/>
          </p:nvSpPr>
          <p:spPr>
            <a:xfrm>
              <a:off x="11194691" y="7179116"/>
              <a:ext cx="151385" cy="50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=</a:t>
              </a:r>
            </a:p>
          </p:txBody>
        </p:sp>
        <p:sp>
          <p:nvSpPr>
            <p:cNvPr id="348" name="tx348"/>
            <p:cNvSpPr/>
            <p:nvPr/>
          </p:nvSpPr>
          <p:spPr>
            <a:xfrm>
              <a:off x="11346077" y="7230108"/>
              <a:ext cx="5743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</a:t>
              </a:r>
            </a:p>
          </p:txBody>
        </p:sp>
        <p:sp>
          <p:nvSpPr>
            <p:cNvPr id="349" name="tx349"/>
            <p:cNvSpPr/>
            <p:nvPr/>
          </p:nvSpPr>
          <p:spPr>
            <a:xfrm>
              <a:off x="11403508" y="7093454"/>
              <a:ext cx="402284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0.13</a:t>
              </a:r>
            </a:p>
          </p:txBody>
        </p:sp>
        <p:sp>
          <p:nvSpPr>
            <p:cNvPr id="350" name="tx350"/>
            <p:cNvSpPr/>
            <p:nvPr/>
          </p:nvSpPr>
          <p:spPr>
            <a:xfrm>
              <a:off x="12737620" y="2899309"/>
              <a:ext cx="94113" cy="184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</a:t>
              </a:r>
            </a:p>
          </p:txBody>
        </p:sp>
        <p:sp>
          <p:nvSpPr>
            <p:cNvPr id="351" name="tx351"/>
            <p:cNvSpPr/>
            <p:nvPr/>
          </p:nvSpPr>
          <p:spPr>
            <a:xfrm>
              <a:off x="3130181" y="2899309"/>
              <a:ext cx="188226" cy="184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II</a:t>
              </a:r>
            </a:p>
          </p:txBody>
        </p:sp>
        <p:sp>
          <p:nvSpPr>
            <p:cNvPr id="352" name="tx352"/>
            <p:cNvSpPr/>
            <p:nvPr/>
          </p:nvSpPr>
          <p:spPr>
            <a:xfrm>
              <a:off x="3036068" y="5670366"/>
              <a:ext cx="282339" cy="184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III</a:t>
              </a:r>
            </a:p>
          </p:txBody>
        </p:sp>
        <p:sp>
          <p:nvSpPr>
            <p:cNvPr id="353" name="tx353"/>
            <p:cNvSpPr/>
            <p:nvPr/>
          </p:nvSpPr>
          <p:spPr>
            <a:xfrm>
              <a:off x="12541859" y="5670366"/>
              <a:ext cx="289873" cy="184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IV</a:t>
              </a:r>
            </a:p>
          </p:txBody>
        </p:sp>
        <p:sp>
          <p:nvSpPr>
            <p:cNvPr id="354" name="tx354"/>
            <p:cNvSpPr/>
            <p:nvPr/>
          </p:nvSpPr>
          <p:spPr>
            <a:xfrm>
              <a:off x="11735597" y="7678763"/>
              <a:ext cx="1096136" cy="1913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i="1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 = 280</a:t>
              </a:r>
            </a:p>
          </p:txBody>
        </p:sp>
        <p:sp>
          <p:nvSpPr>
            <p:cNvPr id="355" name="rc355"/>
            <p:cNvSpPr/>
            <p:nvPr/>
          </p:nvSpPr>
          <p:spPr>
            <a:xfrm>
              <a:off x="2842742" y="2647395"/>
              <a:ext cx="10464657" cy="5542113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356" name="pl356"/>
            <p:cNvSpPr/>
            <p:nvPr/>
          </p:nvSpPr>
          <p:spPr>
            <a:xfrm>
              <a:off x="2842742" y="2647395"/>
              <a:ext cx="0" cy="5542113"/>
            </a:xfrm>
            <a:custGeom>
              <a:avLst/>
              <a:pathLst>
                <a:path w="0" h="5542113">
                  <a:moveTo>
                    <a:pt x="0" y="554211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tx357"/>
            <p:cNvSpPr/>
            <p:nvPr/>
          </p:nvSpPr>
          <p:spPr>
            <a:xfrm>
              <a:off x="2395921" y="7845134"/>
              <a:ext cx="367109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358" name="tx358"/>
            <p:cNvSpPr/>
            <p:nvPr/>
          </p:nvSpPr>
          <p:spPr>
            <a:xfrm>
              <a:off x="2537184" y="6588168"/>
              <a:ext cx="225846" cy="1772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-5</a:t>
              </a:r>
            </a:p>
          </p:txBody>
        </p:sp>
        <p:sp>
          <p:nvSpPr>
            <p:cNvPr id="359" name="tx359"/>
            <p:cNvSpPr/>
            <p:nvPr/>
          </p:nvSpPr>
          <p:spPr>
            <a:xfrm>
              <a:off x="2621768" y="5325992"/>
              <a:ext cx="141262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60" name="tx360"/>
            <p:cNvSpPr/>
            <p:nvPr/>
          </p:nvSpPr>
          <p:spPr>
            <a:xfrm>
              <a:off x="2621768" y="4069025"/>
              <a:ext cx="141262" cy="1772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361" name="tx361"/>
            <p:cNvSpPr/>
            <p:nvPr/>
          </p:nvSpPr>
          <p:spPr>
            <a:xfrm>
              <a:off x="2480505" y="2806850"/>
              <a:ext cx="282525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62" name="pl362"/>
            <p:cNvSpPr/>
            <p:nvPr/>
          </p:nvSpPr>
          <p:spPr>
            <a:xfrm>
              <a:off x="2798458" y="7937594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2798458" y="6678023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2798458" y="541845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l365"/>
            <p:cNvSpPr/>
            <p:nvPr/>
          </p:nvSpPr>
          <p:spPr>
            <a:xfrm>
              <a:off x="2798458" y="415888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2798458" y="2899309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2842742" y="8189508"/>
              <a:ext cx="10464657" cy="0"/>
            </a:xfrm>
            <a:custGeom>
              <a:avLst/>
              <a:pathLst>
                <a:path w="10464657" h="0">
                  <a:moveTo>
                    <a:pt x="0" y="0"/>
                  </a:moveTo>
                  <a:lnTo>
                    <a:pt x="10464657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3997931" y="818950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5356978" y="818950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6716024" y="818950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8075071" y="818950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9434117" y="818950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l373"/>
            <p:cNvSpPr/>
            <p:nvPr/>
          </p:nvSpPr>
          <p:spPr>
            <a:xfrm>
              <a:off x="10793164" y="818950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12152210" y="818950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tx375"/>
            <p:cNvSpPr/>
            <p:nvPr/>
          </p:nvSpPr>
          <p:spPr>
            <a:xfrm>
              <a:off x="3885008" y="8266615"/>
              <a:ext cx="225846" cy="1773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376" name="tx376"/>
            <p:cNvSpPr/>
            <p:nvPr/>
          </p:nvSpPr>
          <p:spPr>
            <a:xfrm>
              <a:off x="5244054" y="8269219"/>
              <a:ext cx="225846" cy="174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377" name="tx377"/>
            <p:cNvSpPr/>
            <p:nvPr/>
          </p:nvSpPr>
          <p:spPr>
            <a:xfrm>
              <a:off x="6645393" y="8264134"/>
              <a:ext cx="141262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78" name="tx378"/>
            <p:cNvSpPr/>
            <p:nvPr/>
          </p:nvSpPr>
          <p:spPr>
            <a:xfrm>
              <a:off x="8004439" y="8269219"/>
              <a:ext cx="141262" cy="174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79" name="tx379"/>
            <p:cNvSpPr/>
            <p:nvPr/>
          </p:nvSpPr>
          <p:spPr>
            <a:xfrm>
              <a:off x="9363486" y="8266615"/>
              <a:ext cx="141262" cy="1773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80" name="tx380"/>
            <p:cNvSpPr/>
            <p:nvPr/>
          </p:nvSpPr>
          <p:spPr>
            <a:xfrm>
              <a:off x="10722532" y="8264134"/>
              <a:ext cx="141262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381" name="tx381"/>
            <p:cNvSpPr/>
            <p:nvPr/>
          </p:nvSpPr>
          <p:spPr>
            <a:xfrm>
              <a:off x="12081579" y="8269219"/>
              <a:ext cx="141262" cy="174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382" name="tx382"/>
            <p:cNvSpPr/>
            <p:nvPr/>
          </p:nvSpPr>
          <p:spPr>
            <a:xfrm>
              <a:off x="6178210" y="8534141"/>
              <a:ext cx="1623776" cy="225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H3K27me3</a:t>
              </a:r>
            </a:p>
          </p:txBody>
        </p:sp>
        <p:sp>
          <p:nvSpPr>
            <p:cNvPr id="383" name="tx383"/>
            <p:cNvSpPr/>
            <p:nvPr/>
          </p:nvSpPr>
          <p:spPr>
            <a:xfrm>
              <a:off x="7890198" y="8463447"/>
              <a:ext cx="758403" cy="2959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i="1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ubp5</a:t>
              </a:r>
            </a:p>
          </p:txBody>
        </p:sp>
        <p:sp>
          <p:nvSpPr>
            <p:cNvPr id="384" name="tx384"/>
            <p:cNvSpPr/>
            <p:nvPr/>
          </p:nvSpPr>
          <p:spPr>
            <a:xfrm>
              <a:off x="8736813" y="8585300"/>
              <a:ext cx="353156" cy="1740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vs</a:t>
              </a:r>
            </a:p>
          </p:txBody>
        </p:sp>
        <p:sp>
          <p:nvSpPr>
            <p:cNvPr id="385" name="tx385"/>
            <p:cNvSpPr/>
            <p:nvPr/>
          </p:nvSpPr>
          <p:spPr>
            <a:xfrm>
              <a:off x="9178182" y="8526234"/>
              <a:ext cx="793750" cy="2331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Col-0</a:t>
              </a:r>
            </a:p>
          </p:txBody>
        </p:sp>
        <p:sp>
          <p:nvSpPr>
            <p:cNvPr id="386" name="tx386"/>
            <p:cNvSpPr/>
            <p:nvPr/>
          </p:nvSpPr>
          <p:spPr>
            <a:xfrm rot="-5400000">
              <a:off x="1074351" y="5755950"/>
              <a:ext cx="1552618" cy="2959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Transcript</a:t>
              </a:r>
            </a:p>
          </p:txBody>
        </p:sp>
        <p:sp>
          <p:nvSpPr>
            <p:cNvPr id="387" name="tx387"/>
            <p:cNvSpPr/>
            <p:nvPr/>
          </p:nvSpPr>
          <p:spPr>
            <a:xfrm rot="-5400000">
              <a:off x="1440685" y="4481454"/>
              <a:ext cx="882736" cy="2331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levels</a:t>
              </a:r>
            </a:p>
          </p:txBody>
        </p:sp>
        <p:sp>
          <p:nvSpPr>
            <p:cNvPr id="388" name="tx388"/>
            <p:cNvSpPr/>
            <p:nvPr/>
          </p:nvSpPr>
          <p:spPr>
            <a:xfrm rot="-5400000">
              <a:off x="2083514" y="6364208"/>
              <a:ext cx="105729" cy="2959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</a:t>
              </a:r>
            </a:p>
          </p:txBody>
        </p:sp>
        <p:sp>
          <p:nvSpPr>
            <p:cNvPr id="389" name="tx389"/>
            <p:cNvSpPr/>
            <p:nvPr/>
          </p:nvSpPr>
          <p:spPr>
            <a:xfrm rot="-5400000">
              <a:off x="1757178" y="5932141"/>
              <a:ext cx="758403" cy="2959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i="1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ubp5</a:t>
              </a:r>
            </a:p>
          </p:txBody>
        </p:sp>
        <p:sp>
          <p:nvSpPr>
            <p:cNvPr id="390" name="tx390"/>
            <p:cNvSpPr/>
            <p:nvPr/>
          </p:nvSpPr>
          <p:spPr>
            <a:xfrm rot="-5400000">
              <a:off x="2020727" y="5349076"/>
              <a:ext cx="353156" cy="1740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vs</a:t>
              </a:r>
            </a:p>
          </p:txBody>
        </p:sp>
        <p:sp>
          <p:nvSpPr>
            <p:cNvPr id="391" name="tx391"/>
            <p:cNvSpPr/>
            <p:nvPr/>
          </p:nvSpPr>
          <p:spPr>
            <a:xfrm rot="-5400000">
              <a:off x="1686639" y="4573619"/>
              <a:ext cx="899479" cy="2959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Col-0)</a:t>
              </a:r>
            </a:p>
          </p:txBody>
        </p:sp>
        <p:sp>
          <p:nvSpPr>
            <p:cNvPr id="392" name="tx392"/>
            <p:cNvSpPr/>
            <p:nvPr/>
          </p:nvSpPr>
          <p:spPr>
            <a:xfrm>
              <a:off x="5714471" y="1958463"/>
              <a:ext cx="910083" cy="3551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000" i="1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ubp5</a:t>
              </a:r>
            </a:p>
          </p:txBody>
        </p:sp>
        <p:sp>
          <p:nvSpPr>
            <p:cNvPr id="393" name="tx393"/>
            <p:cNvSpPr/>
            <p:nvPr/>
          </p:nvSpPr>
          <p:spPr>
            <a:xfrm>
              <a:off x="6730409" y="1956789"/>
              <a:ext cx="2498266" cy="3568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0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mis-regulated</a:t>
              </a:r>
            </a:p>
          </p:txBody>
        </p:sp>
        <p:sp>
          <p:nvSpPr>
            <p:cNvPr id="394" name="tx394"/>
            <p:cNvSpPr/>
            <p:nvPr/>
          </p:nvSpPr>
          <p:spPr>
            <a:xfrm>
              <a:off x="9334529" y="2027668"/>
              <a:ext cx="1101142" cy="2859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0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00200" y="1691481"/>
            <a:ext cx="11887200" cy="7315200"/>
            <a:chOff x="1600200" y="1691481"/>
            <a:chExt cx="11887200" cy="7315200"/>
          </a:xfrm>
        </p:grpSpPr>
        <p:sp>
          <p:nvSpPr>
            <p:cNvPr id="3" name="rc3"/>
            <p:cNvSpPr/>
            <p:nvPr/>
          </p:nvSpPr>
          <p:spPr>
            <a:xfrm>
              <a:off x="1600200" y="1691481"/>
              <a:ext cx="118872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00200" y="1691481"/>
              <a:ext cx="11887200" cy="73151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471044" y="3014888"/>
              <a:ext cx="3311582" cy="51760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471044" y="7955630"/>
              <a:ext cx="3311582" cy="0"/>
            </a:xfrm>
            <a:custGeom>
              <a:avLst/>
              <a:pathLst>
                <a:path w="3311582" h="0">
                  <a:moveTo>
                    <a:pt x="0" y="0"/>
                  </a:moveTo>
                  <a:lnTo>
                    <a:pt x="3311582" y="0"/>
                  </a:lnTo>
                  <a:lnTo>
                    <a:pt x="3311582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471044" y="6835280"/>
              <a:ext cx="3311582" cy="0"/>
            </a:xfrm>
            <a:custGeom>
              <a:avLst/>
              <a:pathLst>
                <a:path w="3311582" h="0">
                  <a:moveTo>
                    <a:pt x="0" y="0"/>
                  </a:moveTo>
                  <a:lnTo>
                    <a:pt x="3311582" y="0"/>
                  </a:lnTo>
                  <a:lnTo>
                    <a:pt x="3311582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471044" y="5714931"/>
              <a:ext cx="3311582" cy="0"/>
            </a:xfrm>
            <a:custGeom>
              <a:avLst/>
              <a:pathLst>
                <a:path w="3311582" h="0">
                  <a:moveTo>
                    <a:pt x="0" y="0"/>
                  </a:moveTo>
                  <a:lnTo>
                    <a:pt x="3311582" y="0"/>
                  </a:lnTo>
                  <a:lnTo>
                    <a:pt x="3311582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71044" y="4594581"/>
              <a:ext cx="3311582" cy="0"/>
            </a:xfrm>
            <a:custGeom>
              <a:avLst/>
              <a:pathLst>
                <a:path w="3311582" h="0">
                  <a:moveTo>
                    <a:pt x="0" y="0"/>
                  </a:moveTo>
                  <a:lnTo>
                    <a:pt x="3311582" y="0"/>
                  </a:lnTo>
                  <a:lnTo>
                    <a:pt x="3311582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471044" y="3474231"/>
              <a:ext cx="3311582" cy="0"/>
            </a:xfrm>
            <a:custGeom>
              <a:avLst/>
              <a:pathLst>
                <a:path w="3311582" h="0">
                  <a:moveTo>
                    <a:pt x="0" y="0"/>
                  </a:moveTo>
                  <a:lnTo>
                    <a:pt x="3311582" y="0"/>
                  </a:lnTo>
                  <a:lnTo>
                    <a:pt x="3311582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74202" y="3014888"/>
              <a:ext cx="0" cy="5176015"/>
            </a:xfrm>
            <a:custGeom>
              <a:avLst/>
              <a:pathLst>
                <a:path w="0" h="5176015">
                  <a:moveTo>
                    <a:pt x="0" y="5176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879467" y="3014888"/>
              <a:ext cx="0" cy="5176015"/>
            </a:xfrm>
            <a:custGeom>
              <a:avLst/>
              <a:pathLst>
                <a:path w="0" h="5176015">
                  <a:moveTo>
                    <a:pt x="0" y="5176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2696833" y="5539236"/>
              <a:ext cx="1354738" cy="2397739"/>
            </a:xfrm>
            <a:custGeom>
              <a:avLst/>
              <a:pathLst>
                <a:path w="1354738" h="2397739">
                  <a:moveTo>
                    <a:pt x="620325" y="2397739"/>
                  </a:moveTo>
                  <a:lnTo>
                    <a:pt x="616793" y="2393047"/>
                  </a:lnTo>
                  <a:lnTo>
                    <a:pt x="613284" y="2388355"/>
                  </a:lnTo>
                  <a:lnTo>
                    <a:pt x="609783" y="2383663"/>
                  </a:lnTo>
                  <a:lnTo>
                    <a:pt x="606269" y="2378970"/>
                  </a:lnTo>
                  <a:lnTo>
                    <a:pt x="602716" y="2374278"/>
                  </a:lnTo>
                  <a:lnTo>
                    <a:pt x="599090" y="2369586"/>
                  </a:lnTo>
                  <a:lnTo>
                    <a:pt x="595351" y="2364894"/>
                  </a:lnTo>
                  <a:lnTo>
                    <a:pt x="591451" y="2360201"/>
                  </a:lnTo>
                  <a:lnTo>
                    <a:pt x="587290" y="2355509"/>
                  </a:lnTo>
                  <a:lnTo>
                    <a:pt x="582813" y="2350817"/>
                  </a:lnTo>
                  <a:lnTo>
                    <a:pt x="577966" y="2346125"/>
                  </a:lnTo>
                  <a:lnTo>
                    <a:pt x="572679" y="2341432"/>
                  </a:lnTo>
                  <a:lnTo>
                    <a:pt x="566885" y="2336740"/>
                  </a:lnTo>
                  <a:lnTo>
                    <a:pt x="560514" y="2332048"/>
                  </a:lnTo>
                  <a:lnTo>
                    <a:pt x="553499" y="2327356"/>
                  </a:lnTo>
                  <a:lnTo>
                    <a:pt x="545662" y="2322663"/>
                  </a:lnTo>
                  <a:lnTo>
                    <a:pt x="536983" y="2317971"/>
                  </a:lnTo>
                  <a:lnTo>
                    <a:pt x="527451" y="2313279"/>
                  </a:lnTo>
                  <a:lnTo>
                    <a:pt x="517020" y="2308587"/>
                  </a:lnTo>
                  <a:lnTo>
                    <a:pt x="505651" y="2303894"/>
                  </a:lnTo>
                  <a:lnTo>
                    <a:pt x="493314" y="2299202"/>
                  </a:lnTo>
                  <a:lnTo>
                    <a:pt x="479987" y="2294510"/>
                  </a:lnTo>
                  <a:lnTo>
                    <a:pt x="465535" y="2289818"/>
                  </a:lnTo>
                  <a:lnTo>
                    <a:pt x="450021" y="2285125"/>
                  </a:lnTo>
                  <a:lnTo>
                    <a:pt x="433539" y="2280433"/>
                  </a:lnTo>
                  <a:lnTo>
                    <a:pt x="416126" y="2275741"/>
                  </a:lnTo>
                  <a:lnTo>
                    <a:pt x="397832" y="2271049"/>
                  </a:lnTo>
                  <a:lnTo>
                    <a:pt x="378717" y="2266356"/>
                  </a:lnTo>
                  <a:lnTo>
                    <a:pt x="358856" y="2261664"/>
                  </a:lnTo>
                  <a:lnTo>
                    <a:pt x="338279" y="2256972"/>
                  </a:lnTo>
                  <a:lnTo>
                    <a:pt x="317146" y="2252280"/>
                  </a:lnTo>
                  <a:lnTo>
                    <a:pt x="295630" y="2247587"/>
                  </a:lnTo>
                  <a:lnTo>
                    <a:pt x="273859" y="2242895"/>
                  </a:lnTo>
                  <a:lnTo>
                    <a:pt x="251968" y="2238203"/>
                  </a:lnTo>
                  <a:lnTo>
                    <a:pt x="230099" y="2233511"/>
                  </a:lnTo>
                  <a:lnTo>
                    <a:pt x="208396" y="2228818"/>
                  </a:lnTo>
                  <a:lnTo>
                    <a:pt x="187059" y="2224126"/>
                  </a:lnTo>
                  <a:lnTo>
                    <a:pt x="166289" y="2219434"/>
                  </a:lnTo>
                  <a:lnTo>
                    <a:pt x="146197" y="2214742"/>
                  </a:lnTo>
                  <a:lnTo>
                    <a:pt x="126923" y="2210049"/>
                  </a:lnTo>
                  <a:lnTo>
                    <a:pt x="108597" y="2205357"/>
                  </a:lnTo>
                  <a:lnTo>
                    <a:pt x="91346" y="2200665"/>
                  </a:lnTo>
                  <a:lnTo>
                    <a:pt x="75282" y="2195973"/>
                  </a:lnTo>
                  <a:lnTo>
                    <a:pt x="60636" y="2191280"/>
                  </a:lnTo>
                  <a:lnTo>
                    <a:pt x="47555" y="2186588"/>
                  </a:lnTo>
                  <a:lnTo>
                    <a:pt x="35964" y="2181896"/>
                  </a:lnTo>
                  <a:lnTo>
                    <a:pt x="25916" y="2177204"/>
                  </a:lnTo>
                  <a:lnTo>
                    <a:pt x="17451" y="2172511"/>
                  </a:lnTo>
                  <a:lnTo>
                    <a:pt x="10595" y="2167819"/>
                  </a:lnTo>
                  <a:lnTo>
                    <a:pt x="5360" y="2163127"/>
                  </a:lnTo>
                  <a:lnTo>
                    <a:pt x="1864" y="2158435"/>
                  </a:lnTo>
                  <a:lnTo>
                    <a:pt x="156" y="2153742"/>
                  </a:lnTo>
                  <a:lnTo>
                    <a:pt x="0" y="2149050"/>
                  </a:lnTo>
                  <a:lnTo>
                    <a:pt x="1347" y="2144358"/>
                  </a:lnTo>
                  <a:lnTo>
                    <a:pt x="4142" y="2139666"/>
                  </a:lnTo>
                  <a:lnTo>
                    <a:pt x="8319" y="2134973"/>
                  </a:lnTo>
                  <a:lnTo>
                    <a:pt x="13805" y="2130281"/>
                  </a:lnTo>
                  <a:lnTo>
                    <a:pt x="20594" y="2125589"/>
                  </a:lnTo>
                  <a:lnTo>
                    <a:pt x="28654" y="2120897"/>
                  </a:lnTo>
                  <a:lnTo>
                    <a:pt x="37732" y="2116204"/>
                  </a:lnTo>
                  <a:lnTo>
                    <a:pt x="47739" y="2111512"/>
                  </a:lnTo>
                  <a:lnTo>
                    <a:pt x="58585" y="2106820"/>
                  </a:lnTo>
                  <a:lnTo>
                    <a:pt x="70182" y="2102128"/>
                  </a:lnTo>
                  <a:lnTo>
                    <a:pt x="82441" y="2097435"/>
                  </a:lnTo>
                  <a:lnTo>
                    <a:pt x="95300" y="2092743"/>
                  </a:lnTo>
                  <a:lnTo>
                    <a:pt x="108696" y="2088051"/>
                  </a:lnTo>
                  <a:lnTo>
                    <a:pt x="122469" y="2083359"/>
                  </a:lnTo>
                  <a:lnTo>
                    <a:pt x="136544" y="2078666"/>
                  </a:lnTo>
                  <a:lnTo>
                    <a:pt x="150849" y="2073974"/>
                  </a:lnTo>
                  <a:lnTo>
                    <a:pt x="165320" y="2069282"/>
                  </a:lnTo>
                  <a:lnTo>
                    <a:pt x="179892" y="2064590"/>
                  </a:lnTo>
                  <a:lnTo>
                    <a:pt x="194507" y="2059897"/>
                  </a:lnTo>
                  <a:lnTo>
                    <a:pt x="209094" y="2055205"/>
                  </a:lnTo>
                  <a:lnTo>
                    <a:pt x="223599" y="2050513"/>
                  </a:lnTo>
                  <a:lnTo>
                    <a:pt x="237981" y="2045821"/>
                  </a:lnTo>
                  <a:lnTo>
                    <a:pt x="252202" y="2041128"/>
                  </a:lnTo>
                  <a:lnTo>
                    <a:pt x="266228" y="2036436"/>
                  </a:lnTo>
                  <a:lnTo>
                    <a:pt x="280028" y="2031744"/>
                  </a:lnTo>
                  <a:lnTo>
                    <a:pt x="293568" y="2027052"/>
                  </a:lnTo>
                  <a:lnTo>
                    <a:pt x="306776" y="2022359"/>
                  </a:lnTo>
                  <a:lnTo>
                    <a:pt x="319676" y="2017667"/>
                  </a:lnTo>
                  <a:lnTo>
                    <a:pt x="332249" y="2012975"/>
                  </a:lnTo>
                  <a:lnTo>
                    <a:pt x="344477" y="2008283"/>
                  </a:lnTo>
                  <a:lnTo>
                    <a:pt x="356344" y="2003590"/>
                  </a:lnTo>
                  <a:lnTo>
                    <a:pt x="367831" y="1998898"/>
                  </a:lnTo>
                  <a:lnTo>
                    <a:pt x="378918" y="1994206"/>
                  </a:lnTo>
                  <a:lnTo>
                    <a:pt x="389507" y="1989514"/>
                  </a:lnTo>
                  <a:lnTo>
                    <a:pt x="399653" y="1984821"/>
                  </a:lnTo>
                  <a:lnTo>
                    <a:pt x="409339" y="1980129"/>
                  </a:lnTo>
                  <a:lnTo>
                    <a:pt x="418545" y="1975437"/>
                  </a:lnTo>
                  <a:lnTo>
                    <a:pt x="427254" y="1970745"/>
                  </a:lnTo>
                  <a:lnTo>
                    <a:pt x="435452" y="1966052"/>
                  </a:lnTo>
                  <a:lnTo>
                    <a:pt x="443124" y="1961360"/>
                  </a:lnTo>
                  <a:lnTo>
                    <a:pt x="450156" y="1956668"/>
                  </a:lnTo>
                  <a:lnTo>
                    <a:pt x="456647" y="1951976"/>
                  </a:lnTo>
                  <a:lnTo>
                    <a:pt x="462605" y="1947283"/>
                  </a:lnTo>
                  <a:lnTo>
                    <a:pt x="468040" y="1942591"/>
                  </a:lnTo>
                  <a:lnTo>
                    <a:pt x="472969" y="1937899"/>
                  </a:lnTo>
                  <a:lnTo>
                    <a:pt x="477417" y="1933207"/>
                  </a:lnTo>
                  <a:lnTo>
                    <a:pt x="481415" y="1928514"/>
                  </a:lnTo>
                  <a:lnTo>
                    <a:pt x="484934" y="1923822"/>
                  </a:lnTo>
                  <a:lnTo>
                    <a:pt x="488100" y="1919130"/>
                  </a:lnTo>
                  <a:lnTo>
                    <a:pt x="490969" y="1914438"/>
                  </a:lnTo>
                  <a:lnTo>
                    <a:pt x="493592" y="1909745"/>
                  </a:lnTo>
                  <a:lnTo>
                    <a:pt x="496022" y="1905053"/>
                  </a:lnTo>
                  <a:lnTo>
                    <a:pt x="498313" y="1900361"/>
                  </a:lnTo>
                  <a:lnTo>
                    <a:pt x="500516" y="1895669"/>
                  </a:lnTo>
                  <a:lnTo>
                    <a:pt x="502685" y="1890976"/>
                  </a:lnTo>
                  <a:lnTo>
                    <a:pt x="504879" y="1886284"/>
                  </a:lnTo>
                  <a:lnTo>
                    <a:pt x="507136" y="1881592"/>
                  </a:lnTo>
                  <a:lnTo>
                    <a:pt x="509484" y="1876900"/>
                  </a:lnTo>
                  <a:lnTo>
                    <a:pt x="511948" y="1872207"/>
                  </a:lnTo>
                  <a:lnTo>
                    <a:pt x="514545" y="1867515"/>
                  </a:lnTo>
                  <a:lnTo>
                    <a:pt x="517285" y="1862823"/>
                  </a:lnTo>
                  <a:lnTo>
                    <a:pt x="520196" y="1858131"/>
                  </a:lnTo>
                  <a:lnTo>
                    <a:pt x="523252" y="1853438"/>
                  </a:lnTo>
                  <a:lnTo>
                    <a:pt x="526436" y="1848746"/>
                  </a:lnTo>
                  <a:lnTo>
                    <a:pt x="529732" y="1844054"/>
                  </a:lnTo>
                  <a:lnTo>
                    <a:pt x="533120" y="1839362"/>
                  </a:lnTo>
                  <a:lnTo>
                    <a:pt x="536577" y="1834669"/>
                  </a:lnTo>
                  <a:lnTo>
                    <a:pt x="540079" y="1829977"/>
                  </a:lnTo>
                  <a:lnTo>
                    <a:pt x="543597" y="1825285"/>
                  </a:lnTo>
                  <a:lnTo>
                    <a:pt x="547094" y="1820593"/>
                  </a:lnTo>
                  <a:lnTo>
                    <a:pt x="550544" y="1815900"/>
                  </a:lnTo>
                  <a:lnTo>
                    <a:pt x="553922" y="1811208"/>
                  </a:lnTo>
                  <a:lnTo>
                    <a:pt x="557206" y="1806516"/>
                  </a:lnTo>
                  <a:lnTo>
                    <a:pt x="560375" y="1801824"/>
                  </a:lnTo>
                  <a:lnTo>
                    <a:pt x="563411" y="1797131"/>
                  </a:lnTo>
                  <a:lnTo>
                    <a:pt x="566276" y="1792439"/>
                  </a:lnTo>
                  <a:lnTo>
                    <a:pt x="568966" y="1787747"/>
                  </a:lnTo>
                  <a:lnTo>
                    <a:pt x="571484" y="1783055"/>
                  </a:lnTo>
                  <a:lnTo>
                    <a:pt x="573826" y="1778362"/>
                  </a:lnTo>
                  <a:lnTo>
                    <a:pt x="575990" y="1773670"/>
                  </a:lnTo>
                  <a:lnTo>
                    <a:pt x="577980" y="1768978"/>
                  </a:lnTo>
                  <a:lnTo>
                    <a:pt x="579799" y="1764286"/>
                  </a:lnTo>
                  <a:lnTo>
                    <a:pt x="581436" y="1759593"/>
                  </a:lnTo>
                  <a:lnTo>
                    <a:pt x="582912" y="1754901"/>
                  </a:lnTo>
                  <a:lnTo>
                    <a:pt x="584253" y="1750209"/>
                  </a:lnTo>
                  <a:lnTo>
                    <a:pt x="585472" y="1745517"/>
                  </a:lnTo>
                  <a:lnTo>
                    <a:pt x="586584" y="1740824"/>
                  </a:lnTo>
                  <a:lnTo>
                    <a:pt x="587607" y="1736132"/>
                  </a:lnTo>
                  <a:lnTo>
                    <a:pt x="588556" y="1731440"/>
                  </a:lnTo>
                  <a:lnTo>
                    <a:pt x="589445" y="1726748"/>
                  </a:lnTo>
                  <a:lnTo>
                    <a:pt x="590297" y="1722055"/>
                  </a:lnTo>
                  <a:lnTo>
                    <a:pt x="591133" y="1717363"/>
                  </a:lnTo>
                  <a:lnTo>
                    <a:pt x="591968" y="1712671"/>
                  </a:lnTo>
                  <a:lnTo>
                    <a:pt x="592816" y="1707979"/>
                  </a:lnTo>
                  <a:lnTo>
                    <a:pt x="593688" y="1703286"/>
                  </a:lnTo>
                  <a:lnTo>
                    <a:pt x="594597" y="1698594"/>
                  </a:lnTo>
                  <a:lnTo>
                    <a:pt x="595556" y="1693902"/>
                  </a:lnTo>
                  <a:lnTo>
                    <a:pt x="596575" y="1689210"/>
                  </a:lnTo>
                  <a:lnTo>
                    <a:pt x="597654" y="1684517"/>
                  </a:lnTo>
                  <a:lnTo>
                    <a:pt x="598795" y="1679825"/>
                  </a:lnTo>
                  <a:lnTo>
                    <a:pt x="599999" y="1675133"/>
                  </a:lnTo>
                  <a:lnTo>
                    <a:pt x="601265" y="1670441"/>
                  </a:lnTo>
                  <a:lnTo>
                    <a:pt x="602591" y="1665748"/>
                  </a:lnTo>
                  <a:lnTo>
                    <a:pt x="603978" y="1661056"/>
                  </a:lnTo>
                  <a:lnTo>
                    <a:pt x="605419" y="1656364"/>
                  </a:lnTo>
                  <a:lnTo>
                    <a:pt x="606902" y="1651672"/>
                  </a:lnTo>
                  <a:lnTo>
                    <a:pt x="608418" y="1646979"/>
                  </a:lnTo>
                  <a:lnTo>
                    <a:pt x="609959" y="1642287"/>
                  </a:lnTo>
                  <a:lnTo>
                    <a:pt x="611517" y="1637595"/>
                  </a:lnTo>
                  <a:lnTo>
                    <a:pt x="613082" y="1632903"/>
                  </a:lnTo>
                  <a:lnTo>
                    <a:pt x="614645" y="1628210"/>
                  </a:lnTo>
                  <a:lnTo>
                    <a:pt x="616192" y="1623518"/>
                  </a:lnTo>
                  <a:lnTo>
                    <a:pt x="617716" y="1618826"/>
                  </a:lnTo>
                  <a:lnTo>
                    <a:pt x="619207" y="1614134"/>
                  </a:lnTo>
                  <a:lnTo>
                    <a:pt x="620660" y="1609441"/>
                  </a:lnTo>
                  <a:lnTo>
                    <a:pt x="622067" y="1604749"/>
                  </a:lnTo>
                  <a:lnTo>
                    <a:pt x="623423" y="1600057"/>
                  </a:lnTo>
                  <a:lnTo>
                    <a:pt x="624718" y="1595365"/>
                  </a:lnTo>
                  <a:lnTo>
                    <a:pt x="625944" y="1590672"/>
                  </a:lnTo>
                  <a:lnTo>
                    <a:pt x="627105" y="1585980"/>
                  </a:lnTo>
                  <a:lnTo>
                    <a:pt x="628200" y="1581288"/>
                  </a:lnTo>
                  <a:lnTo>
                    <a:pt x="629228" y="1576596"/>
                  </a:lnTo>
                  <a:lnTo>
                    <a:pt x="630189" y="1571903"/>
                  </a:lnTo>
                  <a:lnTo>
                    <a:pt x="631084" y="1567211"/>
                  </a:lnTo>
                  <a:lnTo>
                    <a:pt x="631910" y="1562519"/>
                  </a:lnTo>
                  <a:lnTo>
                    <a:pt x="632664" y="1557827"/>
                  </a:lnTo>
                  <a:lnTo>
                    <a:pt x="633356" y="1553134"/>
                  </a:lnTo>
                  <a:lnTo>
                    <a:pt x="633991" y="1548442"/>
                  </a:lnTo>
                  <a:lnTo>
                    <a:pt x="634572" y="1543750"/>
                  </a:lnTo>
                  <a:lnTo>
                    <a:pt x="635101" y="1539058"/>
                  </a:lnTo>
                  <a:lnTo>
                    <a:pt x="635582" y="1534365"/>
                  </a:lnTo>
                  <a:lnTo>
                    <a:pt x="636021" y="1529673"/>
                  </a:lnTo>
                  <a:lnTo>
                    <a:pt x="636417" y="1524981"/>
                  </a:lnTo>
                  <a:lnTo>
                    <a:pt x="636784" y="1520289"/>
                  </a:lnTo>
                  <a:lnTo>
                    <a:pt x="637128" y="1515596"/>
                  </a:lnTo>
                  <a:lnTo>
                    <a:pt x="637456" y="1510904"/>
                  </a:lnTo>
                  <a:lnTo>
                    <a:pt x="637775" y="1506212"/>
                  </a:lnTo>
                  <a:lnTo>
                    <a:pt x="638092" y="1501520"/>
                  </a:lnTo>
                  <a:lnTo>
                    <a:pt x="638415" y="1496827"/>
                  </a:lnTo>
                  <a:lnTo>
                    <a:pt x="638755" y="1492135"/>
                  </a:lnTo>
                  <a:lnTo>
                    <a:pt x="639119" y="1487443"/>
                  </a:lnTo>
                  <a:lnTo>
                    <a:pt x="639511" y="1482751"/>
                  </a:lnTo>
                  <a:lnTo>
                    <a:pt x="639937" y="1478058"/>
                  </a:lnTo>
                  <a:lnTo>
                    <a:pt x="640402" y="1473366"/>
                  </a:lnTo>
                  <a:lnTo>
                    <a:pt x="640908" y="1468674"/>
                  </a:lnTo>
                  <a:lnTo>
                    <a:pt x="641457" y="1463982"/>
                  </a:lnTo>
                  <a:lnTo>
                    <a:pt x="642058" y="1459289"/>
                  </a:lnTo>
                  <a:lnTo>
                    <a:pt x="642699" y="1454597"/>
                  </a:lnTo>
                  <a:lnTo>
                    <a:pt x="643377" y="1449905"/>
                  </a:lnTo>
                  <a:lnTo>
                    <a:pt x="644086" y="1445213"/>
                  </a:lnTo>
                  <a:lnTo>
                    <a:pt x="644821" y="1440520"/>
                  </a:lnTo>
                  <a:lnTo>
                    <a:pt x="645572" y="1435828"/>
                  </a:lnTo>
                  <a:lnTo>
                    <a:pt x="646330" y="1431136"/>
                  </a:lnTo>
                  <a:lnTo>
                    <a:pt x="647084" y="1426444"/>
                  </a:lnTo>
                  <a:lnTo>
                    <a:pt x="647818" y="1421751"/>
                  </a:lnTo>
                  <a:lnTo>
                    <a:pt x="648523" y="1417059"/>
                  </a:lnTo>
                  <a:lnTo>
                    <a:pt x="649188" y="1412367"/>
                  </a:lnTo>
                  <a:lnTo>
                    <a:pt x="649803" y="1407675"/>
                  </a:lnTo>
                  <a:lnTo>
                    <a:pt x="650357" y="1402982"/>
                  </a:lnTo>
                  <a:lnTo>
                    <a:pt x="650842" y="1398290"/>
                  </a:lnTo>
                  <a:lnTo>
                    <a:pt x="651237" y="1393598"/>
                  </a:lnTo>
                  <a:lnTo>
                    <a:pt x="651548" y="1388906"/>
                  </a:lnTo>
                  <a:lnTo>
                    <a:pt x="651775" y="1384213"/>
                  </a:lnTo>
                  <a:lnTo>
                    <a:pt x="651919" y="1379521"/>
                  </a:lnTo>
                  <a:lnTo>
                    <a:pt x="651983" y="1374829"/>
                  </a:lnTo>
                  <a:lnTo>
                    <a:pt x="651970" y="1370137"/>
                  </a:lnTo>
                  <a:lnTo>
                    <a:pt x="651889" y="1365444"/>
                  </a:lnTo>
                  <a:lnTo>
                    <a:pt x="651740" y="1360752"/>
                  </a:lnTo>
                  <a:lnTo>
                    <a:pt x="651546" y="1356060"/>
                  </a:lnTo>
                  <a:lnTo>
                    <a:pt x="651322" y="1351368"/>
                  </a:lnTo>
                  <a:lnTo>
                    <a:pt x="651080" y="1346675"/>
                  </a:lnTo>
                  <a:lnTo>
                    <a:pt x="650836" y="1341983"/>
                  </a:lnTo>
                  <a:lnTo>
                    <a:pt x="650602" y="1337291"/>
                  </a:lnTo>
                  <a:lnTo>
                    <a:pt x="650392" y="1332599"/>
                  </a:lnTo>
                  <a:lnTo>
                    <a:pt x="650227" y="1327906"/>
                  </a:lnTo>
                  <a:lnTo>
                    <a:pt x="650118" y="1323214"/>
                  </a:lnTo>
                  <a:lnTo>
                    <a:pt x="650074" y="1318522"/>
                  </a:lnTo>
                  <a:lnTo>
                    <a:pt x="650100" y="1313830"/>
                  </a:lnTo>
                  <a:lnTo>
                    <a:pt x="650204" y="1309137"/>
                  </a:lnTo>
                  <a:lnTo>
                    <a:pt x="650390" y="1304445"/>
                  </a:lnTo>
                  <a:lnTo>
                    <a:pt x="650662" y="1299753"/>
                  </a:lnTo>
                  <a:lnTo>
                    <a:pt x="651030" y="1295061"/>
                  </a:lnTo>
                  <a:lnTo>
                    <a:pt x="651487" y="1290368"/>
                  </a:lnTo>
                  <a:lnTo>
                    <a:pt x="652024" y="1285676"/>
                  </a:lnTo>
                  <a:lnTo>
                    <a:pt x="652635" y="1280984"/>
                  </a:lnTo>
                  <a:lnTo>
                    <a:pt x="653314" y="1276292"/>
                  </a:lnTo>
                  <a:lnTo>
                    <a:pt x="654053" y="1271599"/>
                  </a:lnTo>
                  <a:lnTo>
                    <a:pt x="654842" y="1266907"/>
                  </a:lnTo>
                  <a:lnTo>
                    <a:pt x="655674" y="1262215"/>
                  </a:lnTo>
                  <a:lnTo>
                    <a:pt x="656533" y="1257523"/>
                  </a:lnTo>
                  <a:lnTo>
                    <a:pt x="657401" y="1252830"/>
                  </a:lnTo>
                  <a:lnTo>
                    <a:pt x="658267" y="1248138"/>
                  </a:lnTo>
                  <a:lnTo>
                    <a:pt x="659116" y="1243446"/>
                  </a:lnTo>
                  <a:lnTo>
                    <a:pt x="659936" y="1238754"/>
                  </a:lnTo>
                  <a:lnTo>
                    <a:pt x="660712" y="1234061"/>
                  </a:lnTo>
                  <a:lnTo>
                    <a:pt x="661423" y="1229369"/>
                  </a:lnTo>
                  <a:lnTo>
                    <a:pt x="662055" y="1224677"/>
                  </a:lnTo>
                  <a:lnTo>
                    <a:pt x="662602" y="1219985"/>
                  </a:lnTo>
                  <a:lnTo>
                    <a:pt x="663054" y="1215292"/>
                  </a:lnTo>
                  <a:lnTo>
                    <a:pt x="663403" y="1210600"/>
                  </a:lnTo>
                  <a:lnTo>
                    <a:pt x="663645" y="1205908"/>
                  </a:lnTo>
                  <a:lnTo>
                    <a:pt x="663775" y="1201216"/>
                  </a:lnTo>
                  <a:lnTo>
                    <a:pt x="663781" y="1196523"/>
                  </a:lnTo>
                  <a:lnTo>
                    <a:pt x="663663" y="1191831"/>
                  </a:lnTo>
                  <a:lnTo>
                    <a:pt x="663438" y="1187139"/>
                  </a:lnTo>
                  <a:lnTo>
                    <a:pt x="663112" y="1182447"/>
                  </a:lnTo>
                  <a:lnTo>
                    <a:pt x="662693" y="1177754"/>
                  </a:lnTo>
                  <a:lnTo>
                    <a:pt x="662191" y="1173062"/>
                  </a:lnTo>
                  <a:lnTo>
                    <a:pt x="661617" y="1168370"/>
                  </a:lnTo>
                  <a:lnTo>
                    <a:pt x="660980" y="1163678"/>
                  </a:lnTo>
                  <a:lnTo>
                    <a:pt x="660296" y="1158985"/>
                  </a:lnTo>
                  <a:lnTo>
                    <a:pt x="659587" y="1154293"/>
                  </a:lnTo>
                  <a:lnTo>
                    <a:pt x="658866" y="1149601"/>
                  </a:lnTo>
                  <a:lnTo>
                    <a:pt x="658146" y="1144909"/>
                  </a:lnTo>
                  <a:lnTo>
                    <a:pt x="657439" y="1140216"/>
                  </a:lnTo>
                  <a:lnTo>
                    <a:pt x="656758" y="1135524"/>
                  </a:lnTo>
                  <a:lnTo>
                    <a:pt x="656118" y="1130832"/>
                  </a:lnTo>
                  <a:lnTo>
                    <a:pt x="655534" y="1126140"/>
                  </a:lnTo>
                  <a:lnTo>
                    <a:pt x="655009" y="1121447"/>
                  </a:lnTo>
                  <a:lnTo>
                    <a:pt x="654551" y="1116755"/>
                  </a:lnTo>
                  <a:lnTo>
                    <a:pt x="654164" y="1112063"/>
                  </a:lnTo>
                  <a:lnTo>
                    <a:pt x="653855" y="1107371"/>
                  </a:lnTo>
                  <a:lnTo>
                    <a:pt x="653626" y="1102678"/>
                  </a:lnTo>
                  <a:lnTo>
                    <a:pt x="653485" y="1097986"/>
                  </a:lnTo>
                  <a:lnTo>
                    <a:pt x="653442" y="1093294"/>
                  </a:lnTo>
                  <a:lnTo>
                    <a:pt x="653486" y="1088602"/>
                  </a:lnTo>
                  <a:lnTo>
                    <a:pt x="653617" y="1083909"/>
                  </a:lnTo>
                  <a:lnTo>
                    <a:pt x="653833" y="1079217"/>
                  </a:lnTo>
                  <a:lnTo>
                    <a:pt x="654134" y="1074525"/>
                  </a:lnTo>
                  <a:lnTo>
                    <a:pt x="654517" y="1069833"/>
                  </a:lnTo>
                  <a:lnTo>
                    <a:pt x="654984" y="1065140"/>
                  </a:lnTo>
                  <a:lnTo>
                    <a:pt x="655536" y="1060448"/>
                  </a:lnTo>
                  <a:lnTo>
                    <a:pt x="656157" y="1055756"/>
                  </a:lnTo>
                  <a:lnTo>
                    <a:pt x="656840" y="1051064"/>
                  </a:lnTo>
                  <a:lnTo>
                    <a:pt x="657579" y="1046371"/>
                  </a:lnTo>
                  <a:lnTo>
                    <a:pt x="658366" y="1041679"/>
                  </a:lnTo>
                  <a:lnTo>
                    <a:pt x="659193" y="1036987"/>
                  </a:lnTo>
                  <a:lnTo>
                    <a:pt x="660050" y="1032295"/>
                  </a:lnTo>
                  <a:lnTo>
                    <a:pt x="660926" y="1027602"/>
                  </a:lnTo>
                  <a:lnTo>
                    <a:pt x="661805" y="1022910"/>
                  </a:lnTo>
                  <a:lnTo>
                    <a:pt x="662675" y="1018218"/>
                  </a:lnTo>
                  <a:lnTo>
                    <a:pt x="663526" y="1013526"/>
                  </a:lnTo>
                  <a:lnTo>
                    <a:pt x="664344" y="1008833"/>
                  </a:lnTo>
                  <a:lnTo>
                    <a:pt x="665119" y="1004141"/>
                  </a:lnTo>
                  <a:lnTo>
                    <a:pt x="665839" y="999449"/>
                  </a:lnTo>
                  <a:lnTo>
                    <a:pt x="666480" y="994757"/>
                  </a:lnTo>
                  <a:lnTo>
                    <a:pt x="667044" y="990064"/>
                  </a:lnTo>
                  <a:lnTo>
                    <a:pt x="667525" y="985372"/>
                  </a:lnTo>
                  <a:lnTo>
                    <a:pt x="667918" y="980680"/>
                  </a:lnTo>
                  <a:lnTo>
                    <a:pt x="668219" y="975988"/>
                  </a:lnTo>
                  <a:lnTo>
                    <a:pt x="668427" y="971295"/>
                  </a:lnTo>
                  <a:lnTo>
                    <a:pt x="668542" y="966603"/>
                  </a:lnTo>
                  <a:lnTo>
                    <a:pt x="668551" y="961911"/>
                  </a:lnTo>
                  <a:lnTo>
                    <a:pt x="668478" y="957219"/>
                  </a:lnTo>
                  <a:lnTo>
                    <a:pt x="668330" y="952526"/>
                  </a:lnTo>
                  <a:lnTo>
                    <a:pt x="668117" y="947834"/>
                  </a:lnTo>
                  <a:lnTo>
                    <a:pt x="667848" y="943142"/>
                  </a:lnTo>
                  <a:lnTo>
                    <a:pt x="667535" y="938450"/>
                  </a:lnTo>
                  <a:lnTo>
                    <a:pt x="667190" y="933757"/>
                  </a:lnTo>
                  <a:lnTo>
                    <a:pt x="666826" y="929065"/>
                  </a:lnTo>
                  <a:lnTo>
                    <a:pt x="666460" y="924373"/>
                  </a:lnTo>
                  <a:lnTo>
                    <a:pt x="666106" y="919681"/>
                  </a:lnTo>
                  <a:lnTo>
                    <a:pt x="665772" y="914988"/>
                  </a:lnTo>
                  <a:lnTo>
                    <a:pt x="665469" y="910296"/>
                  </a:lnTo>
                  <a:lnTo>
                    <a:pt x="665204" y="905604"/>
                  </a:lnTo>
                  <a:lnTo>
                    <a:pt x="664984" y="900912"/>
                  </a:lnTo>
                  <a:lnTo>
                    <a:pt x="664821" y="896219"/>
                  </a:lnTo>
                  <a:lnTo>
                    <a:pt x="664708" y="891527"/>
                  </a:lnTo>
                  <a:lnTo>
                    <a:pt x="664642" y="886835"/>
                  </a:lnTo>
                  <a:lnTo>
                    <a:pt x="664620" y="882143"/>
                  </a:lnTo>
                  <a:lnTo>
                    <a:pt x="664635" y="877450"/>
                  </a:lnTo>
                  <a:lnTo>
                    <a:pt x="664679" y="872758"/>
                  </a:lnTo>
                  <a:lnTo>
                    <a:pt x="664745" y="868066"/>
                  </a:lnTo>
                  <a:lnTo>
                    <a:pt x="664821" y="863374"/>
                  </a:lnTo>
                  <a:lnTo>
                    <a:pt x="664892" y="858681"/>
                  </a:lnTo>
                  <a:lnTo>
                    <a:pt x="664949" y="853989"/>
                  </a:lnTo>
                  <a:lnTo>
                    <a:pt x="664981" y="849297"/>
                  </a:lnTo>
                  <a:lnTo>
                    <a:pt x="664981" y="844605"/>
                  </a:lnTo>
                  <a:lnTo>
                    <a:pt x="664941" y="839912"/>
                  </a:lnTo>
                  <a:lnTo>
                    <a:pt x="664856" y="835220"/>
                  </a:lnTo>
                  <a:lnTo>
                    <a:pt x="664714" y="830528"/>
                  </a:lnTo>
                  <a:lnTo>
                    <a:pt x="664522" y="825836"/>
                  </a:lnTo>
                  <a:lnTo>
                    <a:pt x="664284" y="821143"/>
                  </a:lnTo>
                  <a:lnTo>
                    <a:pt x="664007" y="816451"/>
                  </a:lnTo>
                  <a:lnTo>
                    <a:pt x="663697" y="811759"/>
                  </a:lnTo>
                  <a:lnTo>
                    <a:pt x="663363" y="807067"/>
                  </a:lnTo>
                  <a:lnTo>
                    <a:pt x="663018" y="802374"/>
                  </a:lnTo>
                  <a:lnTo>
                    <a:pt x="662674" y="797682"/>
                  </a:lnTo>
                  <a:lnTo>
                    <a:pt x="662350" y="792990"/>
                  </a:lnTo>
                  <a:lnTo>
                    <a:pt x="662058" y="788298"/>
                  </a:lnTo>
                  <a:lnTo>
                    <a:pt x="661811" y="783605"/>
                  </a:lnTo>
                  <a:lnTo>
                    <a:pt x="661621" y="778913"/>
                  </a:lnTo>
                  <a:lnTo>
                    <a:pt x="661498" y="774221"/>
                  </a:lnTo>
                  <a:lnTo>
                    <a:pt x="661451" y="769529"/>
                  </a:lnTo>
                  <a:lnTo>
                    <a:pt x="661499" y="764836"/>
                  </a:lnTo>
                  <a:lnTo>
                    <a:pt x="661641" y="760144"/>
                  </a:lnTo>
                  <a:lnTo>
                    <a:pt x="661873" y="755452"/>
                  </a:lnTo>
                  <a:lnTo>
                    <a:pt x="662192" y="750760"/>
                  </a:lnTo>
                  <a:lnTo>
                    <a:pt x="662595" y="746067"/>
                  </a:lnTo>
                  <a:lnTo>
                    <a:pt x="663075" y="741375"/>
                  </a:lnTo>
                  <a:lnTo>
                    <a:pt x="663624" y="736683"/>
                  </a:lnTo>
                  <a:lnTo>
                    <a:pt x="664238" y="731991"/>
                  </a:lnTo>
                  <a:lnTo>
                    <a:pt x="664898" y="727298"/>
                  </a:lnTo>
                  <a:lnTo>
                    <a:pt x="665589" y="722606"/>
                  </a:lnTo>
                  <a:lnTo>
                    <a:pt x="666296" y="717914"/>
                  </a:lnTo>
                  <a:lnTo>
                    <a:pt x="667008" y="713222"/>
                  </a:lnTo>
                  <a:lnTo>
                    <a:pt x="667711" y="708529"/>
                  </a:lnTo>
                  <a:lnTo>
                    <a:pt x="668394" y="703837"/>
                  </a:lnTo>
                  <a:lnTo>
                    <a:pt x="669043" y="699145"/>
                  </a:lnTo>
                  <a:lnTo>
                    <a:pt x="669644" y="694453"/>
                  </a:lnTo>
                  <a:lnTo>
                    <a:pt x="670196" y="689760"/>
                  </a:lnTo>
                  <a:lnTo>
                    <a:pt x="670692" y="685068"/>
                  </a:lnTo>
                  <a:lnTo>
                    <a:pt x="671130" y="680376"/>
                  </a:lnTo>
                  <a:lnTo>
                    <a:pt x="671509" y="675684"/>
                  </a:lnTo>
                  <a:lnTo>
                    <a:pt x="671829" y="670991"/>
                  </a:lnTo>
                  <a:lnTo>
                    <a:pt x="672086" y="666299"/>
                  </a:lnTo>
                  <a:lnTo>
                    <a:pt x="672286" y="661607"/>
                  </a:lnTo>
                  <a:lnTo>
                    <a:pt x="672440" y="656915"/>
                  </a:lnTo>
                  <a:lnTo>
                    <a:pt x="672554" y="652222"/>
                  </a:lnTo>
                  <a:lnTo>
                    <a:pt x="672636" y="647530"/>
                  </a:lnTo>
                  <a:lnTo>
                    <a:pt x="672693" y="642838"/>
                  </a:lnTo>
                  <a:lnTo>
                    <a:pt x="672733" y="638146"/>
                  </a:lnTo>
                  <a:lnTo>
                    <a:pt x="672763" y="633453"/>
                  </a:lnTo>
                  <a:lnTo>
                    <a:pt x="672793" y="628761"/>
                  </a:lnTo>
                  <a:lnTo>
                    <a:pt x="672828" y="624069"/>
                  </a:lnTo>
                  <a:lnTo>
                    <a:pt x="672876" y="619377"/>
                  </a:lnTo>
                  <a:lnTo>
                    <a:pt x="672939" y="614684"/>
                  </a:lnTo>
                  <a:lnTo>
                    <a:pt x="673022" y="609992"/>
                  </a:lnTo>
                  <a:lnTo>
                    <a:pt x="673125" y="605300"/>
                  </a:lnTo>
                  <a:lnTo>
                    <a:pt x="673252" y="600608"/>
                  </a:lnTo>
                  <a:lnTo>
                    <a:pt x="673403" y="595915"/>
                  </a:lnTo>
                  <a:lnTo>
                    <a:pt x="673573" y="591223"/>
                  </a:lnTo>
                  <a:lnTo>
                    <a:pt x="673761" y="586531"/>
                  </a:lnTo>
                  <a:lnTo>
                    <a:pt x="673961" y="581839"/>
                  </a:lnTo>
                  <a:lnTo>
                    <a:pt x="674172" y="577146"/>
                  </a:lnTo>
                  <a:lnTo>
                    <a:pt x="674387" y="572454"/>
                  </a:lnTo>
                  <a:lnTo>
                    <a:pt x="674604" y="567762"/>
                  </a:lnTo>
                  <a:lnTo>
                    <a:pt x="674814" y="563070"/>
                  </a:lnTo>
                  <a:lnTo>
                    <a:pt x="675015" y="558377"/>
                  </a:lnTo>
                  <a:lnTo>
                    <a:pt x="675200" y="553685"/>
                  </a:lnTo>
                  <a:lnTo>
                    <a:pt x="675368" y="548993"/>
                  </a:lnTo>
                  <a:lnTo>
                    <a:pt x="675513" y="544301"/>
                  </a:lnTo>
                  <a:lnTo>
                    <a:pt x="675634" y="539608"/>
                  </a:lnTo>
                  <a:lnTo>
                    <a:pt x="675725" y="534916"/>
                  </a:lnTo>
                  <a:lnTo>
                    <a:pt x="675782" y="530224"/>
                  </a:lnTo>
                  <a:lnTo>
                    <a:pt x="675808" y="525532"/>
                  </a:lnTo>
                  <a:lnTo>
                    <a:pt x="675802" y="520839"/>
                  </a:lnTo>
                  <a:lnTo>
                    <a:pt x="675765" y="516147"/>
                  </a:lnTo>
                  <a:lnTo>
                    <a:pt x="675697" y="511455"/>
                  </a:lnTo>
                  <a:lnTo>
                    <a:pt x="675600" y="506763"/>
                  </a:lnTo>
                  <a:lnTo>
                    <a:pt x="675474" y="502070"/>
                  </a:lnTo>
                  <a:lnTo>
                    <a:pt x="675320" y="497378"/>
                  </a:lnTo>
                  <a:lnTo>
                    <a:pt x="675147" y="492686"/>
                  </a:lnTo>
                  <a:lnTo>
                    <a:pt x="674957" y="487994"/>
                  </a:lnTo>
                  <a:lnTo>
                    <a:pt x="674755" y="483301"/>
                  </a:lnTo>
                  <a:lnTo>
                    <a:pt x="674545" y="478609"/>
                  </a:lnTo>
                  <a:lnTo>
                    <a:pt x="674332" y="473917"/>
                  </a:lnTo>
                  <a:lnTo>
                    <a:pt x="674122" y="469225"/>
                  </a:lnTo>
                  <a:lnTo>
                    <a:pt x="673921" y="464532"/>
                  </a:lnTo>
                  <a:lnTo>
                    <a:pt x="673735" y="459840"/>
                  </a:lnTo>
                  <a:lnTo>
                    <a:pt x="673566" y="455148"/>
                  </a:lnTo>
                  <a:lnTo>
                    <a:pt x="673418" y="450456"/>
                  </a:lnTo>
                  <a:lnTo>
                    <a:pt x="673295" y="445763"/>
                  </a:lnTo>
                  <a:lnTo>
                    <a:pt x="673199" y="441071"/>
                  </a:lnTo>
                  <a:lnTo>
                    <a:pt x="673131" y="436379"/>
                  </a:lnTo>
                  <a:lnTo>
                    <a:pt x="673097" y="431687"/>
                  </a:lnTo>
                  <a:lnTo>
                    <a:pt x="673090" y="426994"/>
                  </a:lnTo>
                  <a:lnTo>
                    <a:pt x="673109" y="422302"/>
                  </a:lnTo>
                  <a:lnTo>
                    <a:pt x="673150" y="417610"/>
                  </a:lnTo>
                  <a:lnTo>
                    <a:pt x="673210" y="412918"/>
                  </a:lnTo>
                  <a:lnTo>
                    <a:pt x="673283" y="408225"/>
                  </a:lnTo>
                  <a:lnTo>
                    <a:pt x="673366" y="403533"/>
                  </a:lnTo>
                  <a:lnTo>
                    <a:pt x="673452" y="398841"/>
                  </a:lnTo>
                  <a:lnTo>
                    <a:pt x="673533" y="394149"/>
                  </a:lnTo>
                  <a:lnTo>
                    <a:pt x="673605" y="389456"/>
                  </a:lnTo>
                  <a:lnTo>
                    <a:pt x="673661" y="384764"/>
                  </a:lnTo>
                  <a:lnTo>
                    <a:pt x="673699" y="380072"/>
                  </a:lnTo>
                  <a:lnTo>
                    <a:pt x="673712" y="375380"/>
                  </a:lnTo>
                  <a:lnTo>
                    <a:pt x="673699" y="370687"/>
                  </a:lnTo>
                  <a:lnTo>
                    <a:pt x="673651" y="365995"/>
                  </a:lnTo>
                  <a:lnTo>
                    <a:pt x="673572" y="361303"/>
                  </a:lnTo>
                  <a:lnTo>
                    <a:pt x="673462" y="356611"/>
                  </a:lnTo>
                  <a:lnTo>
                    <a:pt x="673323" y="351918"/>
                  </a:lnTo>
                  <a:lnTo>
                    <a:pt x="673156" y="347226"/>
                  </a:lnTo>
                  <a:lnTo>
                    <a:pt x="672965" y="342534"/>
                  </a:lnTo>
                  <a:lnTo>
                    <a:pt x="672752" y="337842"/>
                  </a:lnTo>
                  <a:lnTo>
                    <a:pt x="672521" y="333149"/>
                  </a:lnTo>
                  <a:lnTo>
                    <a:pt x="672279" y="328457"/>
                  </a:lnTo>
                  <a:lnTo>
                    <a:pt x="672032" y="323765"/>
                  </a:lnTo>
                  <a:lnTo>
                    <a:pt x="671785" y="319073"/>
                  </a:lnTo>
                  <a:lnTo>
                    <a:pt x="671545" y="314380"/>
                  </a:lnTo>
                  <a:lnTo>
                    <a:pt x="671314" y="309688"/>
                  </a:lnTo>
                  <a:lnTo>
                    <a:pt x="671099" y="304996"/>
                  </a:lnTo>
                  <a:lnTo>
                    <a:pt x="670908" y="300304"/>
                  </a:lnTo>
                  <a:lnTo>
                    <a:pt x="670744" y="295611"/>
                  </a:lnTo>
                  <a:lnTo>
                    <a:pt x="670610" y="290919"/>
                  </a:lnTo>
                  <a:lnTo>
                    <a:pt x="670507" y="286227"/>
                  </a:lnTo>
                  <a:lnTo>
                    <a:pt x="670439" y="281535"/>
                  </a:lnTo>
                  <a:lnTo>
                    <a:pt x="670407" y="276842"/>
                  </a:lnTo>
                  <a:lnTo>
                    <a:pt x="670412" y="272150"/>
                  </a:lnTo>
                  <a:lnTo>
                    <a:pt x="670459" y="267458"/>
                  </a:lnTo>
                  <a:lnTo>
                    <a:pt x="670547" y="262766"/>
                  </a:lnTo>
                  <a:lnTo>
                    <a:pt x="670672" y="258073"/>
                  </a:lnTo>
                  <a:lnTo>
                    <a:pt x="670832" y="253381"/>
                  </a:lnTo>
                  <a:lnTo>
                    <a:pt x="671025" y="248689"/>
                  </a:lnTo>
                  <a:lnTo>
                    <a:pt x="671249" y="243997"/>
                  </a:lnTo>
                  <a:lnTo>
                    <a:pt x="671501" y="239304"/>
                  </a:lnTo>
                  <a:lnTo>
                    <a:pt x="671781" y="234612"/>
                  </a:lnTo>
                  <a:lnTo>
                    <a:pt x="672083" y="229920"/>
                  </a:lnTo>
                  <a:lnTo>
                    <a:pt x="672400" y="225228"/>
                  </a:lnTo>
                  <a:lnTo>
                    <a:pt x="672729" y="220535"/>
                  </a:lnTo>
                  <a:lnTo>
                    <a:pt x="673065" y="215843"/>
                  </a:lnTo>
                  <a:lnTo>
                    <a:pt x="673405" y="211151"/>
                  </a:lnTo>
                  <a:lnTo>
                    <a:pt x="673745" y="206459"/>
                  </a:lnTo>
                  <a:lnTo>
                    <a:pt x="674079" y="201766"/>
                  </a:lnTo>
                  <a:lnTo>
                    <a:pt x="674403" y="197074"/>
                  </a:lnTo>
                  <a:lnTo>
                    <a:pt x="674715" y="192382"/>
                  </a:lnTo>
                  <a:lnTo>
                    <a:pt x="675012" y="187690"/>
                  </a:lnTo>
                  <a:lnTo>
                    <a:pt x="675291" y="182997"/>
                  </a:lnTo>
                  <a:lnTo>
                    <a:pt x="675551" y="178305"/>
                  </a:lnTo>
                  <a:lnTo>
                    <a:pt x="675791" y="173613"/>
                  </a:lnTo>
                  <a:lnTo>
                    <a:pt x="676008" y="168921"/>
                  </a:lnTo>
                  <a:lnTo>
                    <a:pt x="676200" y="164228"/>
                  </a:lnTo>
                  <a:lnTo>
                    <a:pt x="676370" y="159536"/>
                  </a:lnTo>
                  <a:lnTo>
                    <a:pt x="676518" y="154844"/>
                  </a:lnTo>
                  <a:lnTo>
                    <a:pt x="676645" y="150152"/>
                  </a:lnTo>
                  <a:lnTo>
                    <a:pt x="676751" y="145459"/>
                  </a:lnTo>
                  <a:lnTo>
                    <a:pt x="676837" y="140767"/>
                  </a:lnTo>
                  <a:lnTo>
                    <a:pt x="676902" y="136075"/>
                  </a:lnTo>
                  <a:lnTo>
                    <a:pt x="676946" y="131383"/>
                  </a:lnTo>
                  <a:lnTo>
                    <a:pt x="676972" y="126690"/>
                  </a:lnTo>
                  <a:lnTo>
                    <a:pt x="676979" y="121998"/>
                  </a:lnTo>
                  <a:lnTo>
                    <a:pt x="676969" y="117306"/>
                  </a:lnTo>
                  <a:lnTo>
                    <a:pt x="676941" y="112614"/>
                  </a:lnTo>
                  <a:lnTo>
                    <a:pt x="676896" y="107921"/>
                  </a:lnTo>
                  <a:lnTo>
                    <a:pt x="676831" y="103229"/>
                  </a:lnTo>
                  <a:lnTo>
                    <a:pt x="676747" y="98537"/>
                  </a:lnTo>
                  <a:lnTo>
                    <a:pt x="676643" y="93845"/>
                  </a:lnTo>
                  <a:lnTo>
                    <a:pt x="676522" y="89152"/>
                  </a:lnTo>
                  <a:lnTo>
                    <a:pt x="676382" y="84460"/>
                  </a:lnTo>
                  <a:lnTo>
                    <a:pt x="676225" y="79768"/>
                  </a:lnTo>
                  <a:lnTo>
                    <a:pt x="676050" y="75076"/>
                  </a:lnTo>
                  <a:lnTo>
                    <a:pt x="675859" y="70383"/>
                  </a:lnTo>
                  <a:lnTo>
                    <a:pt x="675651" y="65691"/>
                  </a:lnTo>
                  <a:lnTo>
                    <a:pt x="675432" y="60999"/>
                  </a:lnTo>
                  <a:lnTo>
                    <a:pt x="675204" y="56307"/>
                  </a:lnTo>
                  <a:lnTo>
                    <a:pt x="674971" y="51614"/>
                  </a:lnTo>
                  <a:lnTo>
                    <a:pt x="674735" y="46922"/>
                  </a:lnTo>
                  <a:lnTo>
                    <a:pt x="674501" y="42230"/>
                  </a:lnTo>
                  <a:lnTo>
                    <a:pt x="674274" y="37538"/>
                  </a:lnTo>
                  <a:lnTo>
                    <a:pt x="674060" y="32845"/>
                  </a:lnTo>
                  <a:lnTo>
                    <a:pt x="673862" y="28153"/>
                  </a:lnTo>
                  <a:lnTo>
                    <a:pt x="673686" y="23461"/>
                  </a:lnTo>
                  <a:lnTo>
                    <a:pt x="673534" y="18769"/>
                  </a:lnTo>
                  <a:lnTo>
                    <a:pt x="673411" y="14076"/>
                  </a:lnTo>
                  <a:lnTo>
                    <a:pt x="673319" y="9384"/>
                  </a:lnTo>
                  <a:lnTo>
                    <a:pt x="673262" y="4692"/>
                  </a:lnTo>
                  <a:lnTo>
                    <a:pt x="673247" y="0"/>
                  </a:lnTo>
                  <a:lnTo>
                    <a:pt x="681490" y="0"/>
                  </a:lnTo>
                  <a:lnTo>
                    <a:pt x="681475" y="4692"/>
                  </a:lnTo>
                  <a:lnTo>
                    <a:pt x="681418" y="9384"/>
                  </a:lnTo>
                  <a:lnTo>
                    <a:pt x="681326" y="14076"/>
                  </a:lnTo>
                  <a:lnTo>
                    <a:pt x="681203" y="18769"/>
                  </a:lnTo>
                  <a:lnTo>
                    <a:pt x="681051" y="23461"/>
                  </a:lnTo>
                  <a:lnTo>
                    <a:pt x="680875" y="28153"/>
                  </a:lnTo>
                  <a:lnTo>
                    <a:pt x="680678" y="32845"/>
                  </a:lnTo>
                  <a:lnTo>
                    <a:pt x="680464" y="37538"/>
                  </a:lnTo>
                  <a:lnTo>
                    <a:pt x="680236" y="42230"/>
                  </a:lnTo>
                  <a:lnTo>
                    <a:pt x="680002" y="46922"/>
                  </a:lnTo>
                  <a:lnTo>
                    <a:pt x="679766" y="51614"/>
                  </a:lnTo>
                  <a:lnTo>
                    <a:pt x="679533" y="56307"/>
                  </a:lnTo>
                  <a:lnTo>
                    <a:pt x="679305" y="60999"/>
                  </a:lnTo>
                  <a:lnTo>
                    <a:pt x="679086" y="65691"/>
                  </a:lnTo>
                  <a:lnTo>
                    <a:pt x="678879" y="70383"/>
                  </a:lnTo>
                  <a:lnTo>
                    <a:pt x="678687" y="75076"/>
                  </a:lnTo>
                  <a:lnTo>
                    <a:pt x="678513" y="79768"/>
                  </a:lnTo>
                  <a:lnTo>
                    <a:pt x="678355" y="84460"/>
                  </a:lnTo>
                  <a:lnTo>
                    <a:pt x="678215" y="89152"/>
                  </a:lnTo>
                  <a:lnTo>
                    <a:pt x="678094" y="93845"/>
                  </a:lnTo>
                  <a:lnTo>
                    <a:pt x="677991" y="98537"/>
                  </a:lnTo>
                  <a:lnTo>
                    <a:pt x="677906" y="103229"/>
                  </a:lnTo>
                  <a:lnTo>
                    <a:pt x="677841" y="107921"/>
                  </a:lnTo>
                  <a:lnTo>
                    <a:pt x="677796" y="112614"/>
                  </a:lnTo>
                  <a:lnTo>
                    <a:pt x="677768" y="117306"/>
                  </a:lnTo>
                  <a:lnTo>
                    <a:pt x="677758" y="121998"/>
                  </a:lnTo>
                  <a:lnTo>
                    <a:pt x="677766" y="126690"/>
                  </a:lnTo>
                  <a:lnTo>
                    <a:pt x="677791" y="131383"/>
                  </a:lnTo>
                  <a:lnTo>
                    <a:pt x="677835" y="136075"/>
                  </a:lnTo>
                  <a:lnTo>
                    <a:pt x="677900" y="140767"/>
                  </a:lnTo>
                  <a:lnTo>
                    <a:pt x="677986" y="145459"/>
                  </a:lnTo>
                  <a:lnTo>
                    <a:pt x="678092" y="150152"/>
                  </a:lnTo>
                  <a:lnTo>
                    <a:pt x="678219" y="154844"/>
                  </a:lnTo>
                  <a:lnTo>
                    <a:pt x="678367" y="159536"/>
                  </a:lnTo>
                  <a:lnTo>
                    <a:pt x="678537" y="164228"/>
                  </a:lnTo>
                  <a:lnTo>
                    <a:pt x="678729" y="168921"/>
                  </a:lnTo>
                  <a:lnTo>
                    <a:pt x="678946" y="173613"/>
                  </a:lnTo>
                  <a:lnTo>
                    <a:pt x="679186" y="178305"/>
                  </a:lnTo>
                  <a:lnTo>
                    <a:pt x="679446" y="182997"/>
                  </a:lnTo>
                  <a:lnTo>
                    <a:pt x="679726" y="187690"/>
                  </a:lnTo>
                  <a:lnTo>
                    <a:pt x="680022" y="192382"/>
                  </a:lnTo>
                  <a:lnTo>
                    <a:pt x="680334" y="197074"/>
                  </a:lnTo>
                  <a:lnTo>
                    <a:pt x="680659" y="201766"/>
                  </a:lnTo>
                  <a:lnTo>
                    <a:pt x="680993" y="206459"/>
                  </a:lnTo>
                  <a:lnTo>
                    <a:pt x="681332" y="211151"/>
                  </a:lnTo>
                  <a:lnTo>
                    <a:pt x="681672" y="215843"/>
                  </a:lnTo>
                  <a:lnTo>
                    <a:pt x="682009" y="220535"/>
                  </a:lnTo>
                  <a:lnTo>
                    <a:pt x="682338" y="225228"/>
                  </a:lnTo>
                  <a:lnTo>
                    <a:pt x="682655" y="229920"/>
                  </a:lnTo>
                  <a:lnTo>
                    <a:pt x="682956" y="234612"/>
                  </a:lnTo>
                  <a:lnTo>
                    <a:pt x="683236" y="239304"/>
                  </a:lnTo>
                  <a:lnTo>
                    <a:pt x="683488" y="243997"/>
                  </a:lnTo>
                  <a:lnTo>
                    <a:pt x="683712" y="248689"/>
                  </a:lnTo>
                  <a:lnTo>
                    <a:pt x="683906" y="253381"/>
                  </a:lnTo>
                  <a:lnTo>
                    <a:pt x="684065" y="258073"/>
                  </a:lnTo>
                  <a:lnTo>
                    <a:pt x="684190" y="262766"/>
                  </a:lnTo>
                  <a:lnTo>
                    <a:pt x="684278" y="267458"/>
                  </a:lnTo>
                  <a:lnTo>
                    <a:pt x="684326" y="272150"/>
                  </a:lnTo>
                  <a:lnTo>
                    <a:pt x="684331" y="276842"/>
                  </a:lnTo>
                  <a:lnTo>
                    <a:pt x="684298" y="281535"/>
                  </a:lnTo>
                  <a:lnTo>
                    <a:pt x="684230" y="286227"/>
                  </a:lnTo>
                  <a:lnTo>
                    <a:pt x="684127" y="290919"/>
                  </a:lnTo>
                  <a:lnTo>
                    <a:pt x="683993" y="295611"/>
                  </a:lnTo>
                  <a:lnTo>
                    <a:pt x="683829" y="300304"/>
                  </a:lnTo>
                  <a:lnTo>
                    <a:pt x="683638" y="304996"/>
                  </a:lnTo>
                  <a:lnTo>
                    <a:pt x="683423" y="309688"/>
                  </a:lnTo>
                  <a:lnTo>
                    <a:pt x="683193" y="314380"/>
                  </a:lnTo>
                  <a:lnTo>
                    <a:pt x="682952" y="319073"/>
                  </a:lnTo>
                  <a:lnTo>
                    <a:pt x="682705" y="323765"/>
                  </a:lnTo>
                  <a:lnTo>
                    <a:pt x="682459" y="328457"/>
                  </a:lnTo>
                  <a:lnTo>
                    <a:pt x="682217" y="333149"/>
                  </a:lnTo>
                  <a:lnTo>
                    <a:pt x="681985" y="337842"/>
                  </a:lnTo>
                  <a:lnTo>
                    <a:pt x="681772" y="342534"/>
                  </a:lnTo>
                  <a:lnTo>
                    <a:pt x="681581" y="347226"/>
                  </a:lnTo>
                  <a:lnTo>
                    <a:pt x="681414" y="351918"/>
                  </a:lnTo>
                  <a:lnTo>
                    <a:pt x="681275" y="356611"/>
                  </a:lnTo>
                  <a:lnTo>
                    <a:pt x="681165" y="361303"/>
                  </a:lnTo>
                  <a:lnTo>
                    <a:pt x="681086" y="365995"/>
                  </a:lnTo>
                  <a:lnTo>
                    <a:pt x="681038" y="370687"/>
                  </a:lnTo>
                  <a:lnTo>
                    <a:pt x="681025" y="375380"/>
                  </a:lnTo>
                  <a:lnTo>
                    <a:pt x="681039" y="380072"/>
                  </a:lnTo>
                  <a:lnTo>
                    <a:pt x="681076" y="384764"/>
                  </a:lnTo>
                  <a:lnTo>
                    <a:pt x="681132" y="389456"/>
                  </a:lnTo>
                  <a:lnTo>
                    <a:pt x="681204" y="394149"/>
                  </a:lnTo>
                  <a:lnTo>
                    <a:pt x="681285" y="398841"/>
                  </a:lnTo>
                  <a:lnTo>
                    <a:pt x="681371" y="403533"/>
                  </a:lnTo>
                  <a:lnTo>
                    <a:pt x="681454" y="408225"/>
                  </a:lnTo>
                  <a:lnTo>
                    <a:pt x="681528" y="412918"/>
                  </a:lnTo>
                  <a:lnTo>
                    <a:pt x="681587" y="417610"/>
                  </a:lnTo>
                  <a:lnTo>
                    <a:pt x="681628" y="422302"/>
                  </a:lnTo>
                  <a:lnTo>
                    <a:pt x="681647" y="426994"/>
                  </a:lnTo>
                  <a:lnTo>
                    <a:pt x="681640" y="431687"/>
                  </a:lnTo>
                  <a:lnTo>
                    <a:pt x="681606" y="436379"/>
                  </a:lnTo>
                  <a:lnTo>
                    <a:pt x="681538" y="441071"/>
                  </a:lnTo>
                  <a:lnTo>
                    <a:pt x="681442" y="445763"/>
                  </a:lnTo>
                  <a:lnTo>
                    <a:pt x="681319" y="450456"/>
                  </a:lnTo>
                  <a:lnTo>
                    <a:pt x="681172" y="455148"/>
                  </a:lnTo>
                  <a:lnTo>
                    <a:pt x="681003" y="459840"/>
                  </a:lnTo>
                  <a:lnTo>
                    <a:pt x="680816" y="464532"/>
                  </a:lnTo>
                  <a:lnTo>
                    <a:pt x="680615" y="469225"/>
                  </a:lnTo>
                  <a:lnTo>
                    <a:pt x="680405" y="473917"/>
                  </a:lnTo>
                  <a:lnTo>
                    <a:pt x="680192" y="478609"/>
                  </a:lnTo>
                  <a:lnTo>
                    <a:pt x="679983" y="483301"/>
                  </a:lnTo>
                  <a:lnTo>
                    <a:pt x="679781" y="487994"/>
                  </a:lnTo>
                  <a:lnTo>
                    <a:pt x="679591" y="492686"/>
                  </a:lnTo>
                  <a:lnTo>
                    <a:pt x="679417" y="497378"/>
                  </a:lnTo>
                  <a:lnTo>
                    <a:pt x="679263" y="502070"/>
                  </a:lnTo>
                  <a:lnTo>
                    <a:pt x="679138" y="506763"/>
                  </a:lnTo>
                  <a:lnTo>
                    <a:pt x="679040" y="511455"/>
                  </a:lnTo>
                  <a:lnTo>
                    <a:pt x="678972" y="516147"/>
                  </a:lnTo>
                  <a:lnTo>
                    <a:pt x="678935" y="520839"/>
                  </a:lnTo>
                  <a:lnTo>
                    <a:pt x="678929" y="525532"/>
                  </a:lnTo>
                  <a:lnTo>
                    <a:pt x="678955" y="530224"/>
                  </a:lnTo>
                  <a:lnTo>
                    <a:pt x="679012" y="534916"/>
                  </a:lnTo>
                  <a:lnTo>
                    <a:pt x="679104" y="539608"/>
                  </a:lnTo>
                  <a:lnTo>
                    <a:pt x="679224" y="544301"/>
                  </a:lnTo>
                  <a:lnTo>
                    <a:pt x="679370" y="548993"/>
                  </a:lnTo>
                  <a:lnTo>
                    <a:pt x="679537" y="553685"/>
                  </a:lnTo>
                  <a:lnTo>
                    <a:pt x="679723" y="558377"/>
                  </a:lnTo>
                  <a:lnTo>
                    <a:pt x="679923" y="563070"/>
                  </a:lnTo>
                  <a:lnTo>
                    <a:pt x="680133" y="567762"/>
                  </a:lnTo>
                  <a:lnTo>
                    <a:pt x="680350" y="572454"/>
                  </a:lnTo>
                  <a:lnTo>
                    <a:pt x="680566" y="577146"/>
                  </a:lnTo>
                  <a:lnTo>
                    <a:pt x="680776" y="581839"/>
                  </a:lnTo>
                  <a:lnTo>
                    <a:pt x="680977" y="586531"/>
                  </a:lnTo>
                  <a:lnTo>
                    <a:pt x="681164" y="591223"/>
                  </a:lnTo>
                  <a:lnTo>
                    <a:pt x="681334" y="595915"/>
                  </a:lnTo>
                  <a:lnTo>
                    <a:pt x="681485" y="600608"/>
                  </a:lnTo>
                  <a:lnTo>
                    <a:pt x="681612" y="605300"/>
                  </a:lnTo>
                  <a:lnTo>
                    <a:pt x="681716" y="609992"/>
                  </a:lnTo>
                  <a:lnTo>
                    <a:pt x="681798" y="614684"/>
                  </a:lnTo>
                  <a:lnTo>
                    <a:pt x="681861" y="619377"/>
                  </a:lnTo>
                  <a:lnTo>
                    <a:pt x="681909" y="624069"/>
                  </a:lnTo>
                  <a:lnTo>
                    <a:pt x="681945" y="628761"/>
                  </a:lnTo>
                  <a:lnTo>
                    <a:pt x="681974" y="633453"/>
                  </a:lnTo>
                  <a:lnTo>
                    <a:pt x="682004" y="638146"/>
                  </a:lnTo>
                  <a:lnTo>
                    <a:pt x="682044" y="642838"/>
                  </a:lnTo>
                  <a:lnTo>
                    <a:pt x="682101" y="647530"/>
                  </a:lnTo>
                  <a:lnTo>
                    <a:pt x="682183" y="652222"/>
                  </a:lnTo>
                  <a:lnTo>
                    <a:pt x="682298" y="656915"/>
                  </a:lnTo>
                  <a:lnTo>
                    <a:pt x="682452" y="661607"/>
                  </a:lnTo>
                  <a:lnTo>
                    <a:pt x="682651" y="666299"/>
                  </a:lnTo>
                  <a:lnTo>
                    <a:pt x="682909" y="670991"/>
                  </a:lnTo>
                  <a:lnTo>
                    <a:pt x="683228" y="675684"/>
                  </a:lnTo>
                  <a:lnTo>
                    <a:pt x="683607" y="680376"/>
                  </a:lnTo>
                  <a:lnTo>
                    <a:pt x="684045" y="685068"/>
                  </a:lnTo>
                  <a:lnTo>
                    <a:pt x="684541" y="689760"/>
                  </a:lnTo>
                  <a:lnTo>
                    <a:pt x="685093" y="694453"/>
                  </a:lnTo>
                  <a:lnTo>
                    <a:pt x="685695" y="699145"/>
                  </a:lnTo>
                  <a:lnTo>
                    <a:pt x="686343" y="703837"/>
                  </a:lnTo>
                  <a:lnTo>
                    <a:pt x="687026" y="708529"/>
                  </a:lnTo>
                  <a:lnTo>
                    <a:pt x="687729" y="713222"/>
                  </a:lnTo>
                  <a:lnTo>
                    <a:pt x="688441" y="717914"/>
                  </a:lnTo>
                  <a:lnTo>
                    <a:pt x="689148" y="722606"/>
                  </a:lnTo>
                  <a:lnTo>
                    <a:pt x="689839" y="727298"/>
                  </a:lnTo>
                  <a:lnTo>
                    <a:pt x="690500" y="731991"/>
                  </a:lnTo>
                  <a:lnTo>
                    <a:pt x="691113" y="736683"/>
                  </a:lnTo>
                  <a:lnTo>
                    <a:pt x="691662" y="741375"/>
                  </a:lnTo>
                  <a:lnTo>
                    <a:pt x="692142" y="746067"/>
                  </a:lnTo>
                  <a:lnTo>
                    <a:pt x="692545" y="750760"/>
                  </a:lnTo>
                  <a:lnTo>
                    <a:pt x="692864" y="755452"/>
                  </a:lnTo>
                  <a:lnTo>
                    <a:pt x="693096" y="760144"/>
                  </a:lnTo>
                  <a:lnTo>
                    <a:pt x="693238" y="764836"/>
                  </a:lnTo>
                  <a:lnTo>
                    <a:pt x="693286" y="769529"/>
                  </a:lnTo>
                  <a:lnTo>
                    <a:pt x="693240" y="774221"/>
                  </a:lnTo>
                  <a:lnTo>
                    <a:pt x="693117" y="778913"/>
                  </a:lnTo>
                  <a:lnTo>
                    <a:pt x="692926" y="783605"/>
                  </a:lnTo>
                  <a:lnTo>
                    <a:pt x="692680" y="788298"/>
                  </a:lnTo>
                  <a:lnTo>
                    <a:pt x="692388" y="792990"/>
                  </a:lnTo>
                  <a:lnTo>
                    <a:pt x="692063" y="797682"/>
                  </a:lnTo>
                  <a:lnTo>
                    <a:pt x="691720" y="802374"/>
                  </a:lnTo>
                  <a:lnTo>
                    <a:pt x="691374" y="807067"/>
                  </a:lnTo>
                  <a:lnTo>
                    <a:pt x="691041" y="811759"/>
                  </a:lnTo>
                  <a:lnTo>
                    <a:pt x="690731" y="816451"/>
                  </a:lnTo>
                  <a:lnTo>
                    <a:pt x="690453" y="821143"/>
                  </a:lnTo>
                  <a:lnTo>
                    <a:pt x="690215" y="825836"/>
                  </a:lnTo>
                  <a:lnTo>
                    <a:pt x="690023" y="830528"/>
                  </a:lnTo>
                  <a:lnTo>
                    <a:pt x="689882" y="835220"/>
                  </a:lnTo>
                  <a:lnTo>
                    <a:pt x="689796" y="839912"/>
                  </a:lnTo>
                  <a:lnTo>
                    <a:pt x="689756" y="844605"/>
                  </a:lnTo>
                  <a:lnTo>
                    <a:pt x="689756" y="849297"/>
                  </a:lnTo>
                  <a:lnTo>
                    <a:pt x="689788" y="853989"/>
                  </a:lnTo>
                  <a:lnTo>
                    <a:pt x="689845" y="858681"/>
                  </a:lnTo>
                  <a:lnTo>
                    <a:pt x="689917" y="863374"/>
                  </a:lnTo>
                  <a:lnTo>
                    <a:pt x="689993" y="868066"/>
                  </a:lnTo>
                  <a:lnTo>
                    <a:pt x="690058" y="872758"/>
                  </a:lnTo>
                  <a:lnTo>
                    <a:pt x="690103" y="877450"/>
                  </a:lnTo>
                  <a:lnTo>
                    <a:pt x="690117" y="882143"/>
                  </a:lnTo>
                  <a:lnTo>
                    <a:pt x="690095" y="886835"/>
                  </a:lnTo>
                  <a:lnTo>
                    <a:pt x="690029" y="891527"/>
                  </a:lnTo>
                  <a:lnTo>
                    <a:pt x="689916" y="896219"/>
                  </a:lnTo>
                  <a:lnTo>
                    <a:pt x="689753" y="900912"/>
                  </a:lnTo>
                  <a:lnTo>
                    <a:pt x="689533" y="905604"/>
                  </a:lnTo>
                  <a:lnTo>
                    <a:pt x="689268" y="910296"/>
                  </a:lnTo>
                  <a:lnTo>
                    <a:pt x="688965" y="914988"/>
                  </a:lnTo>
                  <a:lnTo>
                    <a:pt x="688632" y="919681"/>
                  </a:lnTo>
                  <a:lnTo>
                    <a:pt x="688277" y="924373"/>
                  </a:lnTo>
                  <a:lnTo>
                    <a:pt x="687911" y="929065"/>
                  </a:lnTo>
                  <a:lnTo>
                    <a:pt x="687547" y="933757"/>
                  </a:lnTo>
                  <a:lnTo>
                    <a:pt x="687202" y="938450"/>
                  </a:lnTo>
                  <a:lnTo>
                    <a:pt x="686889" y="943142"/>
                  </a:lnTo>
                  <a:lnTo>
                    <a:pt x="686621" y="947834"/>
                  </a:lnTo>
                  <a:lnTo>
                    <a:pt x="686407" y="952526"/>
                  </a:lnTo>
                  <a:lnTo>
                    <a:pt x="686259" y="957219"/>
                  </a:lnTo>
                  <a:lnTo>
                    <a:pt x="686186" y="961911"/>
                  </a:lnTo>
                  <a:lnTo>
                    <a:pt x="686195" y="966603"/>
                  </a:lnTo>
                  <a:lnTo>
                    <a:pt x="686310" y="971295"/>
                  </a:lnTo>
                  <a:lnTo>
                    <a:pt x="686518" y="975988"/>
                  </a:lnTo>
                  <a:lnTo>
                    <a:pt x="686819" y="980680"/>
                  </a:lnTo>
                  <a:lnTo>
                    <a:pt x="687212" y="985372"/>
                  </a:lnTo>
                  <a:lnTo>
                    <a:pt x="687693" y="990064"/>
                  </a:lnTo>
                  <a:lnTo>
                    <a:pt x="688258" y="994757"/>
                  </a:lnTo>
                  <a:lnTo>
                    <a:pt x="688899" y="999449"/>
                  </a:lnTo>
                  <a:lnTo>
                    <a:pt x="689618" y="1004141"/>
                  </a:lnTo>
                  <a:lnTo>
                    <a:pt x="690393" y="1008833"/>
                  </a:lnTo>
                  <a:lnTo>
                    <a:pt x="691212" y="1013526"/>
                  </a:lnTo>
                  <a:lnTo>
                    <a:pt x="692062" y="1018218"/>
                  </a:lnTo>
                  <a:lnTo>
                    <a:pt x="692932" y="1022910"/>
                  </a:lnTo>
                  <a:lnTo>
                    <a:pt x="693811" y="1027602"/>
                  </a:lnTo>
                  <a:lnTo>
                    <a:pt x="694688" y="1032295"/>
                  </a:lnTo>
                  <a:lnTo>
                    <a:pt x="695544" y="1036987"/>
                  </a:lnTo>
                  <a:lnTo>
                    <a:pt x="696371" y="1041679"/>
                  </a:lnTo>
                  <a:lnTo>
                    <a:pt x="697158" y="1046371"/>
                  </a:lnTo>
                  <a:lnTo>
                    <a:pt x="697897" y="1051064"/>
                  </a:lnTo>
                  <a:lnTo>
                    <a:pt x="698581" y="1055756"/>
                  </a:lnTo>
                  <a:lnTo>
                    <a:pt x="699201" y="1060448"/>
                  </a:lnTo>
                  <a:lnTo>
                    <a:pt x="699754" y="1065140"/>
                  </a:lnTo>
                  <a:lnTo>
                    <a:pt x="700220" y="1069833"/>
                  </a:lnTo>
                  <a:lnTo>
                    <a:pt x="700603" y="1074525"/>
                  </a:lnTo>
                  <a:lnTo>
                    <a:pt x="700904" y="1079217"/>
                  </a:lnTo>
                  <a:lnTo>
                    <a:pt x="701121" y="1083909"/>
                  </a:lnTo>
                  <a:lnTo>
                    <a:pt x="701251" y="1088602"/>
                  </a:lnTo>
                  <a:lnTo>
                    <a:pt x="701295" y="1093294"/>
                  </a:lnTo>
                  <a:lnTo>
                    <a:pt x="701252" y="1097986"/>
                  </a:lnTo>
                  <a:lnTo>
                    <a:pt x="701112" y="1102678"/>
                  </a:lnTo>
                  <a:lnTo>
                    <a:pt x="700883" y="1107371"/>
                  </a:lnTo>
                  <a:lnTo>
                    <a:pt x="700573" y="1112063"/>
                  </a:lnTo>
                  <a:lnTo>
                    <a:pt x="700186" y="1116755"/>
                  </a:lnTo>
                  <a:lnTo>
                    <a:pt x="699728" y="1121447"/>
                  </a:lnTo>
                  <a:lnTo>
                    <a:pt x="699203" y="1126140"/>
                  </a:lnTo>
                  <a:lnTo>
                    <a:pt x="698619" y="1130832"/>
                  </a:lnTo>
                  <a:lnTo>
                    <a:pt x="697979" y="1135524"/>
                  </a:lnTo>
                  <a:lnTo>
                    <a:pt x="697298" y="1140216"/>
                  </a:lnTo>
                  <a:lnTo>
                    <a:pt x="696592" y="1144909"/>
                  </a:lnTo>
                  <a:lnTo>
                    <a:pt x="695871" y="1149601"/>
                  </a:lnTo>
                  <a:lnTo>
                    <a:pt x="695150" y="1154293"/>
                  </a:lnTo>
                  <a:lnTo>
                    <a:pt x="694441" y="1158985"/>
                  </a:lnTo>
                  <a:lnTo>
                    <a:pt x="693758" y="1163678"/>
                  </a:lnTo>
                  <a:lnTo>
                    <a:pt x="693120" y="1168370"/>
                  </a:lnTo>
                  <a:lnTo>
                    <a:pt x="692547" y="1173062"/>
                  </a:lnTo>
                  <a:lnTo>
                    <a:pt x="692045" y="1177754"/>
                  </a:lnTo>
                  <a:lnTo>
                    <a:pt x="691626" y="1182447"/>
                  </a:lnTo>
                  <a:lnTo>
                    <a:pt x="691300" y="1187139"/>
                  </a:lnTo>
                  <a:lnTo>
                    <a:pt x="691074" y="1191831"/>
                  </a:lnTo>
                  <a:lnTo>
                    <a:pt x="690957" y="1196523"/>
                  </a:lnTo>
                  <a:lnTo>
                    <a:pt x="690962" y="1201216"/>
                  </a:lnTo>
                  <a:lnTo>
                    <a:pt x="691092" y="1205908"/>
                  </a:lnTo>
                  <a:lnTo>
                    <a:pt x="691334" y="1210600"/>
                  </a:lnTo>
                  <a:lnTo>
                    <a:pt x="691684" y="1215292"/>
                  </a:lnTo>
                  <a:lnTo>
                    <a:pt x="692136" y="1219985"/>
                  </a:lnTo>
                  <a:lnTo>
                    <a:pt x="692682" y="1224677"/>
                  </a:lnTo>
                  <a:lnTo>
                    <a:pt x="693314" y="1229369"/>
                  </a:lnTo>
                  <a:lnTo>
                    <a:pt x="694025" y="1234061"/>
                  </a:lnTo>
                  <a:lnTo>
                    <a:pt x="694802" y="1238754"/>
                  </a:lnTo>
                  <a:lnTo>
                    <a:pt x="695621" y="1243446"/>
                  </a:lnTo>
                  <a:lnTo>
                    <a:pt x="696470" y="1248138"/>
                  </a:lnTo>
                  <a:lnTo>
                    <a:pt x="697336" y="1252830"/>
                  </a:lnTo>
                  <a:lnTo>
                    <a:pt x="698205" y="1257523"/>
                  </a:lnTo>
                  <a:lnTo>
                    <a:pt x="699063" y="1262215"/>
                  </a:lnTo>
                  <a:lnTo>
                    <a:pt x="699895" y="1266907"/>
                  </a:lnTo>
                  <a:lnTo>
                    <a:pt x="700684" y="1271599"/>
                  </a:lnTo>
                  <a:lnTo>
                    <a:pt x="701423" y="1276292"/>
                  </a:lnTo>
                  <a:lnTo>
                    <a:pt x="702102" y="1280984"/>
                  </a:lnTo>
                  <a:lnTo>
                    <a:pt x="702713" y="1285676"/>
                  </a:lnTo>
                  <a:lnTo>
                    <a:pt x="703250" y="1290368"/>
                  </a:lnTo>
                  <a:lnTo>
                    <a:pt x="703707" y="1295061"/>
                  </a:lnTo>
                  <a:lnTo>
                    <a:pt x="704076" y="1299753"/>
                  </a:lnTo>
                  <a:lnTo>
                    <a:pt x="704347" y="1304445"/>
                  </a:lnTo>
                  <a:lnTo>
                    <a:pt x="704533" y="1309137"/>
                  </a:lnTo>
                  <a:lnTo>
                    <a:pt x="704637" y="1313830"/>
                  </a:lnTo>
                  <a:lnTo>
                    <a:pt x="704664" y="1318522"/>
                  </a:lnTo>
                  <a:lnTo>
                    <a:pt x="704619" y="1323214"/>
                  </a:lnTo>
                  <a:lnTo>
                    <a:pt x="704510" y="1327906"/>
                  </a:lnTo>
                  <a:lnTo>
                    <a:pt x="704346" y="1332599"/>
                  </a:lnTo>
                  <a:lnTo>
                    <a:pt x="704136" y="1337291"/>
                  </a:lnTo>
                  <a:lnTo>
                    <a:pt x="703902" y="1341983"/>
                  </a:lnTo>
                  <a:lnTo>
                    <a:pt x="703657" y="1346675"/>
                  </a:lnTo>
                  <a:lnTo>
                    <a:pt x="703415" y="1351368"/>
                  </a:lnTo>
                  <a:lnTo>
                    <a:pt x="703191" y="1356060"/>
                  </a:lnTo>
                  <a:lnTo>
                    <a:pt x="702997" y="1360752"/>
                  </a:lnTo>
                  <a:lnTo>
                    <a:pt x="702848" y="1365444"/>
                  </a:lnTo>
                  <a:lnTo>
                    <a:pt x="702767" y="1370137"/>
                  </a:lnTo>
                  <a:lnTo>
                    <a:pt x="702755" y="1374829"/>
                  </a:lnTo>
                  <a:lnTo>
                    <a:pt x="702818" y="1379521"/>
                  </a:lnTo>
                  <a:lnTo>
                    <a:pt x="702962" y="1384213"/>
                  </a:lnTo>
                  <a:lnTo>
                    <a:pt x="703189" y="1388906"/>
                  </a:lnTo>
                  <a:lnTo>
                    <a:pt x="703500" y="1393598"/>
                  </a:lnTo>
                  <a:lnTo>
                    <a:pt x="703895" y="1398290"/>
                  </a:lnTo>
                  <a:lnTo>
                    <a:pt x="704381" y="1402982"/>
                  </a:lnTo>
                  <a:lnTo>
                    <a:pt x="704935" y="1407675"/>
                  </a:lnTo>
                  <a:lnTo>
                    <a:pt x="705549" y="1412367"/>
                  </a:lnTo>
                  <a:lnTo>
                    <a:pt x="706214" y="1417059"/>
                  </a:lnTo>
                  <a:lnTo>
                    <a:pt x="706919" y="1421751"/>
                  </a:lnTo>
                  <a:lnTo>
                    <a:pt x="707654" y="1426444"/>
                  </a:lnTo>
                  <a:lnTo>
                    <a:pt x="708407" y="1431136"/>
                  </a:lnTo>
                  <a:lnTo>
                    <a:pt x="709166" y="1435828"/>
                  </a:lnTo>
                  <a:lnTo>
                    <a:pt x="709917" y="1440520"/>
                  </a:lnTo>
                  <a:lnTo>
                    <a:pt x="710651" y="1445213"/>
                  </a:lnTo>
                  <a:lnTo>
                    <a:pt x="711360" y="1449905"/>
                  </a:lnTo>
                  <a:lnTo>
                    <a:pt x="712038" y="1454597"/>
                  </a:lnTo>
                  <a:lnTo>
                    <a:pt x="712680" y="1459289"/>
                  </a:lnTo>
                  <a:lnTo>
                    <a:pt x="713280" y="1463982"/>
                  </a:lnTo>
                  <a:lnTo>
                    <a:pt x="713830" y="1468674"/>
                  </a:lnTo>
                  <a:lnTo>
                    <a:pt x="714335" y="1473366"/>
                  </a:lnTo>
                  <a:lnTo>
                    <a:pt x="714800" y="1478058"/>
                  </a:lnTo>
                  <a:lnTo>
                    <a:pt x="715226" y="1482751"/>
                  </a:lnTo>
                  <a:lnTo>
                    <a:pt x="715619" y="1487443"/>
                  </a:lnTo>
                  <a:lnTo>
                    <a:pt x="715982" y="1492135"/>
                  </a:lnTo>
                  <a:lnTo>
                    <a:pt x="716322" y="1496827"/>
                  </a:lnTo>
                  <a:lnTo>
                    <a:pt x="716645" y="1501520"/>
                  </a:lnTo>
                  <a:lnTo>
                    <a:pt x="716963" y="1506212"/>
                  </a:lnTo>
                  <a:lnTo>
                    <a:pt x="717282" y="1510904"/>
                  </a:lnTo>
                  <a:lnTo>
                    <a:pt x="717610" y="1515596"/>
                  </a:lnTo>
                  <a:lnTo>
                    <a:pt x="717954" y="1520289"/>
                  </a:lnTo>
                  <a:lnTo>
                    <a:pt x="718321" y="1524981"/>
                  </a:lnTo>
                  <a:lnTo>
                    <a:pt x="718717" y="1529673"/>
                  </a:lnTo>
                  <a:lnTo>
                    <a:pt x="719155" y="1534365"/>
                  </a:lnTo>
                  <a:lnTo>
                    <a:pt x="719637" y="1539058"/>
                  </a:lnTo>
                  <a:lnTo>
                    <a:pt x="720166" y="1543750"/>
                  </a:lnTo>
                  <a:lnTo>
                    <a:pt x="720746" y="1548442"/>
                  </a:lnTo>
                  <a:lnTo>
                    <a:pt x="721381" y="1553134"/>
                  </a:lnTo>
                  <a:lnTo>
                    <a:pt x="722073" y="1557827"/>
                  </a:lnTo>
                  <a:lnTo>
                    <a:pt x="722827" y="1562519"/>
                  </a:lnTo>
                  <a:lnTo>
                    <a:pt x="723653" y="1567211"/>
                  </a:lnTo>
                  <a:lnTo>
                    <a:pt x="724548" y="1571903"/>
                  </a:lnTo>
                  <a:lnTo>
                    <a:pt x="725509" y="1576596"/>
                  </a:lnTo>
                  <a:lnTo>
                    <a:pt x="726537" y="1581288"/>
                  </a:lnTo>
                  <a:lnTo>
                    <a:pt x="727632" y="1585980"/>
                  </a:lnTo>
                  <a:lnTo>
                    <a:pt x="728793" y="1590672"/>
                  </a:lnTo>
                  <a:lnTo>
                    <a:pt x="730019" y="1595365"/>
                  </a:lnTo>
                  <a:lnTo>
                    <a:pt x="731315" y="1600057"/>
                  </a:lnTo>
                  <a:lnTo>
                    <a:pt x="732670" y="1604749"/>
                  </a:lnTo>
                  <a:lnTo>
                    <a:pt x="734077" y="1609441"/>
                  </a:lnTo>
                  <a:lnTo>
                    <a:pt x="735530" y="1614134"/>
                  </a:lnTo>
                  <a:lnTo>
                    <a:pt x="737022" y="1618826"/>
                  </a:lnTo>
                  <a:lnTo>
                    <a:pt x="738545" y="1623518"/>
                  </a:lnTo>
                  <a:lnTo>
                    <a:pt x="740092" y="1628210"/>
                  </a:lnTo>
                  <a:lnTo>
                    <a:pt x="741655" y="1632903"/>
                  </a:lnTo>
                  <a:lnTo>
                    <a:pt x="743220" y="1637595"/>
                  </a:lnTo>
                  <a:lnTo>
                    <a:pt x="744778" y="1642287"/>
                  </a:lnTo>
                  <a:lnTo>
                    <a:pt x="746319" y="1646979"/>
                  </a:lnTo>
                  <a:lnTo>
                    <a:pt x="747835" y="1651672"/>
                  </a:lnTo>
                  <a:lnTo>
                    <a:pt x="749318" y="1656364"/>
                  </a:lnTo>
                  <a:lnTo>
                    <a:pt x="750759" y="1661056"/>
                  </a:lnTo>
                  <a:lnTo>
                    <a:pt x="752146" y="1665748"/>
                  </a:lnTo>
                  <a:lnTo>
                    <a:pt x="753472" y="1670441"/>
                  </a:lnTo>
                  <a:lnTo>
                    <a:pt x="754739" y="1675133"/>
                  </a:lnTo>
                  <a:lnTo>
                    <a:pt x="755943" y="1679825"/>
                  </a:lnTo>
                  <a:lnTo>
                    <a:pt x="757084" y="1684517"/>
                  </a:lnTo>
                  <a:lnTo>
                    <a:pt x="758163" y="1689210"/>
                  </a:lnTo>
                  <a:lnTo>
                    <a:pt x="759182" y="1693902"/>
                  </a:lnTo>
                  <a:lnTo>
                    <a:pt x="760141" y="1698594"/>
                  </a:lnTo>
                  <a:lnTo>
                    <a:pt x="761049" y="1703286"/>
                  </a:lnTo>
                  <a:lnTo>
                    <a:pt x="761922" y="1707979"/>
                  </a:lnTo>
                  <a:lnTo>
                    <a:pt x="762769" y="1712671"/>
                  </a:lnTo>
                  <a:lnTo>
                    <a:pt x="763604" y="1717363"/>
                  </a:lnTo>
                  <a:lnTo>
                    <a:pt x="764441" y="1722055"/>
                  </a:lnTo>
                  <a:lnTo>
                    <a:pt x="765293" y="1726748"/>
                  </a:lnTo>
                  <a:lnTo>
                    <a:pt x="766181" y="1731440"/>
                  </a:lnTo>
                  <a:lnTo>
                    <a:pt x="767130" y="1736132"/>
                  </a:lnTo>
                  <a:lnTo>
                    <a:pt x="768153" y="1740824"/>
                  </a:lnTo>
                  <a:lnTo>
                    <a:pt x="769266" y="1745517"/>
                  </a:lnTo>
                  <a:lnTo>
                    <a:pt x="770485" y="1750209"/>
                  </a:lnTo>
                  <a:lnTo>
                    <a:pt x="771825" y="1754901"/>
                  </a:lnTo>
                  <a:lnTo>
                    <a:pt x="773301" y="1759593"/>
                  </a:lnTo>
                  <a:lnTo>
                    <a:pt x="774938" y="1764286"/>
                  </a:lnTo>
                  <a:lnTo>
                    <a:pt x="776757" y="1768978"/>
                  </a:lnTo>
                  <a:lnTo>
                    <a:pt x="778747" y="1773670"/>
                  </a:lnTo>
                  <a:lnTo>
                    <a:pt x="780912" y="1778362"/>
                  </a:lnTo>
                  <a:lnTo>
                    <a:pt x="783253" y="1783055"/>
                  </a:lnTo>
                  <a:lnTo>
                    <a:pt x="785771" y="1787747"/>
                  </a:lnTo>
                  <a:lnTo>
                    <a:pt x="788461" y="1792439"/>
                  </a:lnTo>
                  <a:lnTo>
                    <a:pt x="791326" y="1797131"/>
                  </a:lnTo>
                  <a:lnTo>
                    <a:pt x="794362" y="1801824"/>
                  </a:lnTo>
                  <a:lnTo>
                    <a:pt x="797531" y="1806516"/>
                  </a:lnTo>
                  <a:lnTo>
                    <a:pt x="800815" y="1811208"/>
                  </a:lnTo>
                  <a:lnTo>
                    <a:pt x="804194" y="1815900"/>
                  </a:lnTo>
                  <a:lnTo>
                    <a:pt x="807644" y="1820593"/>
                  </a:lnTo>
                  <a:lnTo>
                    <a:pt x="811141" y="1825285"/>
                  </a:lnTo>
                  <a:lnTo>
                    <a:pt x="814658" y="1829977"/>
                  </a:lnTo>
                  <a:lnTo>
                    <a:pt x="818160" y="1834669"/>
                  </a:lnTo>
                  <a:lnTo>
                    <a:pt x="821618" y="1839362"/>
                  </a:lnTo>
                  <a:lnTo>
                    <a:pt x="825006" y="1844054"/>
                  </a:lnTo>
                  <a:lnTo>
                    <a:pt x="828302" y="1848746"/>
                  </a:lnTo>
                  <a:lnTo>
                    <a:pt x="831486" y="1853438"/>
                  </a:lnTo>
                  <a:lnTo>
                    <a:pt x="834542" y="1858131"/>
                  </a:lnTo>
                  <a:lnTo>
                    <a:pt x="837452" y="1862823"/>
                  </a:lnTo>
                  <a:lnTo>
                    <a:pt x="840192" y="1867515"/>
                  </a:lnTo>
                  <a:lnTo>
                    <a:pt x="842789" y="1872207"/>
                  </a:lnTo>
                  <a:lnTo>
                    <a:pt x="845253" y="1876900"/>
                  </a:lnTo>
                  <a:lnTo>
                    <a:pt x="847602" y="1881592"/>
                  </a:lnTo>
                  <a:lnTo>
                    <a:pt x="849858" y="1886284"/>
                  </a:lnTo>
                  <a:lnTo>
                    <a:pt x="852053" y="1890976"/>
                  </a:lnTo>
                  <a:lnTo>
                    <a:pt x="854222" y="1895669"/>
                  </a:lnTo>
                  <a:lnTo>
                    <a:pt x="856425" y="1900361"/>
                  </a:lnTo>
                  <a:lnTo>
                    <a:pt x="858715" y="1905053"/>
                  </a:lnTo>
                  <a:lnTo>
                    <a:pt x="861146" y="1909745"/>
                  </a:lnTo>
                  <a:lnTo>
                    <a:pt x="863768" y="1914438"/>
                  </a:lnTo>
                  <a:lnTo>
                    <a:pt x="866637" y="1919130"/>
                  </a:lnTo>
                  <a:lnTo>
                    <a:pt x="869803" y="1923822"/>
                  </a:lnTo>
                  <a:lnTo>
                    <a:pt x="873323" y="1928514"/>
                  </a:lnTo>
                  <a:lnTo>
                    <a:pt x="877320" y="1933207"/>
                  </a:lnTo>
                  <a:lnTo>
                    <a:pt x="881768" y="1937899"/>
                  </a:lnTo>
                  <a:lnTo>
                    <a:pt x="886698" y="1942591"/>
                  </a:lnTo>
                  <a:lnTo>
                    <a:pt x="892133" y="1947283"/>
                  </a:lnTo>
                  <a:lnTo>
                    <a:pt x="898090" y="1951976"/>
                  </a:lnTo>
                  <a:lnTo>
                    <a:pt x="904582" y="1956668"/>
                  </a:lnTo>
                  <a:lnTo>
                    <a:pt x="911613" y="1961360"/>
                  </a:lnTo>
                  <a:lnTo>
                    <a:pt x="919285" y="1966052"/>
                  </a:lnTo>
                  <a:lnTo>
                    <a:pt x="927483" y="1970745"/>
                  </a:lnTo>
                  <a:lnTo>
                    <a:pt x="936192" y="1975437"/>
                  </a:lnTo>
                  <a:lnTo>
                    <a:pt x="945399" y="1980129"/>
                  </a:lnTo>
                  <a:lnTo>
                    <a:pt x="955084" y="1984821"/>
                  </a:lnTo>
                  <a:lnTo>
                    <a:pt x="965231" y="1989514"/>
                  </a:lnTo>
                  <a:lnTo>
                    <a:pt x="975820" y="1994206"/>
                  </a:lnTo>
                  <a:lnTo>
                    <a:pt x="986906" y="1998898"/>
                  </a:lnTo>
                  <a:lnTo>
                    <a:pt x="998394" y="2003590"/>
                  </a:lnTo>
                  <a:lnTo>
                    <a:pt x="1010260" y="2008283"/>
                  </a:lnTo>
                  <a:lnTo>
                    <a:pt x="1022489" y="2012975"/>
                  </a:lnTo>
                  <a:lnTo>
                    <a:pt x="1035062" y="2017667"/>
                  </a:lnTo>
                  <a:lnTo>
                    <a:pt x="1047961" y="2022359"/>
                  </a:lnTo>
                  <a:lnTo>
                    <a:pt x="1061169" y="2027052"/>
                  </a:lnTo>
                  <a:lnTo>
                    <a:pt x="1074709" y="2031744"/>
                  </a:lnTo>
                  <a:lnTo>
                    <a:pt x="1088509" y="2036436"/>
                  </a:lnTo>
                  <a:lnTo>
                    <a:pt x="1102535" y="2041128"/>
                  </a:lnTo>
                  <a:lnTo>
                    <a:pt x="1116756" y="2045821"/>
                  </a:lnTo>
                  <a:lnTo>
                    <a:pt x="1131138" y="2050513"/>
                  </a:lnTo>
                  <a:lnTo>
                    <a:pt x="1145643" y="2055205"/>
                  </a:lnTo>
                  <a:lnTo>
                    <a:pt x="1160230" y="2059897"/>
                  </a:lnTo>
                  <a:lnTo>
                    <a:pt x="1174845" y="2064590"/>
                  </a:lnTo>
                  <a:lnTo>
                    <a:pt x="1189417" y="2069282"/>
                  </a:lnTo>
                  <a:lnTo>
                    <a:pt x="1203888" y="2073974"/>
                  </a:lnTo>
                  <a:lnTo>
                    <a:pt x="1218194" y="2078666"/>
                  </a:lnTo>
                  <a:lnTo>
                    <a:pt x="1232268" y="2083359"/>
                  </a:lnTo>
                  <a:lnTo>
                    <a:pt x="1246041" y="2088051"/>
                  </a:lnTo>
                  <a:lnTo>
                    <a:pt x="1259438" y="2092743"/>
                  </a:lnTo>
                  <a:lnTo>
                    <a:pt x="1272297" y="2097435"/>
                  </a:lnTo>
                  <a:lnTo>
                    <a:pt x="1284556" y="2102128"/>
                  </a:lnTo>
                  <a:lnTo>
                    <a:pt x="1296152" y="2106820"/>
                  </a:lnTo>
                  <a:lnTo>
                    <a:pt x="1306998" y="2111512"/>
                  </a:lnTo>
                  <a:lnTo>
                    <a:pt x="1317005" y="2116204"/>
                  </a:lnTo>
                  <a:lnTo>
                    <a:pt x="1326084" y="2120897"/>
                  </a:lnTo>
                  <a:lnTo>
                    <a:pt x="1334144" y="2125589"/>
                  </a:lnTo>
                  <a:lnTo>
                    <a:pt x="1340932" y="2130281"/>
                  </a:lnTo>
                  <a:lnTo>
                    <a:pt x="1346419" y="2134973"/>
                  </a:lnTo>
                  <a:lnTo>
                    <a:pt x="1350595" y="2139666"/>
                  </a:lnTo>
                  <a:lnTo>
                    <a:pt x="1353390" y="2144358"/>
                  </a:lnTo>
                  <a:lnTo>
                    <a:pt x="1354738" y="2149050"/>
                  </a:lnTo>
                  <a:lnTo>
                    <a:pt x="1354581" y="2153742"/>
                  </a:lnTo>
                  <a:lnTo>
                    <a:pt x="1352873" y="2158435"/>
                  </a:lnTo>
                  <a:lnTo>
                    <a:pt x="1349377" y="2163127"/>
                  </a:lnTo>
                  <a:lnTo>
                    <a:pt x="1344142" y="2167819"/>
                  </a:lnTo>
                  <a:lnTo>
                    <a:pt x="1337286" y="2172511"/>
                  </a:lnTo>
                  <a:lnTo>
                    <a:pt x="1328821" y="2177204"/>
                  </a:lnTo>
                  <a:lnTo>
                    <a:pt x="1318774" y="2181896"/>
                  </a:lnTo>
                  <a:lnTo>
                    <a:pt x="1307182" y="2186588"/>
                  </a:lnTo>
                  <a:lnTo>
                    <a:pt x="1294101" y="2191280"/>
                  </a:lnTo>
                  <a:lnTo>
                    <a:pt x="1279455" y="2195973"/>
                  </a:lnTo>
                  <a:lnTo>
                    <a:pt x="1263391" y="2200665"/>
                  </a:lnTo>
                  <a:lnTo>
                    <a:pt x="1246140" y="2205357"/>
                  </a:lnTo>
                  <a:lnTo>
                    <a:pt x="1227815" y="2210049"/>
                  </a:lnTo>
                  <a:lnTo>
                    <a:pt x="1208540" y="2214742"/>
                  </a:lnTo>
                  <a:lnTo>
                    <a:pt x="1188448" y="2219434"/>
                  </a:lnTo>
                  <a:lnTo>
                    <a:pt x="1167678" y="2224126"/>
                  </a:lnTo>
                  <a:lnTo>
                    <a:pt x="1146342" y="2228818"/>
                  </a:lnTo>
                  <a:lnTo>
                    <a:pt x="1124639" y="2233511"/>
                  </a:lnTo>
                  <a:lnTo>
                    <a:pt x="1102769" y="2238203"/>
                  </a:lnTo>
                  <a:lnTo>
                    <a:pt x="1080879" y="2242895"/>
                  </a:lnTo>
                  <a:lnTo>
                    <a:pt x="1059108" y="2247587"/>
                  </a:lnTo>
                  <a:lnTo>
                    <a:pt x="1037592" y="2252280"/>
                  </a:lnTo>
                  <a:lnTo>
                    <a:pt x="1016458" y="2256972"/>
                  </a:lnTo>
                  <a:lnTo>
                    <a:pt x="995881" y="2261664"/>
                  </a:lnTo>
                  <a:lnTo>
                    <a:pt x="976021" y="2266356"/>
                  </a:lnTo>
                  <a:lnTo>
                    <a:pt x="956906" y="2271049"/>
                  </a:lnTo>
                  <a:lnTo>
                    <a:pt x="938611" y="2275741"/>
                  </a:lnTo>
                  <a:lnTo>
                    <a:pt x="921198" y="2280433"/>
                  </a:lnTo>
                  <a:lnTo>
                    <a:pt x="904716" y="2285125"/>
                  </a:lnTo>
                  <a:lnTo>
                    <a:pt x="889202" y="2289818"/>
                  </a:lnTo>
                  <a:lnTo>
                    <a:pt x="874750" y="2294510"/>
                  </a:lnTo>
                  <a:lnTo>
                    <a:pt x="861424" y="2299202"/>
                  </a:lnTo>
                  <a:lnTo>
                    <a:pt x="849086" y="2303894"/>
                  </a:lnTo>
                  <a:lnTo>
                    <a:pt x="837717" y="2308587"/>
                  </a:lnTo>
                  <a:lnTo>
                    <a:pt x="827286" y="2313279"/>
                  </a:lnTo>
                  <a:lnTo>
                    <a:pt x="817754" y="2317971"/>
                  </a:lnTo>
                  <a:lnTo>
                    <a:pt x="809075" y="2322663"/>
                  </a:lnTo>
                  <a:lnTo>
                    <a:pt x="801239" y="2327356"/>
                  </a:lnTo>
                  <a:lnTo>
                    <a:pt x="794223" y="2332048"/>
                  </a:lnTo>
                  <a:lnTo>
                    <a:pt x="787852" y="2336740"/>
                  </a:lnTo>
                  <a:lnTo>
                    <a:pt x="782058" y="2341432"/>
                  </a:lnTo>
                  <a:lnTo>
                    <a:pt x="776771" y="2346125"/>
                  </a:lnTo>
                  <a:lnTo>
                    <a:pt x="771924" y="2350817"/>
                  </a:lnTo>
                  <a:lnTo>
                    <a:pt x="767447" y="2355509"/>
                  </a:lnTo>
                  <a:lnTo>
                    <a:pt x="763287" y="2360201"/>
                  </a:lnTo>
                  <a:lnTo>
                    <a:pt x="759386" y="2364894"/>
                  </a:lnTo>
                  <a:lnTo>
                    <a:pt x="755647" y="2369586"/>
                  </a:lnTo>
                  <a:lnTo>
                    <a:pt x="752021" y="2374278"/>
                  </a:lnTo>
                  <a:lnTo>
                    <a:pt x="748468" y="2378970"/>
                  </a:lnTo>
                  <a:lnTo>
                    <a:pt x="744955" y="2383663"/>
                  </a:lnTo>
                  <a:lnTo>
                    <a:pt x="741453" y="2388355"/>
                  </a:lnTo>
                  <a:lnTo>
                    <a:pt x="737944" y="2393047"/>
                  </a:lnTo>
                  <a:lnTo>
                    <a:pt x="734413" y="2397739"/>
                  </a:lnTo>
                  <a:close/>
                </a:path>
              </a:pathLst>
            </a:custGeom>
            <a:solidFill>
              <a:srgbClr val="F2975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4608633" y="3778882"/>
              <a:ext cx="541669" cy="4174971"/>
            </a:xfrm>
            <a:custGeom>
              <a:avLst/>
              <a:pathLst>
                <a:path w="541669" h="4174971">
                  <a:moveTo>
                    <a:pt x="229414" y="4174971"/>
                  </a:moveTo>
                  <a:lnTo>
                    <a:pt x="226910" y="4166801"/>
                  </a:lnTo>
                  <a:lnTo>
                    <a:pt x="224371" y="4158631"/>
                  </a:lnTo>
                  <a:lnTo>
                    <a:pt x="221790" y="4150461"/>
                  </a:lnTo>
                  <a:lnTo>
                    <a:pt x="219167" y="4142290"/>
                  </a:lnTo>
                  <a:lnTo>
                    <a:pt x="216501" y="4134120"/>
                  </a:lnTo>
                  <a:lnTo>
                    <a:pt x="213785" y="4125950"/>
                  </a:lnTo>
                  <a:lnTo>
                    <a:pt x="211013" y="4117780"/>
                  </a:lnTo>
                  <a:lnTo>
                    <a:pt x="208178" y="4109610"/>
                  </a:lnTo>
                  <a:lnTo>
                    <a:pt x="205261" y="4101439"/>
                  </a:lnTo>
                  <a:lnTo>
                    <a:pt x="202244" y="4093269"/>
                  </a:lnTo>
                  <a:lnTo>
                    <a:pt x="199125" y="4085099"/>
                  </a:lnTo>
                  <a:lnTo>
                    <a:pt x="195893" y="4076929"/>
                  </a:lnTo>
                  <a:lnTo>
                    <a:pt x="192535" y="4068759"/>
                  </a:lnTo>
                  <a:lnTo>
                    <a:pt x="189039" y="4060588"/>
                  </a:lnTo>
                  <a:lnTo>
                    <a:pt x="185383" y="4052418"/>
                  </a:lnTo>
                  <a:lnTo>
                    <a:pt x="181531" y="4044248"/>
                  </a:lnTo>
                  <a:lnTo>
                    <a:pt x="177501" y="4036078"/>
                  </a:lnTo>
                  <a:lnTo>
                    <a:pt x="173283" y="4027908"/>
                  </a:lnTo>
                  <a:lnTo>
                    <a:pt x="168870" y="4019737"/>
                  </a:lnTo>
                  <a:lnTo>
                    <a:pt x="164257" y="4011567"/>
                  </a:lnTo>
                  <a:lnTo>
                    <a:pt x="159436" y="4003397"/>
                  </a:lnTo>
                  <a:lnTo>
                    <a:pt x="154362" y="3995227"/>
                  </a:lnTo>
                  <a:lnTo>
                    <a:pt x="149086" y="3987057"/>
                  </a:lnTo>
                  <a:lnTo>
                    <a:pt x="143613" y="3978886"/>
                  </a:lnTo>
                  <a:lnTo>
                    <a:pt x="137950" y="3970716"/>
                  </a:lnTo>
                  <a:lnTo>
                    <a:pt x="132108" y="3962546"/>
                  </a:lnTo>
                  <a:lnTo>
                    <a:pt x="126102" y="3954376"/>
                  </a:lnTo>
                  <a:lnTo>
                    <a:pt x="119922" y="3946206"/>
                  </a:lnTo>
                  <a:lnTo>
                    <a:pt x="113623" y="3938035"/>
                  </a:lnTo>
                  <a:lnTo>
                    <a:pt x="107232" y="3929865"/>
                  </a:lnTo>
                  <a:lnTo>
                    <a:pt x="100776" y="3921695"/>
                  </a:lnTo>
                  <a:lnTo>
                    <a:pt x="94283" y="3913525"/>
                  </a:lnTo>
                  <a:lnTo>
                    <a:pt x="87781" y="3905355"/>
                  </a:lnTo>
                  <a:lnTo>
                    <a:pt x="81312" y="3897184"/>
                  </a:lnTo>
                  <a:lnTo>
                    <a:pt x="74919" y="3889014"/>
                  </a:lnTo>
                  <a:lnTo>
                    <a:pt x="68631" y="3880844"/>
                  </a:lnTo>
                  <a:lnTo>
                    <a:pt x="62478" y="3872674"/>
                  </a:lnTo>
                  <a:lnTo>
                    <a:pt x="56492" y="3864504"/>
                  </a:lnTo>
                  <a:lnTo>
                    <a:pt x="50700" y="3856333"/>
                  </a:lnTo>
                  <a:lnTo>
                    <a:pt x="45165" y="3848163"/>
                  </a:lnTo>
                  <a:lnTo>
                    <a:pt x="39915" y="3839993"/>
                  </a:lnTo>
                  <a:lnTo>
                    <a:pt x="34947" y="3831823"/>
                  </a:lnTo>
                  <a:lnTo>
                    <a:pt x="30278" y="3823653"/>
                  </a:lnTo>
                  <a:lnTo>
                    <a:pt x="25922" y="3815482"/>
                  </a:lnTo>
                  <a:lnTo>
                    <a:pt x="21891" y="3807312"/>
                  </a:lnTo>
                  <a:lnTo>
                    <a:pt x="18224" y="3799142"/>
                  </a:lnTo>
                  <a:lnTo>
                    <a:pt x="14946" y="3790972"/>
                  </a:lnTo>
                  <a:lnTo>
                    <a:pt x="12008" y="3782802"/>
                  </a:lnTo>
                  <a:lnTo>
                    <a:pt x="9406" y="3774631"/>
                  </a:lnTo>
                  <a:lnTo>
                    <a:pt x="7134" y="3766461"/>
                  </a:lnTo>
                  <a:lnTo>
                    <a:pt x="5187" y="3758291"/>
                  </a:lnTo>
                  <a:lnTo>
                    <a:pt x="3569" y="3750121"/>
                  </a:lnTo>
                  <a:lnTo>
                    <a:pt x="2309" y="3741951"/>
                  </a:lnTo>
                  <a:lnTo>
                    <a:pt x="1335" y="3733780"/>
                  </a:lnTo>
                  <a:lnTo>
                    <a:pt x="633" y="3725610"/>
                  </a:lnTo>
                  <a:lnTo>
                    <a:pt x="192" y="3717440"/>
                  </a:lnTo>
                  <a:lnTo>
                    <a:pt x="0" y="3709270"/>
                  </a:lnTo>
                  <a:lnTo>
                    <a:pt x="45" y="3701100"/>
                  </a:lnTo>
                  <a:lnTo>
                    <a:pt x="363" y="3692929"/>
                  </a:lnTo>
                  <a:lnTo>
                    <a:pt x="890" y="3684759"/>
                  </a:lnTo>
                  <a:lnTo>
                    <a:pt x="1616" y="3676589"/>
                  </a:lnTo>
                  <a:lnTo>
                    <a:pt x="2533" y="3668419"/>
                  </a:lnTo>
                  <a:lnTo>
                    <a:pt x="3634" y="3660249"/>
                  </a:lnTo>
                  <a:lnTo>
                    <a:pt x="4911" y="3652078"/>
                  </a:lnTo>
                  <a:lnTo>
                    <a:pt x="6392" y="3643908"/>
                  </a:lnTo>
                  <a:lnTo>
                    <a:pt x="8039" y="3635738"/>
                  </a:lnTo>
                  <a:lnTo>
                    <a:pt x="9841" y="3627568"/>
                  </a:lnTo>
                  <a:lnTo>
                    <a:pt x="11792" y="3619398"/>
                  </a:lnTo>
                  <a:lnTo>
                    <a:pt x="13887" y="3611227"/>
                  </a:lnTo>
                  <a:lnTo>
                    <a:pt x="16117" y="3603057"/>
                  </a:lnTo>
                  <a:lnTo>
                    <a:pt x="18496" y="3594887"/>
                  </a:lnTo>
                  <a:lnTo>
                    <a:pt x="20999" y="3586717"/>
                  </a:lnTo>
                  <a:lnTo>
                    <a:pt x="23607" y="3578547"/>
                  </a:lnTo>
                  <a:lnTo>
                    <a:pt x="26308" y="3570376"/>
                  </a:lnTo>
                  <a:lnTo>
                    <a:pt x="29092" y="3562206"/>
                  </a:lnTo>
                  <a:lnTo>
                    <a:pt x="31945" y="3554036"/>
                  </a:lnTo>
                  <a:lnTo>
                    <a:pt x="34859" y="3545866"/>
                  </a:lnTo>
                  <a:lnTo>
                    <a:pt x="37811" y="3537696"/>
                  </a:lnTo>
                  <a:lnTo>
                    <a:pt x="40781" y="3529525"/>
                  </a:lnTo>
                  <a:lnTo>
                    <a:pt x="43755" y="3521355"/>
                  </a:lnTo>
                  <a:lnTo>
                    <a:pt x="46716" y="3513185"/>
                  </a:lnTo>
                  <a:lnTo>
                    <a:pt x="49653" y="3505015"/>
                  </a:lnTo>
                  <a:lnTo>
                    <a:pt x="52546" y="3496845"/>
                  </a:lnTo>
                  <a:lnTo>
                    <a:pt x="55375" y="3488674"/>
                  </a:lnTo>
                  <a:lnTo>
                    <a:pt x="58137" y="3480504"/>
                  </a:lnTo>
                  <a:lnTo>
                    <a:pt x="60824" y="3472334"/>
                  </a:lnTo>
                  <a:lnTo>
                    <a:pt x="63430" y="3464164"/>
                  </a:lnTo>
                  <a:lnTo>
                    <a:pt x="65951" y="3455994"/>
                  </a:lnTo>
                  <a:lnTo>
                    <a:pt x="68381" y="3447823"/>
                  </a:lnTo>
                  <a:lnTo>
                    <a:pt x="70707" y="3439653"/>
                  </a:lnTo>
                  <a:lnTo>
                    <a:pt x="72950" y="3431483"/>
                  </a:lnTo>
                  <a:lnTo>
                    <a:pt x="75117" y="3423313"/>
                  </a:lnTo>
                  <a:lnTo>
                    <a:pt x="77214" y="3415143"/>
                  </a:lnTo>
                  <a:lnTo>
                    <a:pt x="79248" y="3406972"/>
                  </a:lnTo>
                  <a:lnTo>
                    <a:pt x="81230" y="3398802"/>
                  </a:lnTo>
                  <a:lnTo>
                    <a:pt x="83162" y="3390632"/>
                  </a:lnTo>
                  <a:lnTo>
                    <a:pt x="85069" y="3382462"/>
                  </a:lnTo>
                  <a:lnTo>
                    <a:pt x="86959" y="3374292"/>
                  </a:lnTo>
                  <a:lnTo>
                    <a:pt x="88842" y="3366121"/>
                  </a:lnTo>
                  <a:lnTo>
                    <a:pt x="90726" y="3357951"/>
                  </a:lnTo>
                  <a:lnTo>
                    <a:pt x="92619" y="3349781"/>
                  </a:lnTo>
                  <a:lnTo>
                    <a:pt x="94531" y="3341611"/>
                  </a:lnTo>
                  <a:lnTo>
                    <a:pt x="96462" y="3333441"/>
                  </a:lnTo>
                  <a:lnTo>
                    <a:pt x="98413" y="3325270"/>
                  </a:lnTo>
                  <a:lnTo>
                    <a:pt x="100382" y="3317100"/>
                  </a:lnTo>
                  <a:lnTo>
                    <a:pt x="102365" y="3308930"/>
                  </a:lnTo>
                  <a:lnTo>
                    <a:pt x="104359" y="3300760"/>
                  </a:lnTo>
                  <a:lnTo>
                    <a:pt x="106354" y="3292590"/>
                  </a:lnTo>
                  <a:lnTo>
                    <a:pt x="108340" y="3284419"/>
                  </a:lnTo>
                  <a:lnTo>
                    <a:pt x="110306" y="3276249"/>
                  </a:lnTo>
                  <a:lnTo>
                    <a:pt x="112242" y="3268079"/>
                  </a:lnTo>
                  <a:lnTo>
                    <a:pt x="114138" y="3259909"/>
                  </a:lnTo>
                  <a:lnTo>
                    <a:pt x="115985" y="3251739"/>
                  </a:lnTo>
                  <a:lnTo>
                    <a:pt x="117765" y="3243568"/>
                  </a:lnTo>
                  <a:lnTo>
                    <a:pt x="119467" y="3235398"/>
                  </a:lnTo>
                  <a:lnTo>
                    <a:pt x="121094" y="3227228"/>
                  </a:lnTo>
                  <a:lnTo>
                    <a:pt x="122641" y="3219058"/>
                  </a:lnTo>
                  <a:lnTo>
                    <a:pt x="124108" y="3210888"/>
                  </a:lnTo>
                  <a:lnTo>
                    <a:pt x="125495" y="3202717"/>
                  </a:lnTo>
                  <a:lnTo>
                    <a:pt x="126800" y="3194547"/>
                  </a:lnTo>
                  <a:lnTo>
                    <a:pt x="128023" y="3186377"/>
                  </a:lnTo>
                  <a:lnTo>
                    <a:pt x="129186" y="3178207"/>
                  </a:lnTo>
                  <a:lnTo>
                    <a:pt x="130300" y="3170037"/>
                  </a:lnTo>
                  <a:lnTo>
                    <a:pt x="131377" y="3161866"/>
                  </a:lnTo>
                  <a:lnTo>
                    <a:pt x="132429" y="3153696"/>
                  </a:lnTo>
                  <a:lnTo>
                    <a:pt x="133471" y="3145526"/>
                  </a:lnTo>
                  <a:lnTo>
                    <a:pt x="134526" y="3137356"/>
                  </a:lnTo>
                  <a:lnTo>
                    <a:pt x="135610" y="3129186"/>
                  </a:lnTo>
                  <a:lnTo>
                    <a:pt x="136739" y="3121015"/>
                  </a:lnTo>
                  <a:lnTo>
                    <a:pt x="137927" y="3112845"/>
                  </a:lnTo>
                  <a:lnTo>
                    <a:pt x="139187" y="3104675"/>
                  </a:lnTo>
                  <a:lnTo>
                    <a:pt x="140533" y="3096505"/>
                  </a:lnTo>
                  <a:lnTo>
                    <a:pt x="142002" y="3088335"/>
                  </a:lnTo>
                  <a:lnTo>
                    <a:pt x="143583" y="3080164"/>
                  </a:lnTo>
                  <a:lnTo>
                    <a:pt x="145282" y="3071994"/>
                  </a:lnTo>
                  <a:lnTo>
                    <a:pt x="147104" y="3063824"/>
                  </a:lnTo>
                  <a:lnTo>
                    <a:pt x="149051" y="3055654"/>
                  </a:lnTo>
                  <a:lnTo>
                    <a:pt x="151124" y="3047484"/>
                  </a:lnTo>
                  <a:lnTo>
                    <a:pt x="153346" y="3039313"/>
                  </a:lnTo>
                  <a:lnTo>
                    <a:pt x="155692" y="3031143"/>
                  </a:lnTo>
                  <a:lnTo>
                    <a:pt x="158150" y="3022973"/>
                  </a:lnTo>
                  <a:lnTo>
                    <a:pt x="160712" y="3014803"/>
                  </a:lnTo>
                  <a:lnTo>
                    <a:pt x="163367" y="3006633"/>
                  </a:lnTo>
                  <a:lnTo>
                    <a:pt x="166106" y="2998462"/>
                  </a:lnTo>
                  <a:lnTo>
                    <a:pt x="168923" y="2990292"/>
                  </a:lnTo>
                  <a:lnTo>
                    <a:pt x="171795" y="2982122"/>
                  </a:lnTo>
                  <a:lnTo>
                    <a:pt x="174701" y="2973952"/>
                  </a:lnTo>
                  <a:lnTo>
                    <a:pt x="177626" y="2965782"/>
                  </a:lnTo>
                  <a:lnTo>
                    <a:pt x="180554" y="2957611"/>
                  </a:lnTo>
                  <a:lnTo>
                    <a:pt x="183471" y="2949441"/>
                  </a:lnTo>
                  <a:lnTo>
                    <a:pt x="186355" y="2941271"/>
                  </a:lnTo>
                  <a:lnTo>
                    <a:pt x="189186" y="2933101"/>
                  </a:lnTo>
                  <a:lnTo>
                    <a:pt x="191953" y="2924931"/>
                  </a:lnTo>
                  <a:lnTo>
                    <a:pt x="194644" y="2916760"/>
                  </a:lnTo>
                  <a:lnTo>
                    <a:pt x="197249" y="2908590"/>
                  </a:lnTo>
                  <a:lnTo>
                    <a:pt x="199758" y="2900420"/>
                  </a:lnTo>
                  <a:lnTo>
                    <a:pt x="202155" y="2892250"/>
                  </a:lnTo>
                  <a:lnTo>
                    <a:pt x="204419" y="2884080"/>
                  </a:lnTo>
                  <a:lnTo>
                    <a:pt x="206566" y="2875910"/>
                  </a:lnTo>
                  <a:lnTo>
                    <a:pt x="208593" y="2867739"/>
                  </a:lnTo>
                  <a:lnTo>
                    <a:pt x="210501" y="2859569"/>
                  </a:lnTo>
                  <a:lnTo>
                    <a:pt x="212292" y="2851399"/>
                  </a:lnTo>
                  <a:lnTo>
                    <a:pt x="213967" y="2843229"/>
                  </a:lnTo>
                  <a:lnTo>
                    <a:pt x="215512" y="2835059"/>
                  </a:lnTo>
                  <a:lnTo>
                    <a:pt x="216959" y="2826888"/>
                  </a:lnTo>
                  <a:lnTo>
                    <a:pt x="218318" y="2818718"/>
                  </a:lnTo>
                  <a:lnTo>
                    <a:pt x="219598" y="2810548"/>
                  </a:lnTo>
                  <a:lnTo>
                    <a:pt x="220808" y="2802378"/>
                  </a:lnTo>
                  <a:lnTo>
                    <a:pt x="221960" y="2794208"/>
                  </a:lnTo>
                  <a:lnTo>
                    <a:pt x="223057" y="2786037"/>
                  </a:lnTo>
                  <a:lnTo>
                    <a:pt x="224122" y="2777867"/>
                  </a:lnTo>
                  <a:lnTo>
                    <a:pt x="225166" y="2769697"/>
                  </a:lnTo>
                  <a:lnTo>
                    <a:pt x="226199" y="2761527"/>
                  </a:lnTo>
                  <a:lnTo>
                    <a:pt x="227228" y="2753357"/>
                  </a:lnTo>
                  <a:lnTo>
                    <a:pt x="228261" y="2745186"/>
                  </a:lnTo>
                  <a:lnTo>
                    <a:pt x="229307" y="2737016"/>
                  </a:lnTo>
                  <a:lnTo>
                    <a:pt x="230372" y="2728846"/>
                  </a:lnTo>
                  <a:lnTo>
                    <a:pt x="231456" y="2720676"/>
                  </a:lnTo>
                  <a:lnTo>
                    <a:pt x="232560" y="2712506"/>
                  </a:lnTo>
                  <a:lnTo>
                    <a:pt x="233685" y="2704335"/>
                  </a:lnTo>
                  <a:lnTo>
                    <a:pt x="234830" y="2696165"/>
                  </a:lnTo>
                  <a:lnTo>
                    <a:pt x="235993" y="2687995"/>
                  </a:lnTo>
                  <a:lnTo>
                    <a:pt x="237169" y="2679825"/>
                  </a:lnTo>
                  <a:lnTo>
                    <a:pt x="238351" y="2671655"/>
                  </a:lnTo>
                  <a:lnTo>
                    <a:pt x="239533" y="2663484"/>
                  </a:lnTo>
                  <a:lnTo>
                    <a:pt x="240711" y="2655314"/>
                  </a:lnTo>
                  <a:lnTo>
                    <a:pt x="241878" y="2647144"/>
                  </a:lnTo>
                  <a:lnTo>
                    <a:pt x="243026" y="2638974"/>
                  </a:lnTo>
                  <a:lnTo>
                    <a:pt x="244145" y="2630804"/>
                  </a:lnTo>
                  <a:lnTo>
                    <a:pt x="245233" y="2622633"/>
                  </a:lnTo>
                  <a:lnTo>
                    <a:pt x="246285" y="2614463"/>
                  </a:lnTo>
                  <a:lnTo>
                    <a:pt x="247297" y="2606293"/>
                  </a:lnTo>
                  <a:lnTo>
                    <a:pt x="248265" y="2598123"/>
                  </a:lnTo>
                  <a:lnTo>
                    <a:pt x="249183" y="2589953"/>
                  </a:lnTo>
                  <a:lnTo>
                    <a:pt x="250042" y="2581782"/>
                  </a:lnTo>
                  <a:lnTo>
                    <a:pt x="250850" y="2573612"/>
                  </a:lnTo>
                  <a:lnTo>
                    <a:pt x="251606" y="2565442"/>
                  </a:lnTo>
                  <a:lnTo>
                    <a:pt x="252311" y="2557272"/>
                  </a:lnTo>
                  <a:lnTo>
                    <a:pt x="252966" y="2549102"/>
                  </a:lnTo>
                  <a:lnTo>
                    <a:pt x="253571" y="2540931"/>
                  </a:lnTo>
                  <a:lnTo>
                    <a:pt x="254121" y="2532761"/>
                  </a:lnTo>
                  <a:lnTo>
                    <a:pt x="254627" y="2524591"/>
                  </a:lnTo>
                  <a:lnTo>
                    <a:pt x="255095" y="2516421"/>
                  </a:lnTo>
                  <a:lnTo>
                    <a:pt x="255528" y="2508251"/>
                  </a:lnTo>
                  <a:lnTo>
                    <a:pt x="255928" y="2500080"/>
                  </a:lnTo>
                  <a:lnTo>
                    <a:pt x="256301" y="2491910"/>
                  </a:lnTo>
                  <a:lnTo>
                    <a:pt x="256647" y="2483740"/>
                  </a:lnTo>
                  <a:lnTo>
                    <a:pt x="256974" y="2475570"/>
                  </a:lnTo>
                  <a:lnTo>
                    <a:pt x="257289" y="2467400"/>
                  </a:lnTo>
                  <a:lnTo>
                    <a:pt x="257594" y="2459229"/>
                  </a:lnTo>
                  <a:lnTo>
                    <a:pt x="257895" y="2451059"/>
                  </a:lnTo>
                  <a:lnTo>
                    <a:pt x="258193" y="2442889"/>
                  </a:lnTo>
                  <a:lnTo>
                    <a:pt x="258493" y="2434719"/>
                  </a:lnTo>
                  <a:lnTo>
                    <a:pt x="258800" y="2426549"/>
                  </a:lnTo>
                  <a:lnTo>
                    <a:pt x="259115" y="2418378"/>
                  </a:lnTo>
                  <a:lnTo>
                    <a:pt x="259440" y="2410208"/>
                  </a:lnTo>
                  <a:lnTo>
                    <a:pt x="259777" y="2402038"/>
                  </a:lnTo>
                  <a:lnTo>
                    <a:pt x="260126" y="2393868"/>
                  </a:lnTo>
                  <a:lnTo>
                    <a:pt x="260489" y="2385698"/>
                  </a:lnTo>
                  <a:lnTo>
                    <a:pt x="260866" y="2377527"/>
                  </a:lnTo>
                  <a:lnTo>
                    <a:pt x="261255" y="2369357"/>
                  </a:lnTo>
                  <a:lnTo>
                    <a:pt x="261655" y="2361187"/>
                  </a:lnTo>
                  <a:lnTo>
                    <a:pt x="262063" y="2353017"/>
                  </a:lnTo>
                  <a:lnTo>
                    <a:pt x="262477" y="2344847"/>
                  </a:lnTo>
                  <a:lnTo>
                    <a:pt x="262897" y="2336676"/>
                  </a:lnTo>
                  <a:lnTo>
                    <a:pt x="263316" y="2328506"/>
                  </a:lnTo>
                  <a:lnTo>
                    <a:pt x="263733" y="2320336"/>
                  </a:lnTo>
                  <a:lnTo>
                    <a:pt x="264144" y="2312166"/>
                  </a:lnTo>
                  <a:lnTo>
                    <a:pt x="264547" y="2303996"/>
                  </a:lnTo>
                  <a:lnTo>
                    <a:pt x="264937" y="2295825"/>
                  </a:lnTo>
                  <a:lnTo>
                    <a:pt x="265311" y="2287655"/>
                  </a:lnTo>
                  <a:lnTo>
                    <a:pt x="265664" y="2279485"/>
                  </a:lnTo>
                  <a:lnTo>
                    <a:pt x="265995" y="2271315"/>
                  </a:lnTo>
                  <a:lnTo>
                    <a:pt x="266302" y="2263145"/>
                  </a:lnTo>
                  <a:lnTo>
                    <a:pt x="266583" y="2254974"/>
                  </a:lnTo>
                  <a:lnTo>
                    <a:pt x="266838" y="2246804"/>
                  </a:lnTo>
                  <a:lnTo>
                    <a:pt x="267064" y="2238634"/>
                  </a:lnTo>
                  <a:lnTo>
                    <a:pt x="267255" y="2230464"/>
                  </a:lnTo>
                  <a:lnTo>
                    <a:pt x="267417" y="2222294"/>
                  </a:lnTo>
                  <a:lnTo>
                    <a:pt x="267550" y="2214123"/>
                  </a:lnTo>
                  <a:lnTo>
                    <a:pt x="267656" y="2205953"/>
                  </a:lnTo>
                  <a:lnTo>
                    <a:pt x="267734" y="2197783"/>
                  </a:lnTo>
                  <a:lnTo>
                    <a:pt x="267787" y="2189613"/>
                  </a:lnTo>
                  <a:lnTo>
                    <a:pt x="267812" y="2181443"/>
                  </a:lnTo>
                  <a:lnTo>
                    <a:pt x="267815" y="2173272"/>
                  </a:lnTo>
                  <a:lnTo>
                    <a:pt x="267801" y="2165102"/>
                  </a:lnTo>
                  <a:lnTo>
                    <a:pt x="267770" y="2156932"/>
                  </a:lnTo>
                  <a:lnTo>
                    <a:pt x="267727" y="2148762"/>
                  </a:lnTo>
                  <a:lnTo>
                    <a:pt x="267673" y="2140592"/>
                  </a:lnTo>
                  <a:lnTo>
                    <a:pt x="267610" y="2132421"/>
                  </a:lnTo>
                  <a:lnTo>
                    <a:pt x="267544" y="2124251"/>
                  </a:lnTo>
                  <a:lnTo>
                    <a:pt x="267476" y="2116081"/>
                  </a:lnTo>
                  <a:lnTo>
                    <a:pt x="267411" y="2107911"/>
                  </a:lnTo>
                  <a:lnTo>
                    <a:pt x="267349" y="2099741"/>
                  </a:lnTo>
                  <a:lnTo>
                    <a:pt x="267293" y="2091570"/>
                  </a:lnTo>
                  <a:lnTo>
                    <a:pt x="267246" y="2083400"/>
                  </a:lnTo>
                  <a:lnTo>
                    <a:pt x="267212" y="2075230"/>
                  </a:lnTo>
                  <a:lnTo>
                    <a:pt x="267189" y="2067060"/>
                  </a:lnTo>
                  <a:lnTo>
                    <a:pt x="267180" y="2058890"/>
                  </a:lnTo>
                  <a:lnTo>
                    <a:pt x="267185" y="2050719"/>
                  </a:lnTo>
                  <a:lnTo>
                    <a:pt x="267205" y="2042549"/>
                  </a:lnTo>
                  <a:lnTo>
                    <a:pt x="267241" y="2034379"/>
                  </a:lnTo>
                  <a:lnTo>
                    <a:pt x="267294" y="2026209"/>
                  </a:lnTo>
                  <a:lnTo>
                    <a:pt x="267362" y="2018039"/>
                  </a:lnTo>
                  <a:lnTo>
                    <a:pt x="267445" y="2009868"/>
                  </a:lnTo>
                  <a:lnTo>
                    <a:pt x="267540" y="2001698"/>
                  </a:lnTo>
                  <a:lnTo>
                    <a:pt x="267649" y="1993528"/>
                  </a:lnTo>
                  <a:lnTo>
                    <a:pt x="267769" y="1985358"/>
                  </a:lnTo>
                  <a:lnTo>
                    <a:pt x="267901" y="1977188"/>
                  </a:lnTo>
                  <a:lnTo>
                    <a:pt x="268041" y="1969017"/>
                  </a:lnTo>
                  <a:lnTo>
                    <a:pt x="268188" y="1960847"/>
                  </a:lnTo>
                  <a:lnTo>
                    <a:pt x="268339" y="1952677"/>
                  </a:lnTo>
                  <a:lnTo>
                    <a:pt x="268495" y="1944507"/>
                  </a:lnTo>
                  <a:lnTo>
                    <a:pt x="268652" y="1936337"/>
                  </a:lnTo>
                  <a:lnTo>
                    <a:pt x="268810" y="1928166"/>
                  </a:lnTo>
                  <a:lnTo>
                    <a:pt x="268967" y="1919996"/>
                  </a:lnTo>
                  <a:lnTo>
                    <a:pt x="269120" y="1911826"/>
                  </a:lnTo>
                  <a:lnTo>
                    <a:pt x="269270" y="1903656"/>
                  </a:lnTo>
                  <a:lnTo>
                    <a:pt x="269415" y="1895486"/>
                  </a:lnTo>
                  <a:lnTo>
                    <a:pt x="269554" y="1887315"/>
                  </a:lnTo>
                  <a:lnTo>
                    <a:pt x="269685" y="1879145"/>
                  </a:lnTo>
                  <a:lnTo>
                    <a:pt x="269808" y="1870975"/>
                  </a:lnTo>
                  <a:lnTo>
                    <a:pt x="269924" y="1862805"/>
                  </a:lnTo>
                  <a:lnTo>
                    <a:pt x="270031" y="1854635"/>
                  </a:lnTo>
                  <a:lnTo>
                    <a:pt x="270130" y="1846464"/>
                  </a:lnTo>
                  <a:lnTo>
                    <a:pt x="270221" y="1838294"/>
                  </a:lnTo>
                  <a:lnTo>
                    <a:pt x="270303" y="1830124"/>
                  </a:lnTo>
                  <a:lnTo>
                    <a:pt x="270376" y="1821954"/>
                  </a:lnTo>
                  <a:lnTo>
                    <a:pt x="270441" y="1813784"/>
                  </a:lnTo>
                  <a:lnTo>
                    <a:pt x="270500" y="1805613"/>
                  </a:lnTo>
                  <a:lnTo>
                    <a:pt x="270551" y="1797443"/>
                  </a:lnTo>
                  <a:lnTo>
                    <a:pt x="270597" y="1789273"/>
                  </a:lnTo>
                  <a:lnTo>
                    <a:pt x="270636" y="1781103"/>
                  </a:lnTo>
                  <a:lnTo>
                    <a:pt x="270669" y="1772933"/>
                  </a:lnTo>
                  <a:lnTo>
                    <a:pt x="270697" y="1764762"/>
                  </a:lnTo>
                  <a:lnTo>
                    <a:pt x="270722" y="1756592"/>
                  </a:lnTo>
                  <a:lnTo>
                    <a:pt x="270743" y="1748422"/>
                  </a:lnTo>
                  <a:lnTo>
                    <a:pt x="270760" y="1740252"/>
                  </a:lnTo>
                  <a:lnTo>
                    <a:pt x="270775" y="1732082"/>
                  </a:lnTo>
                  <a:lnTo>
                    <a:pt x="270786" y="1723911"/>
                  </a:lnTo>
                  <a:lnTo>
                    <a:pt x="270796" y="1715741"/>
                  </a:lnTo>
                  <a:lnTo>
                    <a:pt x="270804" y="1707571"/>
                  </a:lnTo>
                  <a:lnTo>
                    <a:pt x="270811" y="1699401"/>
                  </a:lnTo>
                  <a:lnTo>
                    <a:pt x="270816" y="1691231"/>
                  </a:lnTo>
                  <a:lnTo>
                    <a:pt x="270820" y="1683060"/>
                  </a:lnTo>
                  <a:lnTo>
                    <a:pt x="270823" y="1674890"/>
                  </a:lnTo>
                  <a:lnTo>
                    <a:pt x="270826" y="1666720"/>
                  </a:lnTo>
                  <a:lnTo>
                    <a:pt x="270828" y="1658550"/>
                  </a:lnTo>
                  <a:lnTo>
                    <a:pt x="270829" y="1650380"/>
                  </a:lnTo>
                  <a:lnTo>
                    <a:pt x="270830" y="1642209"/>
                  </a:lnTo>
                  <a:lnTo>
                    <a:pt x="270831" y="1634039"/>
                  </a:lnTo>
                  <a:lnTo>
                    <a:pt x="270832" y="1625869"/>
                  </a:lnTo>
                  <a:lnTo>
                    <a:pt x="270833" y="1617699"/>
                  </a:lnTo>
                  <a:lnTo>
                    <a:pt x="270833" y="1609529"/>
                  </a:lnTo>
                  <a:lnTo>
                    <a:pt x="270833" y="1601358"/>
                  </a:lnTo>
                  <a:lnTo>
                    <a:pt x="270834" y="1593188"/>
                  </a:lnTo>
                  <a:lnTo>
                    <a:pt x="270834" y="1585018"/>
                  </a:lnTo>
                  <a:lnTo>
                    <a:pt x="270834" y="1576848"/>
                  </a:lnTo>
                  <a:lnTo>
                    <a:pt x="270834" y="1568678"/>
                  </a:lnTo>
                  <a:lnTo>
                    <a:pt x="270834" y="1560507"/>
                  </a:lnTo>
                  <a:lnTo>
                    <a:pt x="270834" y="1552337"/>
                  </a:lnTo>
                  <a:lnTo>
                    <a:pt x="270834" y="1544167"/>
                  </a:lnTo>
                  <a:lnTo>
                    <a:pt x="270834" y="1535997"/>
                  </a:lnTo>
                  <a:lnTo>
                    <a:pt x="270834" y="1527827"/>
                  </a:lnTo>
                  <a:lnTo>
                    <a:pt x="270834" y="1519656"/>
                  </a:lnTo>
                  <a:lnTo>
                    <a:pt x="270834" y="1511486"/>
                  </a:lnTo>
                  <a:lnTo>
                    <a:pt x="270834" y="1503316"/>
                  </a:lnTo>
                  <a:lnTo>
                    <a:pt x="270834" y="1495146"/>
                  </a:lnTo>
                  <a:lnTo>
                    <a:pt x="270834" y="1486976"/>
                  </a:lnTo>
                  <a:lnTo>
                    <a:pt x="270834" y="1478805"/>
                  </a:lnTo>
                  <a:lnTo>
                    <a:pt x="270834" y="1470635"/>
                  </a:lnTo>
                  <a:lnTo>
                    <a:pt x="270834" y="1462465"/>
                  </a:lnTo>
                  <a:lnTo>
                    <a:pt x="270834" y="1454295"/>
                  </a:lnTo>
                  <a:lnTo>
                    <a:pt x="270834" y="1446125"/>
                  </a:lnTo>
                  <a:lnTo>
                    <a:pt x="270834" y="1437955"/>
                  </a:lnTo>
                  <a:lnTo>
                    <a:pt x="270834" y="1429784"/>
                  </a:lnTo>
                  <a:lnTo>
                    <a:pt x="270834" y="1421614"/>
                  </a:lnTo>
                  <a:lnTo>
                    <a:pt x="270834" y="1413444"/>
                  </a:lnTo>
                  <a:lnTo>
                    <a:pt x="270834" y="1405274"/>
                  </a:lnTo>
                  <a:lnTo>
                    <a:pt x="270834" y="1397104"/>
                  </a:lnTo>
                  <a:lnTo>
                    <a:pt x="270834" y="1388933"/>
                  </a:lnTo>
                  <a:lnTo>
                    <a:pt x="270834" y="1380763"/>
                  </a:lnTo>
                  <a:lnTo>
                    <a:pt x="270834" y="1372593"/>
                  </a:lnTo>
                  <a:lnTo>
                    <a:pt x="270834" y="1364423"/>
                  </a:lnTo>
                  <a:lnTo>
                    <a:pt x="270834" y="1356253"/>
                  </a:lnTo>
                  <a:lnTo>
                    <a:pt x="270834" y="1348082"/>
                  </a:lnTo>
                  <a:lnTo>
                    <a:pt x="270834" y="1339912"/>
                  </a:lnTo>
                  <a:lnTo>
                    <a:pt x="270834" y="1331742"/>
                  </a:lnTo>
                  <a:lnTo>
                    <a:pt x="270834" y="1323572"/>
                  </a:lnTo>
                  <a:lnTo>
                    <a:pt x="270834" y="1315402"/>
                  </a:lnTo>
                  <a:lnTo>
                    <a:pt x="270834" y="1307231"/>
                  </a:lnTo>
                  <a:lnTo>
                    <a:pt x="270834" y="1299061"/>
                  </a:lnTo>
                  <a:lnTo>
                    <a:pt x="270834" y="1290891"/>
                  </a:lnTo>
                  <a:lnTo>
                    <a:pt x="270834" y="1282721"/>
                  </a:lnTo>
                  <a:lnTo>
                    <a:pt x="270834" y="1274551"/>
                  </a:lnTo>
                  <a:lnTo>
                    <a:pt x="270834" y="1266380"/>
                  </a:lnTo>
                  <a:lnTo>
                    <a:pt x="270834" y="1258210"/>
                  </a:lnTo>
                  <a:lnTo>
                    <a:pt x="270834" y="1250040"/>
                  </a:lnTo>
                  <a:lnTo>
                    <a:pt x="270834" y="1241870"/>
                  </a:lnTo>
                  <a:lnTo>
                    <a:pt x="270834" y="1233700"/>
                  </a:lnTo>
                  <a:lnTo>
                    <a:pt x="270834" y="1225529"/>
                  </a:lnTo>
                  <a:lnTo>
                    <a:pt x="270834" y="1217359"/>
                  </a:lnTo>
                  <a:lnTo>
                    <a:pt x="270834" y="1209189"/>
                  </a:lnTo>
                  <a:lnTo>
                    <a:pt x="270834" y="1201019"/>
                  </a:lnTo>
                  <a:lnTo>
                    <a:pt x="270834" y="1192849"/>
                  </a:lnTo>
                  <a:lnTo>
                    <a:pt x="270834" y="1184678"/>
                  </a:lnTo>
                  <a:lnTo>
                    <a:pt x="270834" y="1176508"/>
                  </a:lnTo>
                  <a:lnTo>
                    <a:pt x="270834" y="1168338"/>
                  </a:lnTo>
                  <a:lnTo>
                    <a:pt x="270834" y="1160168"/>
                  </a:lnTo>
                  <a:lnTo>
                    <a:pt x="270834" y="1151998"/>
                  </a:lnTo>
                  <a:lnTo>
                    <a:pt x="270834" y="1143827"/>
                  </a:lnTo>
                  <a:lnTo>
                    <a:pt x="270834" y="1135657"/>
                  </a:lnTo>
                  <a:lnTo>
                    <a:pt x="270834" y="1127487"/>
                  </a:lnTo>
                  <a:lnTo>
                    <a:pt x="270834" y="1119317"/>
                  </a:lnTo>
                  <a:lnTo>
                    <a:pt x="270834" y="1111147"/>
                  </a:lnTo>
                  <a:lnTo>
                    <a:pt x="270834" y="1102976"/>
                  </a:lnTo>
                  <a:lnTo>
                    <a:pt x="270834" y="1094806"/>
                  </a:lnTo>
                  <a:lnTo>
                    <a:pt x="270834" y="1086636"/>
                  </a:lnTo>
                  <a:lnTo>
                    <a:pt x="270834" y="1078466"/>
                  </a:lnTo>
                  <a:lnTo>
                    <a:pt x="270834" y="1070296"/>
                  </a:lnTo>
                  <a:lnTo>
                    <a:pt x="270834" y="1062125"/>
                  </a:lnTo>
                  <a:lnTo>
                    <a:pt x="270834" y="1053955"/>
                  </a:lnTo>
                  <a:lnTo>
                    <a:pt x="270834" y="1045785"/>
                  </a:lnTo>
                  <a:lnTo>
                    <a:pt x="270834" y="1037615"/>
                  </a:lnTo>
                  <a:lnTo>
                    <a:pt x="270834" y="1029445"/>
                  </a:lnTo>
                  <a:lnTo>
                    <a:pt x="270834" y="1021274"/>
                  </a:lnTo>
                  <a:lnTo>
                    <a:pt x="270834" y="1013104"/>
                  </a:lnTo>
                  <a:lnTo>
                    <a:pt x="270834" y="1004934"/>
                  </a:lnTo>
                  <a:lnTo>
                    <a:pt x="270834" y="996764"/>
                  </a:lnTo>
                  <a:lnTo>
                    <a:pt x="270834" y="988594"/>
                  </a:lnTo>
                  <a:lnTo>
                    <a:pt x="270834" y="980423"/>
                  </a:lnTo>
                  <a:lnTo>
                    <a:pt x="270834" y="972253"/>
                  </a:lnTo>
                  <a:lnTo>
                    <a:pt x="270834" y="964083"/>
                  </a:lnTo>
                  <a:lnTo>
                    <a:pt x="270834" y="955913"/>
                  </a:lnTo>
                  <a:lnTo>
                    <a:pt x="270834" y="947743"/>
                  </a:lnTo>
                  <a:lnTo>
                    <a:pt x="270834" y="939572"/>
                  </a:lnTo>
                  <a:lnTo>
                    <a:pt x="270834" y="931402"/>
                  </a:lnTo>
                  <a:lnTo>
                    <a:pt x="270834" y="923232"/>
                  </a:lnTo>
                  <a:lnTo>
                    <a:pt x="270834" y="915062"/>
                  </a:lnTo>
                  <a:lnTo>
                    <a:pt x="270834" y="906892"/>
                  </a:lnTo>
                  <a:lnTo>
                    <a:pt x="270834" y="898721"/>
                  </a:lnTo>
                  <a:lnTo>
                    <a:pt x="270834" y="890551"/>
                  </a:lnTo>
                  <a:lnTo>
                    <a:pt x="270834" y="882381"/>
                  </a:lnTo>
                  <a:lnTo>
                    <a:pt x="270834" y="874211"/>
                  </a:lnTo>
                  <a:lnTo>
                    <a:pt x="270834" y="866041"/>
                  </a:lnTo>
                  <a:lnTo>
                    <a:pt x="270834" y="857870"/>
                  </a:lnTo>
                  <a:lnTo>
                    <a:pt x="270834" y="849700"/>
                  </a:lnTo>
                  <a:lnTo>
                    <a:pt x="270834" y="841530"/>
                  </a:lnTo>
                  <a:lnTo>
                    <a:pt x="270834" y="833360"/>
                  </a:lnTo>
                  <a:lnTo>
                    <a:pt x="270834" y="825190"/>
                  </a:lnTo>
                  <a:lnTo>
                    <a:pt x="270834" y="817019"/>
                  </a:lnTo>
                  <a:lnTo>
                    <a:pt x="270834" y="808849"/>
                  </a:lnTo>
                  <a:lnTo>
                    <a:pt x="270834" y="800679"/>
                  </a:lnTo>
                  <a:lnTo>
                    <a:pt x="270834" y="792509"/>
                  </a:lnTo>
                  <a:lnTo>
                    <a:pt x="270834" y="784339"/>
                  </a:lnTo>
                  <a:lnTo>
                    <a:pt x="270834" y="776168"/>
                  </a:lnTo>
                  <a:lnTo>
                    <a:pt x="270834" y="767998"/>
                  </a:lnTo>
                  <a:lnTo>
                    <a:pt x="270834" y="759828"/>
                  </a:lnTo>
                  <a:lnTo>
                    <a:pt x="270834" y="751658"/>
                  </a:lnTo>
                  <a:lnTo>
                    <a:pt x="270834" y="743488"/>
                  </a:lnTo>
                  <a:lnTo>
                    <a:pt x="270834" y="735317"/>
                  </a:lnTo>
                  <a:lnTo>
                    <a:pt x="270834" y="727147"/>
                  </a:lnTo>
                  <a:lnTo>
                    <a:pt x="270834" y="718977"/>
                  </a:lnTo>
                  <a:lnTo>
                    <a:pt x="270834" y="710807"/>
                  </a:lnTo>
                  <a:lnTo>
                    <a:pt x="270834" y="702637"/>
                  </a:lnTo>
                  <a:lnTo>
                    <a:pt x="270834" y="694466"/>
                  </a:lnTo>
                  <a:lnTo>
                    <a:pt x="270834" y="686296"/>
                  </a:lnTo>
                  <a:lnTo>
                    <a:pt x="270834" y="678126"/>
                  </a:lnTo>
                  <a:lnTo>
                    <a:pt x="270834" y="669956"/>
                  </a:lnTo>
                  <a:lnTo>
                    <a:pt x="270834" y="661786"/>
                  </a:lnTo>
                  <a:lnTo>
                    <a:pt x="270834" y="653615"/>
                  </a:lnTo>
                  <a:lnTo>
                    <a:pt x="270834" y="645445"/>
                  </a:lnTo>
                  <a:lnTo>
                    <a:pt x="270834" y="637275"/>
                  </a:lnTo>
                  <a:lnTo>
                    <a:pt x="270834" y="629105"/>
                  </a:lnTo>
                  <a:lnTo>
                    <a:pt x="270834" y="620935"/>
                  </a:lnTo>
                  <a:lnTo>
                    <a:pt x="270834" y="612764"/>
                  </a:lnTo>
                  <a:lnTo>
                    <a:pt x="270834" y="604594"/>
                  </a:lnTo>
                  <a:lnTo>
                    <a:pt x="270834" y="596424"/>
                  </a:lnTo>
                  <a:lnTo>
                    <a:pt x="270834" y="588254"/>
                  </a:lnTo>
                  <a:lnTo>
                    <a:pt x="270834" y="580084"/>
                  </a:lnTo>
                  <a:lnTo>
                    <a:pt x="270834" y="571913"/>
                  </a:lnTo>
                  <a:lnTo>
                    <a:pt x="270834" y="563743"/>
                  </a:lnTo>
                  <a:lnTo>
                    <a:pt x="270834" y="555573"/>
                  </a:lnTo>
                  <a:lnTo>
                    <a:pt x="270834" y="547403"/>
                  </a:lnTo>
                  <a:lnTo>
                    <a:pt x="270834" y="539233"/>
                  </a:lnTo>
                  <a:lnTo>
                    <a:pt x="270834" y="531062"/>
                  </a:lnTo>
                  <a:lnTo>
                    <a:pt x="270834" y="522892"/>
                  </a:lnTo>
                  <a:lnTo>
                    <a:pt x="270834" y="514722"/>
                  </a:lnTo>
                  <a:lnTo>
                    <a:pt x="270834" y="506552"/>
                  </a:lnTo>
                  <a:lnTo>
                    <a:pt x="270834" y="498382"/>
                  </a:lnTo>
                  <a:lnTo>
                    <a:pt x="270834" y="490211"/>
                  </a:lnTo>
                  <a:lnTo>
                    <a:pt x="270834" y="482041"/>
                  </a:lnTo>
                  <a:lnTo>
                    <a:pt x="270834" y="473871"/>
                  </a:lnTo>
                  <a:lnTo>
                    <a:pt x="270834" y="465701"/>
                  </a:lnTo>
                  <a:lnTo>
                    <a:pt x="270834" y="457531"/>
                  </a:lnTo>
                  <a:lnTo>
                    <a:pt x="270834" y="449360"/>
                  </a:lnTo>
                  <a:lnTo>
                    <a:pt x="270834" y="441190"/>
                  </a:lnTo>
                  <a:lnTo>
                    <a:pt x="270834" y="433020"/>
                  </a:lnTo>
                  <a:lnTo>
                    <a:pt x="270834" y="424850"/>
                  </a:lnTo>
                  <a:lnTo>
                    <a:pt x="270834" y="416680"/>
                  </a:lnTo>
                  <a:lnTo>
                    <a:pt x="270834" y="408509"/>
                  </a:lnTo>
                  <a:lnTo>
                    <a:pt x="270833" y="400339"/>
                  </a:lnTo>
                  <a:lnTo>
                    <a:pt x="270833" y="392169"/>
                  </a:lnTo>
                  <a:lnTo>
                    <a:pt x="270833" y="383999"/>
                  </a:lnTo>
                  <a:lnTo>
                    <a:pt x="270832" y="375829"/>
                  </a:lnTo>
                  <a:lnTo>
                    <a:pt x="270831" y="367658"/>
                  </a:lnTo>
                  <a:lnTo>
                    <a:pt x="270830" y="359488"/>
                  </a:lnTo>
                  <a:lnTo>
                    <a:pt x="270829" y="351318"/>
                  </a:lnTo>
                  <a:lnTo>
                    <a:pt x="270828" y="343148"/>
                  </a:lnTo>
                  <a:lnTo>
                    <a:pt x="270826" y="334978"/>
                  </a:lnTo>
                  <a:lnTo>
                    <a:pt x="270823" y="326807"/>
                  </a:lnTo>
                  <a:lnTo>
                    <a:pt x="270820" y="318637"/>
                  </a:lnTo>
                  <a:lnTo>
                    <a:pt x="270816" y="310467"/>
                  </a:lnTo>
                  <a:lnTo>
                    <a:pt x="270811" y="302297"/>
                  </a:lnTo>
                  <a:lnTo>
                    <a:pt x="270805" y="294127"/>
                  </a:lnTo>
                  <a:lnTo>
                    <a:pt x="270797" y="285956"/>
                  </a:lnTo>
                  <a:lnTo>
                    <a:pt x="270788" y="277786"/>
                  </a:lnTo>
                  <a:lnTo>
                    <a:pt x="270776" y="269616"/>
                  </a:lnTo>
                  <a:lnTo>
                    <a:pt x="270763" y="261446"/>
                  </a:lnTo>
                  <a:lnTo>
                    <a:pt x="270746" y="253276"/>
                  </a:lnTo>
                  <a:lnTo>
                    <a:pt x="270727" y="245105"/>
                  </a:lnTo>
                  <a:lnTo>
                    <a:pt x="270704" y="236935"/>
                  </a:lnTo>
                  <a:lnTo>
                    <a:pt x="270678" y="228765"/>
                  </a:lnTo>
                  <a:lnTo>
                    <a:pt x="270647" y="220595"/>
                  </a:lnTo>
                  <a:lnTo>
                    <a:pt x="270611" y="212425"/>
                  </a:lnTo>
                  <a:lnTo>
                    <a:pt x="270571" y="204254"/>
                  </a:lnTo>
                  <a:lnTo>
                    <a:pt x="270525" y="196084"/>
                  </a:lnTo>
                  <a:lnTo>
                    <a:pt x="270474" y="187914"/>
                  </a:lnTo>
                  <a:lnTo>
                    <a:pt x="270418" y="179744"/>
                  </a:lnTo>
                  <a:lnTo>
                    <a:pt x="270355" y="171574"/>
                  </a:lnTo>
                  <a:lnTo>
                    <a:pt x="270286" y="163403"/>
                  </a:lnTo>
                  <a:lnTo>
                    <a:pt x="270212" y="155233"/>
                  </a:lnTo>
                  <a:lnTo>
                    <a:pt x="270132" y="147063"/>
                  </a:lnTo>
                  <a:lnTo>
                    <a:pt x="270047" y="138893"/>
                  </a:lnTo>
                  <a:lnTo>
                    <a:pt x="269958" y="130723"/>
                  </a:lnTo>
                  <a:lnTo>
                    <a:pt x="269865" y="122552"/>
                  </a:lnTo>
                  <a:lnTo>
                    <a:pt x="269769" y="114382"/>
                  </a:lnTo>
                  <a:lnTo>
                    <a:pt x="269671" y="106212"/>
                  </a:lnTo>
                  <a:lnTo>
                    <a:pt x="269572" y="98042"/>
                  </a:lnTo>
                  <a:lnTo>
                    <a:pt x="269474" y="89872"/>
                  </a:lnTo>
                  <a:lnTo>
                    <a:pt x="269377" y="81701"/>
                  </a:lnTo>
                  <a:lnTo>
                    <a:pt x="269284" y="73531"/>
                  </a:lnTo>
                  <a:lnTo>
                    <a:pt x="269195" y="65361"/>
                  </a:lnTo>
                  <a:lnTo>
                    <a:pt x="269114" y="57191"/>
                  </a:lnTo>
                  <a:lnTo>
                    <a:pt x="269040" y="49021"/>
                  </a:lnTo>
                  <a:lnTo>
                    <a:pt x="268974" y="40850"/>
                  </a:lnTo>
                  <a:lnTo>
                    <a:pt x="268918" y="32680"/>
                  </a:lnTo>
                  <a:lnTo>
                    <a:pt x="268873" y="24510"/>
                  </a:lnTo>
                  <a:lnTo>
                    <a:pt x="268841" y="16340"/>
                  </a:lnTo>
                  <a:lnTo>
                    <a:pt x="268822" y="8170"/>
                  </a:lnTo>
                  <a:lnTo>
                    <a:pt x="268816" y="0"/>
                  </a:lnTo>
                  <a:lnTo>
                    <a:pt x="272852" y="0"/>
                  </a:lnTo>
                  <a:lnTo>
                    <a:pt x="272846" y="8170"/>
                  </a:lnTo>
                  <a:lnTo>
                    <a:pt x="272828" y="16340"/>
                  </a:lnTo>
                  <a:lnTo>
                    <a:pt x="272795" y="24510"/>
                  </a:lnTo>
                  <a:lnTo>
                    <a:pt x="272750" y="32680"/>
                  </a:lnTo>
                  <a:lnTo>
                    <a:pt x="272694" y="40850"/>
                  </a:lnTo>
                  <a:lnTo>
                    <a:pt x="272629" y="49021"/>
                  </a:lnTo>
                  <a:lnTo>
                    <a:pt x="272555" y="57191"/>
                  </a:lnTo>
                  <a:lnTo>
                    <a:pt x="272473" y="65361"/>
                  </a:lnTo>
                  <a:lnTo>
                    <a:pt x="272385" y="73531"/>
                  </a:lnTo>
                  <a:lnTo>
                    <a:pt x="272291" y="81701"/>
                  </a:lnTo>
                  <a:lnTo>
                    <a:pt x="272195" y="89872"/>
                  </a:lnTo>
                  <a:lnTo>
                    <a:pt x="272096" y="98042"/>
                  </a:lnTo>
                  <a:lnTo>
                    <a:pt x="271998" y="106212"/>
                  </a:lnTo>
                  <a:lnTo>
                    <a:pt x="271899" y="114382"/>
                  </a:lnTo>
                  <a:lnTo>
                    <a:pt x="271803" y="122552"/>
                  </a:lnTo>
                  <a:lnTo>
                    <a:pt x="271710" y="130723"/>
                  </a:lnTo>
                  <a:lnTo>
                    <a:pt x="271621" y="138893"/>
                  </a:lnTo>
                  <a:lnTo>
                    <a:pt x="271536" y="147063"/>
                  </a:lnTo>
                  <a:lnTo>
                    <a:pt x="271456" y="155233"/>
                  </a:lnTo>
                  <a:lnTo>
                    <a:pt x="271382" y="163403"/>
                  </a:lnTo>
                  <a:lnTo>
                    <a:pt x="271313" y="171574"/>
                  </a:lnTo>
                  <a:lnTo>
                    <a:pt x="271251" y="179744"/>
                  </a:lnTo>
                  <a:lnTo>
                    <a:pt x="271194" y="187914"/>
                  </a:lnTo>
                  <a:lnTo>
                    <a:pt x="271143" y="196084"/>
                  </a:lnTo>
                  <a:lnTo>
                    <a:pt x="271097" y="204254"/>
                  </a:lnTo>
                  <a:lnTo>
                    <a:pt x="271057" y="212425"/>
                  </a:lnTo>
                  <a:lnTo>
                    <a:pt x="271021" y="220595"/>
                  </a:lnTo>
                  <a:lnTo>
                    <a:pt x="270991" y="228765"/>
                  </a:lnTo>
                  <a:lnTo>
                    <a:pt x="270964" y="236935"/>
                  </a:lnTo>
                  <a:lnTo>
                    <a:pt x="270942" y="245105"/>
                  </a:lnTo>
                  <a:lnTo>
                    <a:pt x="270922" y="253276"/>
                  </a:lnTo>
                  <a:lnTo>
                    <a:pt x="270906" y="261446"/>
                  </a:lnTo>
                  <a:lnTo>
                    <a:pt x="270892" y="269616"/>
                  </a:lnTo>
                  <a:lnTo>
                    <a:pt x="270881" y="277786"/>
                  </a:lnTo>
                  <a:lnTo>
                    <a:pt x="270871" y="285956"/>
                  </a:lnTo>
                  <a:lnTo>
                    <a:pt x="270864" y="294127"/>
                  </a:lnTo>
                  <a:lnTo>
                    <a:pt x="270857" y="302297"/>
                  </a:lnTo>
                  <a:lnTo>
                    <a:pt x="270852" y="310467"/>
                  </a:lnTo>
                  <a:lnTo>
                    <a:pt x="270848" y="318637"/>
                  </a:lnTo>
                  <a:lnTo>
                    <a:pt x="270845" y="326807"/>
                  </a:lnTo>
                  <a:lnTo>
                    <a:pt x="270843" y="334978"/>
                  </a:lnTo>
                  <a:lnTo>
                    <a:pt x="270841" y="343148"/>
                  </a:lnTo>
                  <a:lnTo>
                    <a:pt x="270839" y="351318"/>
                  </a:lnTo>
                  <a:lnTo>
                    <a:pt x="270838" y="359488"/>
                  </a:lnTo>
                  <a:lnTo>
                    <a:pt x="270837" y="367658"/>
                  </a:lnTo>
                  <a:lnTo>
                    <a:pt x="270836" y="375829"/>
                  </a:lnTo>
                  <a:lnTo>
                    <a:pt x="270836" y="383999"/>
                  </a:lnTo>
                  <a:lnTo>
                    <a:pt x="270835" y="392169"/>
                  </a:lnTo>
                  <a:lnTo>
                    <a:pt x="270835" y="400339"/>
                  </a:lnTo>
                  <a:lnTo>
                    <a:pt x="270835" y="408509"/>
                  </a:lnTo>
                  <a:lnTo>
                    <a:pt x="270835" y="416680"/>
                  </a:lnTo>
                  <a:lnTo>
                    <a:pt x="270834" y="424850"/>
                  </a:lnTo>
                  <a:lnTo>
                    <a:pt x="270834" y="433020"/>
                  </a:lnTo>
                  <a:lnTo>
                    <a:pt x="270834" y="441190"/>
                  </a:lnTo>
                  <a:lnTo>
                    <a:pt x="270834" y="449360"/>
                  </a:lnTo>
                  <a:lnTo>
                    <a:pt x="270834" y="457531"/>
                  </a:lnTo>
                  <a:lnTo>
                    <a:pt x="270834" y="465701"/>
                  </a:lnTo>
                  <a:lnTo>
                    <a:pt x="270834" y="473871"/>
                  </a:lnTo>
                  <a:lnTo>
                    <a:pt x="270834" y="482041"/>
                  </a:lnTo>
                  <a:lnTo>
                    <a:pt x="270834" y="490211"/>
                  </a:lnTo>
                  <a:lnTo>
                    <a:pt x="270834" y="498382"/>
                  </a:lnTo>
                  <a:lnTo>
                    <a:pt x="270834" y="506552"/>
                  </a:lnTo>
                  <a:lnTo>
                    <a:pt x="270834" y="514722"/>
                  </a:lnTo>
                  <a:lnTo>
                    <a:pt x="270834" y="522892"/>
                  </a:lnTo>
                  <a:lnTo>
                    <a:pt x="270834" y="531062"/>
                  </a:lnTo>
                  <a:lnTo>
                    <a:pt x="270834" y="539233"/>
                  </a:lnTo>
                  <a:lnTo>
                    <a:pt x="270834" y="547403"/>
                  </a:lnTo>
                  <a:lnTo>
                    <a:pt x="270834" y="555573"/>
                  </a:lnTo>
                  <a:lnTo>
                    <a:pt x="270834" y="563743"/>
                  </a:lnTo>
                  <a:lnTo>
                    <a:pt x="270834" y="571913"/>
                  </a:lnTo>
                  <a:lnTo>
                    <a:pt x="270834" y="580084"/>
                  </a:lnTo>
                  <a:lnTo>
                    <a:pt x="270834" y="588254"/>
                  </a:lnTo>
                  <a:lnTo>
                    <a:pt x="270834" y="596424"/>
                  </a:lnTo>
                  <a:lnTo>
                    <a:pt x="270834" y="604594"/>
                  </a:lnTo>
                  <a:lnTo>
                    <a:pt x="270834" y="612764"/>
                  </a:lnTo>
                  <a:lnTo>
                    <a:pt x="270834" y="620935"/>
                  </a:lnTo>
                  <a:lnTo>
                    <a:pt x="270834" y="629105"/>
                  </a:lnTo>
                  <a:lnTo>
                    <a:pt x="270834" y="637275"/>
                  </a:lnTo>
                  <a:lnTo>
                    <a:pt x="270834" y="645445"/>
                  </a:lnTo>
                  <a:lnTo>
                    <a:pt x="270834" y="653615"/>
                  </a:lnTo>
                  <a:lnTo>
                    <a:pt x="270834" y="661786"/>
                  </a:lnTo>
                  <a:lnTo>
                    <a:pt x="270834" y="669956"/>
                  </a:lnTo>
                  <a:lnTo>
                    <a:pt x="270834" y="678126"/>
                  </a:lnTo>
                  <a:lnTo>
                    <a:pt x="270834" y="686296"/>
                  </a:lnTo>
                  <a:lnTo>
                    <a:pt x="270834" y="694466"/>
                  </a:lnTo>
                  <a:lnTo>
                    <a:pt x="270834" y="702637"/>
                  </a:lnTo>
                  <a:lnTo>
                    <a:pt x="270834" y="710807"/>
                  </a:lnTo>
                  <a:lnTo>
                    <a:pt x="270834" y="718977"/>
                  </a:lnTo>
                  <a:lnTo>
                    <a:pt x="270834" y="727147"/>
                  </a:lnTo>
                  <a:lnTo>
                    <a:pt x="270834" y="735317"/>
                  </a:lnTo>
                  <a:lnTo>
                    <a:pt x="270834" y="743488"/>
                  </a:lnTo>
                  <a:lnTo>
                    <a:pt x="270834" y="751658"/>
                  </a:lnTo>
                  <a:lnTo>
                    <a:pt x="270834" y="759828"/>
                  </a:lnTo>
                  <a:lnTo>
                    <a:pt x="270834" y="767998"/>
                  </a:lnTo>
                  <a:lnTo>
                    <a:pt x="270834" y="776168"/>
                  </a:lnTo>
                  <a:lnTo>
                    <a:pt x="270834" y="784339"/>
                  </a:lnTo>
                  <a:lnTo>
                    <a:pt x="270834" y="792509"/>
                  </a:lnTo>
                  <a:lnTo>
                    <a:pt x="270834" y="800679"/>
                  </a:lnTo>
                  <a:lnTo>
                    <a:pt x="270834" y="808849"/>
                  </a:lnTo>
                  <a:lnTo>
                    <a:pt x="270834" y="817019"/>
                  </a:lnTo>
                  <a:lnTo>
                    <a:pt x="270834" y="825190"/>
                  </a:lnTo>
                  <a:lnTo>
                    <a:pt x="270834" y="833360"/>
                  </a:lnTo>
                  <a:lnTo>
                    <a:pt x="270834" y="841530"/>
                  </a:lnTo>
                  <a:lnTo>
                    <a:pt x="270834" y="849700"/>
                  </a:lnTo>
                  <a:lnTo>
                    <a:pt x="270834" y="857870"/>
                  </a:lnTo>
                  <a:lnTo>
                    <a:pt x="270834" y="866041"/>
                  </a:lnTo>
                  <a:lnTo>
                    <a:pt x="270834" y="874211"/>
                  </a:lnTo>
                  <a:lnTo>
                    <a:pt x="270834" y="882381"/>
                  </a:lnTo>
                  <a:lnTo>
                    <a:pt x="270834" y="890551"/>
                  </a:lnTo>
                  <a:lnTo>
                    <a:pt x="270834" y="898721"/>
                  </a:lnTo>
                  <a:lnTo>
                    <a:pt x="270834" y="906892"/>
                  </a:lnTo>
                  <a:lnTo>
                    <a:pt x="270834" y="915062"/>
                  </a:lnTo>
                  <a:lnTo>
                    <a:pt x="270834" y="923232"/>
                  </a:lnTo>
                  <a:lnTo>
                    <a:pt x="270834" y="931402"/>
                  </a:lnTo>
                  <a:lnTo>
                    <a:pt x="270834" y="939572"/>
                  </a:lnTo>
                  <a:lnTo>
                    <a:pt x="270834" y="947743"/>
                  </a:lnTo>
                  <a:lnTo>
                    <a:pt x="270834" y="955913"/>
                  </a:lnTo>
                  <a:lnTo>
                    <a:pt x="270834" y="964083"/>
                  </a:lnTo>
                  <a:lnTo>
                    <a:pt x="270834" y="972253"/>
                  </a:lnTo>
                  <a:lnTo>
                    <a:pt x="270834" y="980423"/>
                  </a:lnTo>
                  <a:lnTo>
                    <a:pt x="270834" y="988594"/>
                  </a:lnTo>
                  <a:lnTo>
                    <a:pt x="270834" y="996764"/>
                  </a:lnTo>
                  <a:lnTo>
                    <a:pt x="270834" y="1004934"/>
                  </a:lnTo>
                  <a:lnTo>
                    <a:pt x="270834" y="1013104"/>
                  </a:lnTo>
                  <a:lnTo>
                    <a:pt x="270834" y="1021274"/>
                  </a:lnTo>
                  <a:lnTo>
                    <a:pt x="270834" y="1029445"/>
                  </a:lnTo>
                  <a:lnTo>
                    <a:pt x="270834" y="1037615"/>
                  </a:lnTo>
                  <a:lnTo>
                    <a:pt x="270834" y="1045785"/>
                  </a:lnTo>
                  <a:lnTo>
                    <a:pt x="270834" y="1053955"/>
                  </a:lnTo>
                  <a:lnTo>
                    <a:pt x="270834" y="1062125"/>
                  </a:lnTo>
                  <a:lnTo>
                    <a:pt x="270834" y="1070296"/>
                  </a:lnTo>
                  <a:lnTo>
                    <a:pt x="270834" y="1078466"/>
                  </a:lnTo>
                  <a:lnTo>
                    <a:pt x="270834" y="1086636"/>
                  </a:lnTo>
                  <a:lnTo>
                    <a:pt x="270834" y="1094806"/>
                  </a:lnTo>
                  <a:lnTo>
                    <a:pt x="270834" y="1102976"/>
                  </a:lnTo>
                  <a:lnTo>
                    <a:pt x="270834" y="1111147"/>
                  </a:lnTo>
                  <a:lnTo>
                    <a:pt x="270834" y="1119317"/>
                  </a:lnTo>
                  <a:lnTo>
                    <a:pt x="270834" y="1127487"/>
                  </a:lnTo>
                  <a:lnTo>
                    <a:pt x="270834" y="1135657"/>
                  </a:lnTo>
                  <a:lnTo>
                    <a:pt x="270834" y="1143827"/>
                  </a:lnTo>
                  <a:lnTo>
                    <a:pt x="270834" y="1151998"/>
                  </a:lnTo>
                  <a:lnTo>
                    <a:pt x="270834" y="1160168"/>
                  </a:lnTo>
                  <a:lnTo>
                    <a:pt x="270834" y="1168338"/>
                  </a:lnTo>
                  <a:lnTo>
                    <a:pt x="270834" y="1176508"/>
                  </a:lnTo>
                  <a:lnTo>
                    <a:pt x="270834" y="1184678"/>
                  </a:lnTo>
                  <a:lnTo>
                    <a:pt x="270834" y="1192849"/>
                  </a:lnTo>
                  <a:lnTo>
                    <a:pt x="270834" y="1201019"/>
                  </a:lnTo>
                  <a:lnTo>
                    <a:pt x="270834" y="1209189"/>
                  </a:lnTo>
                  <a:lnTo>
                    <a:pt x="270834" y="1217359"/>
                  </a:lnTo>
                  <a:lnTo>
                    <a:pt x="270834" y="1225529"/>
                  </a:lnTo>
                  <a:lnTo>
                    <a:pt x="270834" y="1233700"/>
                  </a:lnTo>
                  <a:lnTo>
                    <a:pt x="270834" y="1241870"/>
                  </a:lnTo>
                  <a:lnTo>
                    <a:pt x="270834" y="1250040"/>
                  </a:lnTo>
                  <a:lnTo>
                    <a:pt x="270834" y="1258210"/>
                  </a:lnTo>
                  <a:lnTo>
                    <a:pt x="270834" y="1266380"/>
                  </a:lnTo>
                  <a:lnTo>
                    <a:pt x="270834" y="1274551"/>
                  </a:lnTo>
                  <a:lnTo>
                    <a:pt x="270834" y="1282721"/>
                  </a:lnTo>
                  <a:lnTo>
                    <a:pt x="270834" y="1290891"/>
                  </a:lnTo>
                  <a:lnTo>
                    <a:pt x="270834" y="1299061"/>
                  </a:lnTo>
                  <a:lnTo>
                    <a:pt x="270834" y="1307231"/>
                  </a:lnTo>
                  <a:lnTo>
                    <a:pt x="270834" y="1315402"/>
                  </a:lnTo>
                  <a:lnTo>
                    <a:pt x="270834" y="1323572"/>
                  </a:lnTo>
                  <a:lnTo>
                    <a:pt x="270834" y="1331742"/>
                  </a:lnTo>
                  <a:lnTo>
                    <a:pt x="270834" y="1339912"/>
                  </a:lnTo>
                  <a:lnTo>
                    <a:pt x="270834" y="1348082"/>
                  </a:lnTo>
                  <a:lnTo>
                    <a:pt x="270834" y="1356253"/>
                  </a:lnTo>
                  <a:lnTo>
                    <a:pt x="270834" y="1364423"/>
                  </a:lnTo>
                  <a:lnTo>
                    <a:pt x="270834" y="1372593"/>
                  </a:lnTo>
                  <a:lnTo>
                    <a:pt x="270834" y="1380763"/>
                  </a:lnTo>
                  <a:lnTo>
                    <a:pt x="270834" y="1388933"/>
                  </a:lnTo>
                  <a:lnTo>
                    <a:pt x="270834" y="1397104"/>
                  </a:lnTo>
                  <a:lnTo>
                    <a:pt x="270834" y="1405274"/>
                  </a:lnTo>
                  <a:lnTo>
                    <a:pt x="270834" y="1413444"/>
                  </a:lnTo>
                  <a:lnTo>
                    <a:pt x="270834" y="1421614"/>
                  </a:lnTo>
                  <a:lnTo>
                    <a:pt x="270834" y="1429784"/>
                  </a:lnTo>
                  <a:lnTo>
                    <a:pt x="270834" y="1437955"/>
                  </a:lnTo>
                  <a:lnTo>
                    <a:pt x="270834" y="1446125"/>
                  </a:lnTo>
                  <a:lnTo>
                    <a:pt x="270834" y="1454295"/>
                  </a:lnTo>
                  <a:lnTo>
                    <a:pt x="270834" y="1462465"/>
                  </a:lnTo>
                  <a:lnTo>
                    <a:pt x="270834" y="1470635"/>
                  </a:lnTo>
                  <a:lnTo>
                    <a:pt x="270834" y="1478805"/>
                  </a:lnTo>
                  <a:lnTo>
                    <a:pt x="270834" y="1486976"/>
                  </a:lnTo>
                  <a:lnTo>
                    <a:pt x="270834" y="1495146"/>
                  </a:lnTo>
                  <a:lnTo>
                    <a:pt x="270834" y="1503316"/>
                  </a:lnTo>
                  <a:lnTo>
                    <a:pt x="270834" y="1511486"/>
                  </a:lnTo>
                  <a:lnTo>
                    <a:pt x="270834" y="1519656"/>
                  </a:lnTo>
                  <a:lnTo>
                    <a:pt x="270834" y="1527827"/>
                  </a:lnTo>
                  <a:lnTo>
                    <a:pt x="270834" y="1535997"/>
                  </a:lnTo>
                  <a:lnTo>
                    <a:pt x="270834" y="1544167"/>
                  </a:lnTo>
                  <a:lnTo>
                    <a:pt x="270834" y="1552337"/>
                  </a:lnTo>
                  <a:lnTo>
                    <a:pt x="270834" y="1560507"/>
                  </a:lnTo>
                  <a:lnTo>
                    <a:pt x="270834" y="1568678"/>
                  </a:lnTo>
                  <a:lnTo>
                    <a:pt x="270834" y="1576848"/>
                  </a:lnTo>
                  <a:lnTo>
                    <a:pt x="270835" y="1585018"/>
                  </a:lnTo>
                  <a:lnTo>
                    <a:pt x="270835" y="1593188"/>
                  </a:lnTo>
                  <a:lnTo>
                    <a:pt x="270835" y="1601358"/>
                  </a:lnTo>
                  <a:lnTo>
                    <a:pt x="270835" y="1609529"/>
                  </a:lnTo>
                  <a:lnTo>
                    <a:pt x="270836" y="1617699"/>
                  </a:lnTo>
                  <a:lnTo>
                    <a:pt x="270836" y="1625869"/>
                  </a:lnTo>
                  <a:lnTo>
                    <a:pt x="270837" y="1634039"/>
                  </a:lnTo>
                  <a:lnTo>
                    <a:pt x="270838" y="1642209"/>
                  </a:lnTo>
                  <a:lnTo>
                    <a:pt x="270839" y="1650380"/>
                  </a:lnTo>
                  <a:lnTo>
                    <a:pt x="270841" y="1658550"/>
                  </a:lnTo>
                  <a:lnTo>
                    <a:pt x="270843" y="1666720"/>
                  </a:lnTo>
                  <a:lnTo>
                    <a:pt x="270845" y="1674890"/>
                  </a:lnTo>
                  <a:lnTo>
                    <a:pt x="270848" y="1683060"/>
                  </a:lnTo>
                  <a:lnTo>
                    <a:pt x="270852" y="1691231"/>
                  </a:lnTo>
                  <a:lnTo>
                    <a:pt x="270858" y="1699401"/>
                  </a:lnTo>
                  <a:lnTo>
                    <a:pt x="270864" y="1707571"/>
                  </a:lnTo>
                  <a:lnTo>
                    <a:pt x="270872" y="1715741"/>
                  </a:lnTo>
                  <a:lnTo>
                    <a:pt x="270882" y="1723911"/>
                  </a:lnTo>
                  <a:lnTo>
                    <a:pt x="270894" y="1732082"/>
                  </a:lnTo>
                  <a:lnTo>
                    <a:pt x="270908" y="1740252"/>
                  </a:lnTo>
                  <a:lnTo>
                    <a:pt x="270926" y="1748422"/>
                  </a:lnTo>
                  <a:lnTo>
                    <a:pt x="270946" y="1756592"/>
                  </a:lnTo>
                  <a:lnTo>
                    <a:pt x="270971" y="1764762"/>
                  </a:lnTo>
                  <a:lnTo>
                    <a:pt x="270999" y="1772933"/>
                  </a:lnTo>
                  <a:lnTo>
                    <a:pt x="271033" y="1781103"/>
                  </a:lnTo>
                  <a:lnTo>
                    <a:pt x="271072" y="1789273"/>
                  </a:lnTo>
                  <a:lnTo>
                    <a:pt x="271117" y="1797443"/>
                  </a:lnTo>
                  <a:lnTo>
                    <a:pt x="271169" y="1805613"/>
                  </a:lnTo>
                  <a:lnTo>
                    <a:pt x="271227" y="1813784"/>
                  </a:lnTo>
                  <a:lnTo>
                    <a:pt x="271293" y="1821954"/>
                  </a:lnTo>
                  <a:lnTo>
                    <a:pt x="271366" y="1830124"/>
                  </a:lnTo>
                  <a:lnTo>
                    <a:pt x="271447" y="1838294"/>
                  </a:lnTo>
                  <a:lnTo>
                    <a:pt x="271538" y="1846464"/>
                  </a:lnTo>
                  <a:lnTo>
                    <a:pt x="271637" y="1854635"/>
                  </a:lnTo>
                  <a:lnTo>
                    <a:pt x="271745" y="1862805"/>
                  </a:lnTo>
                  <a:lnTo>
                    <a:pt x="271860" y="1870975"/>
                  </a:lnTo>
                  <a:lnTo>
                    <a:pt x="271983" y="1879145"/>
                  </a:lnTo>
                  <a:lnTo>
                    <a:pt x="272114" y="1887315"/>
                  </a:lnTo>
                  <a:lnTo>
                    <a:pt x="272253" y="1895486"/>
                  </a:lnTo>
                  <a:lnTo>
                    <a:pt x="272398" y="1903656"/>
                  </a:lnTo>
                  <a:lnTo>
                    <a:pt x="272548" y="1911826"/>
                  </a:lnTo>
                  <a:lnTo>
                    <a:pt x="272702" y="1919996"/>
                  </a:lnTo>
                  <a:lnTo>
                    <a:pt x="272858" y="1928166"/>
                  </a:lnTo>
                  <a:lnTo>
                    <a:pt x="273016" y="1936337"/>
                  </a:lnTo>
                  <a:lnTo>
                    <a:pt x="273173" y="1944507"/>
                  </a:lnTo>
                  <a:lnTo>
                    <a:pt x="273329" y="1952677"/>
                  </a:lnTo>
                  <a:lnTo>
                    <a:pt x="273481" y="1960847"/>
                  </a:lnTo>
                  <a:lnTo>
                    <a:pt x="273627" y="1969017"/>
                  </a:lnTo>
                  <a:lnTo>
                    <a:pt x="273767" y="1977188"/>
                  </a:lnTo>
                  <a:lnTo>
                    <a:pt x="273899" y="1985358"/>
                  </a:lnTo>
                  <a:lnTo>
                    <a:pt x="274020" y="1993528"/>
                  </a:lnTo>
                  <a:lnTo>
                    <a:pt x="274128" y="2001698"/>
                  </a:lnTo>
                  <a:lnTo>
                    <a:pt x="274224" y="2009868"/>
                  </a:lnTo>
                  <a:lnTo>
                    <a:pt x="274306" y="2018039"/>
                  </a:lnTo>
                  <a:lnTo>
                    <a:pt x="274374" y="2026209"/>
                  </a:lnTo>
                  <a:lnTo>
                    <a:pt x="274428" y="2034379"/>
                  </a:lnTo>
                  <a:lnTo>
                    <a:pt x="274464" y="2042549"/>
                  </a:lnTo>
                  <a:lnTo>
                    <a:pt x="274483" y="2050719"/>
                  </a:lnTo>
                  <a:lnTo>
                    <a:pt x="274488" y="2058890"/>
                  </a:lnTo>
                  <a:lnTo>
                    <a:pt x="274479" y="2067060"/>
                  </a:lnTo>
                  <a:lnTo>
                    <a:pt x="274456" y="2075230"/>
                  </a:lnTo>
                  <a:lnTo>
                    <a:pt x="274422" y="2083400"/>
                  </a:lnTo>
                  <a:lnTo>
                    <a:pt x="274375" y="2091570"/>
                  </a:lnTo>
                  <a:lnTo>
                    <a:pt x="274320" y="2099741"/>
                  </a:lnTo>
                  <a:lnTo>
                    <a:pt x="274258" y="2107911"/>
                  </a:lnTo>
                  <a:lnTo>
                    <a:pt x="274192" y="2116081"/>
                  </a:lnTo>
                  <a:lnTo>
                    <a:pt x="274124" y="2124251"/>
                  </a:lnTo>
                  <a:lnTo>
                    <a:pt x="274058" y="2132421"/>
                  </a:lnTo>
                  <a:lnTo>
                    <a:pt x="273996" y="2140592"/>
                  </a:lnTo>
                  <a:lnTo>
                    <a:pt x="273941" y="2148762"/>
                  </a:lnTo>
                  <a:lnTo>
                    <a:pt x="273898" y="2156932"/>
                  </a:lnTo>
                  <a:lnTo>
                    <a:pt x="273867" y="2165102"/>
                  </a:lnTo>
                  <a:lnTo>
                    <a:pt x="273853" y="2173272"/>
                  </a:lnTo>
                  <a:lnTo>
                    <a:pt x="273856" y="2181443"/>
                  </a:lnTo>
                  <a:lnTo>
                    <a:pt x="273881" y="2189613"/>
                  </a:lnTo>
                  <a:lnTo>
                    <a:pt x="273934" y="2197783"/>
                  </a:lnTo>
                  <a:lnTo>
                    <a:pt x="274013" y="2205953"/>
                  </a:lnTo>
                  <a:lnTo>
                    <a:pt x="274118" y="2214123"/>
                  </a:lnTo>
                  <a:lnTo>
                    <a:pt x="274251" y="2222294"/>
                  </a:lnTo>
                  <a:lnTo>
                    <a:pt x="274413" y="2230464"/>
                  </a:lnTo>
                  <a:lnTo>
                    <a:pt x="274604" y="2238634"/>
                  </a:lnTo>
                  <a:lnTo>
                    <a:pt x="274830" y="2246804"/>
                  </a:lnTo>
                  <a:lnTo>
                    <a:pt x="275085" y="2254974"/>
                  </a:lnTo>
                  <a:lnTo>
                    <a:pt x="275367" y="2263145"/>
                  </a:lnTo>
                  <a:lnTo>
                    <a:pt x="275674" y="2271315"/>
                  </a:lnTo>
                  <a:lnTo>
                    <a:pt x="276004" y="2279485"/>
                  </a:lnTo>
                  <a:lnTo>
                    <a:pt x="276357" y="2287655"/>
                  </a:lnTo>
                  <a:lnTo>
                    <a:pt x="276731" y="2295825"/>
                  </a:lnTo>
                  <a:lnTo>
                    <a:pt x="277122" y="2303996"/>
                  </a:lnTo>
                  <a:lnTo>
                    <a:pt x="277524" y="2312166"/>
                  </a:lnTo>
                  <a:lnTo>
                    <a:pt x="277935" y="2320336"/>
                  </a:lnTo>
                  <a:lnTo>
                    <a:pt x="278352" y="2328506"/>
                  </a:lnTo>
                  <a:lnTo>
                    <a:pt x="278772" y="2336676"/>
                  </a:lnTo>
                  <a:lnTo>
                    <a:pt x="279191" y="2344847"/>
                  </a:lnTo>
                  <a:lnTo>
                    <a:pt x="279606" y="2353017"/>
                  </a:lnTo>
                  <a:lnTo>
                    <a:pt x="280014" y="2361187"/>
                  </a:lnTo>
                  <a:lnTo>
                    <a:pt x="280413" y="2369357"/>
                  </a:lnTo>
                  <a:lnTo>
                    <a:pt x="280802" y="2377527"/>
                  </a:lnTo>
                  <a:lnTo>
                    <a:pt x="281179" y="2385698"/>
                  </a:lnTo>
                  <a:lnTo>
                    <a:pt x="281543" y="2393868"/>
                  </a:lnTo>
                  <a:lnTo>
                    <a:pt x="281892" y="2402038"/>
                  </a:lnTo>
                  <a:lnTo>
                    <a:pt x="282228" y="2410208"/>
                  </a:lnTo>
                  <a:lnTo>
                    <a:pt x="282553" y="2418378"/>
                  </a:lnTo>
                  <a:lnTo>
                    <a:pt x="282868" y="2426549"/>
                  </a:lnTo>
                  <a:lnTo>
                    <a:pt x="283175" y="2434719"/>
                  </a:lnTo>
                  <a:lnTo>
                    <a:pt x="283476" y="2442889"/>
                  </a:lnTo>
                  <a:lnTo>
                    <a:pt x="283774" y="2451059"/>
                  </a:lnTo>
                  <a:lnTo>
                    <a:pt x="284074" y="2459229"/>
                  </a:lnTo>
                  <a:lnTo>
                    <a:pt x="284379" y="2467400"/>
                  </a:lnTo>
                  <a:lnTo>
                    <a:pt x="284694" y="2475570"/>
                  </a:lnTo>
                  <a:lnTo>
                    <a:pt x="285022" y="2483740"/>
                  </a:lnTo>
                  <a:lnTo>
                    <a:pt x="285367" y="2491910"/>
                  </a:lnTo>
                  <a:lnTo>
                    <a:pt x="285740" y="2500080"/>
                  </a:lnTo>
                  <a:lnTo>
                    <a:pt x="286140" y="2508251"/>
                  </a:lnTo>
                  <a:lnTo>
                    <a:pt x="286573" y="2516421"/>
                  </a:lnTo>
                  <a:lnTo>
                    <a:pt x="287041" y="2524591"/>
                  </a:lnTo>
                  <a:lnTo>
                    <a:pt x="287548" y="2532761"/>
                  </a:lnTo>
                  <a:lnTo>
                    <a:pt x="288097" y="2540931"/>
                  </a:lnTo>
                  <a:lnTo>
                    <a:pt x="288702" y="2549102"/>
                  </a:lnTo>
                  <a:lnTo>
                    <a:pt x="289357" y="2557272"/>
                  </a:lnTo>
                  <a:lnTo>
                    <a:pt x="290062" y="2565442"/>
                  </a:lnTo>
                  <a:lnTo>
                    <a:pt x="290819" y="2573612"/>
                  </a:lnTo>
                  <a:lnTo>
                    <a:pt x="291626" y="2581782"/>
                  </a:lnTo>
                  <a:lnTo>
                    <a:pt x="292485" y="2589953"/>
                  </a:lnTo>
                  <a:lnTo>
                    <a:pt x="293403" y="2598123"/>
                  </a:lnTo>
                  <a:lnTo>
                    <a:pt x="294371" y="2606293"/>
                  </a:lnTo>
                  <a:lnTo>
                    <a:pt x="295383" y="2614463"/>
                  </a:lnTo>
                  <a:lnTo>
                    <a:pt x="296435" y="2622633"/>
                  </a:lnTo>
                  <a:lnTo>
                    <a:pt x="297523" y="2630804"/>
                  </a:lnTo>
                  <a:lnTo>
                    <a:pt x="298642" y="2638974"/>
                  </a:lnTo>
                  <a:lnTo>
                    <a:pt x="299790" y="2647144"/>
                  </a:lnTo>
                  <a:lnTo>
                    <a:pt x="300957" y="2655314"/>
                  </a:lnTo>
                  <a:lnTo>
                    <a:pt x="302135" y="2663484"/>
                  </a:lnTo>
                  <a:lnTo>
                    <a:pt x="303317" y="2671655"/>
                  </a:lnTo>
                  <a:lnTo>
                    <a:pt x="304499" y="2679825"/>
                  </a:lnTo>
                  <a:lnTo>
                    <a:pt x="305675" y="2687995"/>
                  </a:lnTo>
                  <a:lnTo>
                    <a:pt x="306838" y="2696165"/>
                  </a:lnTo>
                  <a:lnTo>
                    <a:pt x="307983" y="2704335"/>
                  </a:lnTo>
                  <a:lnTo>
                    <a:pt x="309108" y="2712506"/>
                  </a:lnTo>
                  <a:lnTo>
                    <a:pt x="310213" y="2720676"/>
                  </a:lnTo>
                  <a:lnTo>
                    <a:pt x="311297" y="2728846"/>
                  </a:lnTo>
                  <a:lnTo>
                    <a:pt x="312361" y="2737016"/>
                  </a:lnTo>
                  <a:lnTo>
                    <a:pt x="313407" y="2745186"/>
                  </a:lnTo>
                  <a:lnTo>
                    <a:pt x="314440" y="2753357"/>
                  </a:lnTo>
                  <a:lnTo>
                    <a:pt x="315469" y="2761527"/>
                  </a:lnTo>
                  <a:lnTo>
                    <a:pt x="316502" y="2769697"/>
                  </a:lnTo>
                  <a:lnTo>
                    <a:pt x="317546" y="2777867"/>
                  </a:lnTo>
                  <a:lnTo>
                    <a:pt x="318611" y="2786037"/>
                  </a:lnTo>
                  <a:lnTo>
                    <a:pt x="319708" y="2794208"/>
                  </a:lnTo>
                  <a:lnTo>
                    <a:pt x="320860" y="2802378"/>
                  </a:lnTo>
                  <a:lnTo>
                    <a:pt x="322070" y="2810548"/>
                  </a:lnTo>
                  <a:lnTo>
                    <a:pt x="323350" y="2818718"/>
                  </a:lnTo>
                  <a:lnTo>
                    <a:pt x="324709" y="2826888"/>
                  </a:lnTo>
                  <a:lnTo>
                    <a:pt x="326156" y="2835059"/>
                  </a:lnTo>
                  <a:lnTo>
                    <a:pt x="327701" y="2843229"/>
                  </a:lnTo>
                  <a:lnTo>
                    <a:pt x="329376" y="2851399"/>
                  </a:lnTo>
                  <a:lnTo>
                    <a:pt x="331167" y="2859569"/>
                  </a:lnTo>
                  <a:lnTo>
                    <a:pt x="333075" y="2867739"/>
                  </a:lnTo>
                  <a:lnTo>
                    <a:pt x="335103" y="2875910"/>
                  </a:lnTo>
                  <a:lnTo>
                    <a:pt x="337249" y="2884080"/>
                  </a:lnTo>
                  <a:lnTo>
                    <a:pt x="339513" y="2892250"/>
                  </a:lnTo>
                  <a:lnTo>
                    <a:pt x="341910" y="2900420"/>
                  </a:lnTo>
                  <a:lnTo>
                    <a:pt x="344419" y="2908590"/>
                  </a:lnTo>
                  <a:lnTo>
                    <a:pt x="347024" y="2916760"/>
                  </a:lnTo>
                  <a:lnTo>
                    <a:pt x="349715" y="2924931"/>
                  </a:lnTo>
                  <a:lnTo>
                    <a:pt x="352482" y="2933101"/>
                  </a:lnTo>
                  <a:lnTo>
                    <a:pt x="355313" y="2941271"/>
                  </a:lnTo>
                  <a:lnTo>
                    <a:pt x="358197" y="2949441"/>
                  </a:lnTo>
                  <a:lnTo>
                    <a:pt x="361114" y="2957611"/>
                  </a:lnTo>
                  <a:lnTo>
                    <a:pt x="364042" y="2965782"/>
                  </a:lnTo>
                  <a:lnTo>
                    <a:pt x="366967" y="2973952"/>
                  </a:lnTo>
                  <a:lnTo>
                    <a:pt x="369873" y="2982122"/>
                  </a:lnTo>
                  <a:lnTo>
                    <a:pt x="372745" y="2990292"/>
                  </a:lnTo>
                  <a:lnTo>
                    <a:pt x="375562" y="2998462"/>
                  </a:lnTo>
                  <a:lnTo>
                    <a:pt x="378301" y="3006633"/>
                  </a:lnTo>
                  <a:lnTo>
                    <a:pt x="380957" y="3014803"/>
                  </a:lnTo>
                  <a:lnTo>
                    <a:pt x="383518" y="3022973"/>
                  </a:lnTo>
                  <a:lnTo>
                    <a:pt x="385977" y="3031143"/>
                  </a:lnTo>
                  <a:lnTo>
                    <a:pt x="388323" y="3039313"/>
                  </a:lnTo>
                  <a:lnTo>
                    <a:pt x="390544" y="3047484"/>
                  </a:lnTo>
                  <a:lnTo>
                    <a:pt x="392617" y="3055654"/>
                  </a:lnTo>
                  <a:lnTo>
                    <a:pt x="394564" y="3063824"/>
                  </a:lnTo>
                  <a:lnTo>
                    <a:pt x="396386" y="3071994"/>
                  </a:lnTo>
                  <a:lnTo>
                    <a:pt x="398085" y="3080164"/>
                  </a:lnTo>
                  <a:lnTo>
                    <a:pt x="399666" y="3088335"/>
                  </a:lnTo>
                  <a:lnTo>
                    <a:pt x="401135" y="3096505"/>
                  </a:lnTo>
                  <a:lnTo>
                    <a:pt x="402481" y="3104675"/>
                  </a:lnTo>
                  <a:lnTo>
                    <a:pt x="403741" y="3112845"/>
                  </a:lnTo>
                  <a:lnTo>
                    <a:pt x="404929" y="3121015"/>
                  </a:lnTo>
                  <a:lnTo>
                    <a:pt x="406058" y="3129186"/>
                  </a:lnTo>
                  <a:lnTo>
                    <a:pt x="407142" y="3137356"/>
                  </a:lnTo>
                  <a:lnTo>
                    <a:pt x="408197" y="3145526"/>
                  </a:lnTo>
                  <a:lnTo>
                    <a:pt x="409239" y="3153696"/>
                  </a:lnTo>
                  <a:lnTo>
                    <a:pt x="410292" y="3161866"/>
                  </a:lnTo>
                  <a:lnTo>
                    <a:pt x="411368" y="3170037"/>
                  </a:lnTo>
                  <a:lnTo>
                    <a:pt x="412482" y="3178207"/>
                  </a:lnTo>
                  <a:lnTo>
                    <a:pt x="413646" y="3186377"/>
                  </a:lnTo>
                  <a:lnTo>
                    <a:pt x="414869" y="3194547"/>
                  </a:lnTo>
                  <a:lnTo>
                    <a:pt x="416173" y="3202717"/>
                  </a:lnTo>
                  <a:lnTo>
                    <a:pt x="417560" y="3210888"/>
                  </a:lnTo>
                  <a:lnTo>
                    <a:pt x="419027" y="3219058"/>
                  </a:lnTo>
                  <a:lnTo>
                    <a:pt x="420574" y="3227228"/>
                  </a:lnTo>
                  <a:lnTo>
                    <a:pt x="422201" y="3235398"/>
                  </a:lnTo>
                  <a:lnTo>
                    <a:pt x="423903" y="3243568"/>
                  </a:lnTo>
                  <a:lnTo>
                    <a:pt x="425683" y="3251739"/>
                  </a:lnTo>
                  <a:lnTo>
                    <a:pt x="427530" y="3259909"/>
                  </a:lnTo>
                  <a:lnTo>
                    <a:pt x="429427" y="3268079"/>
                  </a:lnTo>
                  <a:lnTo>
                    <a:pt x="431362" y="3276249"/>
                  </a:lnTo>
                  <a:lnTo>
                    <a:pt x="433328" y="3284419"/>
                  </a:lnTo>
                  <a:lnTo>
                    <a:pt x="435314" y="3292590"/>
                  </a:lnTo>
                  <a:lnTo>
                    <a:pt x="437309" y="3300760"/>
                  </a:lnTo>
                  <a:lnTo>
                    <a:pt x="439303" y="3308930"/>
                  </a:lnTo>
                  <a:lnTo>
                    <a:pt x="441287" y="3317100"/>
                  </a:lnTo>
                  <a:lnTo>
                    <a:pt x="443256" y="3325270"/>
                  </a:lnTo>
                  <a:lnTo>
                    <a:pt x="445206" y="3333441"/>
                  </a:lnTo>
                  <a:lnTo>
                    <a:pt x="447138" y="3341611"/>
                  </a:lnTo>
                  <a:lnTo>
                    <a:pt x="449049" y="3349781"/>
                  </a:lnTo>
                  <a:lnTo>
                    <a:pt x="450942" y="3357951"/>
                  </a:lnTo>
                  <a:lnTo>
                    <a:pt x="452826" y="3366121"/>
                  </a:lnTo>
                  <a:lnTo>
                    <a:pt x="454709" y="3374292"/>
                  </a:lnTo>
                  <a:lnTo>
                    <a:pt x="456600" y="3382462"/>
                  </a:lnTo>
                  <a:lnTo>
                    <a:pt x="458506" y="3390632"/>
                  </a:lnTo>
                  <a:lnTo>
                    <a:pt x="460438" y="3398802"/>
                  </a:lnTo>
                  <a:lnTo>
                    <a:pt x="462420" y="3406972"/>
                  </a:lnTo>
                  <a:lnTo>
                    <a:pt x="464455" y="3415143"/>
                  </a:lnTo>
                  <a:lnTo>
                    <a:pt x="466551" y="3423313"/>
                  </a:lnTo>
                  <a:lnTo>
                    <a:pt x="468718" y="3431483"/>
                  </a:lnTo>
                  <a:lnTo>
                    <a:pt x="470962" y="3439653"/>
                  </a:lnTo>
                  <a:lnTo>
                    <a:pt x="473288" y="3447823"/>
                  </a:lnTo>
                  <a:lnTo>
                    <a:pt x="475718" y="3455994"/>
                  </a:lnTo>
                  <a:lnTo>
                    <a:pt x="478239" y="3464164"/>
                  </a:lnTo>
                  <a:lnTo>
                    <a:pt x="480844" y="3472334"/>
                  </a:lnTo>
                  <a:lnTo>
                    <a:pt x="483531" y="3480504"/>
                  </a:lnTo>
                  <a:lnTo>
                    <a:pt x="486293" y="3488674"/>
                  </a:lnTo>
                  <a:lnTo>
                    <a:pt x="489122" y="3496845"/>
                  </a:lnTo>
                  <a:lnTo>
                    <a:pt x="492015" y="3505015"/>
                  </a:lnTo>
                  <a:lnTo>
                    <a:pt x="494952" y="3513185"/>
                  </a:lnTo>
                  <a:lnTo>
                    <a:pt x="497914" y="3521355"/>
                  </a:lnTo>
                  <a:lnTo>
                    <a:pt x="500887" y="3529525"/>
                  </a:lnTo>
                  <a:lnTo>
                    <a:pt x="503857" y="3537696"/>
                  </a:lnTo>
                  <a:lnTo>
                    <a:pt x="506809" y="3545866"/>
                  </a:lnTo>
                  <a:lnTo>
                    <a:pt x="509723" y="3554036"/>
                  </a:lnTo>
                  <a:lnTo>
                    <a:pt x="512576" y="3562206"/>
                  </a:lnTo>
                  <a:lnTo>
                    <a:pt x="515360" y="3570376"/>
                  </a:lnTo>
                  <a:lnTo>
                    <a:pt x="518062" y="3578547"/>
                  </a:lnTo>
                  <a:lnTo>
                    <a:pt x="520670" y="3586717"/>
                  </a:lnTo>
                  <a:lnTo>
                    <a:pt x="523173" y="3594887"/>
                  </a:lnTo>
                  <a:lnTo>
                    <a:pt x="525551" y="3603057"/>
                  </a:lnTo>
                  <a:lnTo>
                    <a:pt x="527782" y="3611227"/>
                  </a:lnTo>
                  <a:lnTo>
                    <a:pt x="529876" y="3619398"/>
                  </a:lnTo>
                  <a:lnTo>
                    <a:pt x="531827" y="3627568"/>
                  </a:lnTo>
                  <a:lnTo>
                    <a:pt x="533630" y="3635738"/>
                  </a:lnTo>
                  <a:lnTo>
                    <a:pt x="535277" y="3643908"/>
                  </a:lnTo>
                  <a:lnTo>
                    <a:pt x="536757" y="3652078"/>
                  </a:lnTo>
                  <a:lnTo>
                    <a:pt x="538034" y="3660249"/>
                  </a:lnTo>
                  <a:lnTo>
                    <a:pt x="539135" y="3668419"/>
                  </a:lnTo>
                  <a:lnTo>
                    <a:pt x="540052" y="3676589"/>
                  </a:lnTo>
                  <a:lnTo>
                    <a:pt x="540778" y="3684759"/>
                  </a:lnTo>
                  <a:lnTo>
                    <a:pt x="541305" y="3692929"/>
                  </a:lnTo>
                  <a:lnTo>
                    <a:pt x="541623" y="3701100"/>
                  </a:lnTo>
                  <a:lnTo>
                    <a:pt x="541669" y="3709270"/>
                  </a:lnTo>
                  <a:lnTo>
                    <a:pt x="541476" y="3717440"/>
                  </a:lnTo>
                  <a:lnTo>
                    <a:pt x="541035" y="3725610"/>
                  </a:lnTo>
                  <a:lnTo>
                    <a:pt x="540334" y="3733780"/>
                  </a:lnTo>
                  <a:lnTo>
                    <a:pt x="539359" y="3741951"/>
                  </a:lnTo>
                  <a:lnTo>
                    <a:pt x="538099" y="3750121"/>
                  </a:lnTo>
                  <a:lnTo>
                    <a:pt x="536481" y="3758291"/>
                  </a:lnTo>
                  <a:lnTo>
                    <a:pt x="534534" y="3766461"/>
                  </a:lnTo>
                  <a:lnTo>
                    <a:pt x="532263" y="3774631"/>
                  </a:lnTo>
                  <a:lnTo>
                    <a:pt x="529661" y="3782802"/>
                  </a:lnTo>
                  <a:lnTo>
                    <a:pt x="526722" y="3790972"/>
                  </a:lnTo>
                  <a:lnTo>
                    <a:pt x="523445" y="3799142"/>
                  </a:lnTo>
                  <a:lnTo>
                    <a:pt x="519778" y="3807312"/>
                  </a:lnTo>
                  <a:lnTo>
                    <a:pt x="515746" y="3815482"/>
                  </a:lnTo>
                  <a:lnTo>
                    <a:pt x="511390" y="3823653"/>
                  </a:lnTo>
                  <a:lnTo>
                    <a:pt x="506721" y="3831823"/>
                  </a:lnTo>
                  <a:lnTo>
                    <a:pt x="501753" y="3839993"/>
                  </a:lnTo>
                  <a:lnTo>
                    <a:pt x="496504" y="3848163"/>
                  </a:lnTo>
                  <a:lnTo>
                    <a:pt x="490968" y="3856333"/>
                  </a:lnTo>
                  <a:lnTo>
                    <a:pt x="485176" y="3864504"/>
                  </a:lnTo>
                  <a:lnTo>
                    <a:pt x="479190" y="3872674"/>
                  </a:lnTo>
                  <a:lnTo>
                    <a:pt x="473037" y="3880844"/>
                  </a:lnTo>
                  <a:lnTo>
                    <a:pt x="466749" y="3889014"/>
                  </a:lnTo>
                  <a:lnTo>
                    <a:pt x="460356" y="3897184"/>
                  </a:lnTo>
                  <a:lnTo>
                    <a:pt x="453888" y="3905355"/>
                  </a:lnTo>
                  <a:lnTo>
                    <a:pt x="447385" y="3913525"/>
                  </a:lnTo>
                  <a:lnTo>
                    <a:pt x="440892" y="3921695"/>
                  </a:lnTo>
                  <a:lnTo>
                    <a:pt x="434436" y="3929865"/>
                  </a:lnTo>
                  <a:lnTo>
                    <a:pt x="428046" y="3938035"/>
                  </a:lnTo>
                  <a:lnTo>
                    <a:pt x="421746" y="3946206"/>
                  </a:lnTo>
                  <a:lnTo>
                    <a:pt x="415566" y="3954376"/>
                  </a:lnTo>
                  <a:lnTo>
                    <a:pt x="409560" y="3962546"/>
                  </a:lnTo>
                  <a:lnTo>
                    <a:pt x="403719" y="3970716"/>
                  </a:lnTo>
                  <a:lnTo>
                    <a:pt x="398056" y="3978886"/>
                  </a:lnTo>
                  <a:lnTo>
                    <a:pt x="392582" y="3987057"/>
                  </a:lnTo>
                  <a:lnTo>
                    <a:pt x="387306" y="3995227"/>
                  </a:lnTo>
                  <a:lnTo>
                    <a:pt x="382233" y="4003397"/>
                  </a:lnTo>
                  <a:lnTo>
                    <a:pt x="377411" y="4011567"/>
                  </a:lnTo>
                  <a:lnTo>
                    <a:pt x="372798" y="4019737"/>
                  </a:lnTo>
                  <a:lnTo>
                    <a:pt x="368386" y="4027908"/>
                  </a:lnTo>
                  <a:lnTo>
                    <a:pt x="364168" y="4036078"/>
                  </a:lnTo>
                  <a:lnTo>
                    <a:pt x="360137" y="4044248"/>
                  </a:lnTo>
                  <a:lnTo>
                    <a:pt x="356285" y="4052418"/>
                  </a:lnTo>
                  <a:lnTo>
                    <a:pt x="352629" y="4060588"/>
                  </a:lnTo>
                  <a:lnTo>
                    <a:pt x="349133" y="4068759"/>
                  </a:lnTo>
                  <a:lnTo>
                    <a:pt x="345775" y="4076929"/>
                  </a:lnTo>
                  <a:lnTo>
                    <a:pt x="342543" y="4085099"/>
                  </a:lnTo>
                  <a:lnTo>
                    <a:pt x="339424" y="4093269"/>
                  </a:lnTo>
                  <a:lnTo>
                    <a:pt x="336407" y="4101439"/>
                  </a:lnTo>
                  <a:lnTo>
                    <a:pt x="333490" y="4109610"/>
                  </a:lnTo>
                  <a:lnTo>
                    <a:pt x="330655" y="4117780"/>
                  </a:lnTo>
                  <a:lnTo>
                    <a:pt x="327883" y="4125950"/>
                  </a:lnTo>
                  <a:lnTo>
                    <a:pt x="325168" y="4134120"/>
                  </a:lnTo>
                  <a:lnTo>
                    <a:pt x="322501" y="4142290"/>
                  </a:lnTo>
                  <a:lnTo>
                    <a:pt x="319878" y="4150461"/>
                  </a:lnTo>
                  <a:lnTo>
                    <a:pt x="317298" y="4158631"/>
                  </a:lnTo>
                  <a:lnTo>
                    <a:pt x="314758" y="4166801"/>
                  </a:lnTo>
                  <a:lnTo>
                    <a:pt x="312254" y="4174971"/>
                  </a:lnTo>
                  <a:close/>
                </a:path>
              </a:pathLst>
            </a:custGeom>
            <a:solidFill>
              <a:srgbClr val="4472C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355387" y="7095847"/>
              <a:ext cx="37631" cy="0"/>
            </a:xfrm>
            <a:custGeom>
              <a:avLst/>
              <a:pathLst>
                <a:path w="37631" h="0">
                  <a:moveTo>
                    <a:pt x="0" y="0"/>
                  </a:moveTo>
                  <a:lnTo>
                    <a:pt x="37631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374202" y="7095847"/>
              <a:ext cx="0" cy="841129"/>
            </a:xfrm>
            <a:custGeom>
              <a:avLst/>
              <a:pathLst>
                <a:path w="0" h="841129">
                  <a:moveTo>
                    <a:pt x="0" y="0"/>
                  </a:moveTo>
                  <a:lnTo>
                    <a:pt x="0" y="841129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355387" y="7936976"/>
              <a:ext cx="37631" cy="0"/>
            </a:xfrm>
            <a:custGeom>
              <a:avLst/>
              <a:pathLst>
                <a:path w="37631" h="0">
                  <a:moveTo>
                    <a:pt x="0" y="0"/>
                  </a:moveTo>
                  <a:lnTo>
                    <a:pt x="37631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3298939" y="7468656"/>
              <a:ext cx="150526" cy="251222"/>
            </a:xfrm>
            <a:custGeom>
              <a:avLst/>
              <a:pathLst>
                <a:path w="150526" h="251222">
                  <a:moveTo>
                    <a:pt x="0" y="0"/>
                  </a:moveTo>
                  <a:lnTo>
                    <a:pt x="0" y="251222"/>
                  </a:lnTo>
                  <a:lnTo>
                    <a:pt x="150526" y="251222"/>
                  </a:lnTo>
                  <a:lnTo>
                    <a:pt x="150526" y="0"/>
                  </a:lnTo>
                  <a:close/>
                </a:path>
              </a:pathLst>
            </a:custGeom>
            <a:solidFill>
              <a:srgbClr val="F2975A">
                <a:alpha val="29803"/>
              </a:srgbClr>
            </a:solidFill>
            <a:ln w="13550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298939" y="7640499"/>
              <a:ext cx="150526" cy="0"/>
            </a:xfrm>
            <a:custGeom>
              <a:avLst/>
              <a:pathLst>
                <a:path w="150526" h="0">
                  <a:moveTo>
                    <a:pt x="0" y="0"/>
                  </a:moveTo>
                  <a:lnTo>
                    <a:pt x="150526" y="0"/>
                  </a:lnTo>
                </a:path>
              </a:pathLst>
            </a:custGeom>
            <a:ln w="27101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860651" y="6334215"/>
              <a:ext cx="37631" cy="0"/>
            </a:xfrm>
            <a:custGeom>
              <a:avLst/>
              <a:pathLst>
                <a:path w="37631" h="0">
                  <a:moveTo>
                    <a:pt x="0" y="0"/>
                  </a:moveTo>
                  <a:lnTo>
                    <a:pt x="37631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879467" y="6334215"/>
              <a:ext cx="0" cy="1619639"/>
            </a:xfrm>
            <a:custGeom>
              <a:avLst/>
              <a:pathLst>
                <a:path w="0" h="1619639">
                  <a:moveTo>
                    <a:pt x="0" y="0"/>
                  </a:moveTo>
                  <a:lnTo>
                    <a:pt x="0" y="1619639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860651" y="7953854"/>
              <a:ext cx="37631" cy="0"/>
            </a:xfrm>
            <a:custGeom>
              <a:avLst/>
              <a:pathLst>
                <a:path w="37631" h="0">
                  <a:moveTo>
                    <a:pt x="0" y="0"/>
                  </a:moveTo>
                  <a:lnTo>
                    <a:pt x="37631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4804204" y="7039837"/>
              <a:ext cx="150526" cy="512858"/>
            </a:xfrm>
            <a:custGeom>
              <a:avLst/>
              <a:pathLst>
                <a:path w="150526" h="512858">
                  <a:moveTo>
                    <a:pt x="0" y="0"/>
                  </a:moveTo>
                  <a:lnTo>
                    <a:pt x="0" y="512858"/>
                  </a:lnTo>
                  <a:lnTo>
                    <a:pt x="150526" y="512858"/>
                  </a:lnTo>
                  <a:lnTo>
                    <a:pt x="150526" y="0"/>
                  </a:lnTo>
                  <a:close/>
                </a:path>
              </a:pathLst>
            </a:custGeom>
            <a:solidFill>
              <a:srgbClr val="4472C4">
                <a:alpha val="29803"/>
              </a:srgbClr>
            </a:solidFill>
            <a:ln w="13550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804204" y="7340389"/>
              <a:ext cx="150526" cy="0"/>
            </a:xfrm>
            <a:custGeom>
              <a:avLst/>
              <a:pathLst>
                <a:path w="150526" h="0">
                  <a:moveTo>
                    <a:pt x="0" y="0"/>
                  </a:moveTo>
                  <a:lnTo>
                    <a:pt x="150526" y="0"/>
                  </a:lnTo>
                </a:path>
              </a:pathLst>
            </a:custGeom>
            <a:ln w="27101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tx25"/>
            <p:cNvSpPr/>
            <p:nvPr/>
          </p:nvSpPr>
          <p:spPr>
            <a:xfrm>
              <a:off x="3413151" y="3231781"/>
              <a:ext cx="1427367" cy="2060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 &lt; 2.22e-16</a:t>
              </a:r>
            </a:p>
          </p:txBody>
        </p:sp>
        <p:sp>
          <p:nvSpPr>
            <p:cNvPr id="26" name="pl26"/>
            <p:cNvSpPr/>
            <p:nvPr/>
          </p:nvSpPr>
          <p:spPr>
            <a:xfrm>
              <a:off x="4879467" y="3489553"/>
              <a:ext cx="0" cy="125249"/>
            </a:xfrm>
            <a:custGeom>
              <a:avLst/>
              <a:pathLst>
                <a:path w="0" h="125249">
                  <a:moveTo>
                    <a:pt x="0" y="125249"/>
                  </a:moveTo>
                  <a:lnTo>
                    <a:pt x="0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374202" y="3489553"/>
              <a:ext cx="1505264" cy="0"/>
            </a:xfrm>
            <a:custGeom>
              <a:avLst/>
              <a:pathLst>
                <a:path w="1505264" h="0">
                  <a:moveTo>
                    <a:pt x="1505264" y="0"/>
                  </a:moveTo>
                  <a:lnTo>
                    <a:pt x="0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374202" y="3489553"/>
              <a:ext cx="0" cy="125249"/>
            </a:xfrm>
            <a:custGeom>
              <a:avLst/>
              <a:pathLst>
                <a:path w="0" h="125249">
                  <a:moveTo>
                    <a:pt x="0" y="0"/>
                  </a:moveTo>
                  <a:lnTo>
                    <a:pt x="0" y="125249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471044" y="3014888"/>
              <a:ext cx="3311582" cy="5176015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6233430" y="3014888"/>
              <a:ext cx="3311582" cy="51760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233430" y="7955630"/>
              <a:ext cx="3311582" cy="0"/>
            </a:xfrm>
            <a:custGeom>
              <a:avLst/>
              <a:pathLst>
                <a:path w="3311582" h="0">
                  <a:moveTo>
                    <a:pt x="0" y="0"/>
                  </a:moveTo>
                  <a:lnTo>
                    <a:pt x="3311582" y="0"/>
                  </a:lnTo>
                  <a:lnTo>
                    <a:pt x="3311582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233430" y="6835280"/>
              <a:ext cx="3311582" cy="0"/>
            </a:xfrm>
            <a:custGeom>
              <a:avLst/>
              <a:pathLst>
                <a:path w="3311582" h="0">
                  <a:moveTo>
                    <a:pt x="0" y="0"/>
                  </a:moveTo>
                  <a:lnTo>
                    <a:pt x="3311582" y="0"/>
                  </a:lnTo>
                  <a:lnTo>
                    <a:pt x="3311582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6233430" y="5714931"/>
              <a:ext cx="3311582" cy="0"/>
            </a:xfrm>
            <a:custGeom>
              <a:avLst/>
              <a:pathLst>
                <a:path w="3311582" h="0">
                  <a:moveTo>
                    <a:pt x="0" y="0"/>
                  </a:moveTo>
                  <a:lnTo>
                    <a:pt x="3311582" y="0"/>
                  </a:lnTo>
                  <a:lnTo>
                    <a:pt x="3311582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6233430" y="4594581"/>
              <a:ext cx="3311582" cy="0"/>
            </a:xfrm>
            <a:custGeom>
              <a:avLst/>
              <a:pathLst>
                <a:path w="3311582" h="0">
                  <a:moveTo>
                    <a:pt x="0" y="0"/>
                  </a:moveTo>
                  <a:lnTo>
                    <a:pt x="3311582" y="0"/>
                  </a:lnTo>
                  <a:lnTo>
                    <a:pt x="3311582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6233430" y="3474231"/>
              <a:ext cx="3311582" cy="0"/>
            </a:xfrm>
            <a:custGeom>
              <a:avLst/>
              <a:pathLst>
                <a:path w="3311582" h="0">
                  <a:moveTo>
                    <a:pt x="0" y="0"/>
                  </a:moveTo>
                  <a:lnTo>
                    <a:pt x="3311582" y="0"/>
                  </a:lnTo>
                  <a:lnTo>
                    <a:pt x="3311582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7136589" y="3014888"/>
              <a:ext cx="0" cy="5176015"/>
            </a:xfrm>
            <a:custGeom>
              <a:avLst/>
              <a:pathLst>
                <a:path w="0" h="5176015">
                  <a:moveTo>
                    <a:pt x="0" y="5176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8641854" y="3014888"/>
              <a:ext cx="0" cy="5176015"/>
            </a:xfrm>
            <a:custGeom>
              <a:avLst/>
              <a:pathLst>
                <a:path w="0" h="5176015">
                  <a:moveTo>
                    <a:pt x="0" y="5176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479936" y="4099444"/>
              <a:ext cx="1313306" cy="3838085"/>
            </a:xfrm>
            <a:custGeom>
              <a:avLst/>
              <a:pathLst>
                <a:path w="1313306" h="3838085">
                  <a:moveTo>
                    <a:pt x="491106" y="3838085"/>
                  </a:moveTo>
                  <a:lnTo>
                    <a:pt x="479913" y="3830574"/>
                  </a:lnTo>
                  <a:lnTo>
                    <a:pt x="468416" y="3823063"/>
                  </a:lnTo>
                  <a:lnTo>
                    <a:pt x="456561" y="3815552"/>
                  </a:lnTo>
                  <a:lnTo>
                    <a:pt x="444467" y="3808041"/>
                  </a:lnTo>
                  <a:lnTo>
                    <a:pt x="432158" y="3800530"/>
                  </a:lnTo>
                  <a:lnTo>
                    <a:pt x="419657" y="3793019"/>
                  </a:lnTo>
                  <a:lnTo>
                    <a:pt x="406989" y="3785508"/>
                  </a:lnTo>
                  <a:lnTo>
                    <a:pt x="394150" y="3777997"/>
                  </a:lnTo>
                  <a:lnTo>
                    <a:pt x="381217" y="3770486"/>
                  </a:lnTo>
                  <a:lnTo>
                    <a:pt x="368216" y="3762975"/>
                  </a:lnTo>
                  <a:lnTo>
                    <a:pt x="355172" y="3755465"/>
                  </a:lnTo>
                  <a:lnTo>
                    <a:pt x="342108" y="3747954"/>
                  </a:lnTo>
                  <a:lnTo>
                    <a:pt x="329062" y="3740443"/>
                  </a:lnTo>
                  <a:lnTo>
                    <a:pt x="316062" y="3732932"/>
                  </a:lnTo>
                  <a:lnTo>
                    <a:pt x="303129" y="3725421"/>
                  </a:lnTo>
                  <a:lnTo>
                    <a:pt x="290281" y="3717910"/>
                  </a:lnTo>
                  <a:lnTo>
                    <a:pt x="277536" y="3710399"/>
                  </a:lnTo>
                  <a:lnTo>
                    <a:pt x="264950" y="3702888"/>
                  </a:lnTo>
                  <a:lnTo>
                    <a:pt x="252518" y="3695377"/>
                  </a:lnTo>
                  <a:lnTo>
                    <a:pt x="240246" y="3687866"/>
                  </a:lnTo>
                  <a:lnTo>
                    <a:pt x="228144" y="3680355"/>
                  </a:lnTo>
                  <a:lnTo>
                    <a:pt x="216222" y="3672844"/>
                  </a:lnTo>
                  <a:lnTo>
                    <a:pt x="204540" y="3665333"/>
                  </a:lnTo>
                  <a:lnTo>
                    <a:pt x="193078" y="3657822"/>
                  </a:lnTo>
                  <a:lnTo>
                    <a:pt x="181826" y="3650312"/>
                  </a:lnTo>
                  <a:lnTo>
                    <a:pt x="170790" y="3642801"/>
                  </a:lnTo>
                  <a:lnTo>
                    <a:pt x="159976" y="3635290"/>
                  </a:lnTo>
                  <a:lnTo>
                    <a:pt x="149442" y="3627779"/>
                  </a:lnTo>
                  <a:lnTo>
                    <a:pt x="139170" y="3620268"/>
                  </a:lnTo>
                  <a:lnTo>
                    <a:pt x="129140" y="3612757"/>
                  </a:lnTo>
                  <a:lnTo>
                    <a:pt x="119361" y="3605246"/>
                  </a:lnTo>
                  <a:lnTo>
                    <a:pt x="109838" y="3597735"/>
                  </a:lnTo>
                  <a:lnTo>
                    <a:pt x="100633" y="3590224"/>
                  </a:lnTo>
                  <a:lnTo>
                    <a:pt x="91741" y="3582713"/>
                  </a:lnTo>
                  <a:lnTo>
                    <a:pt x="83140" y="3575202"/>
                  </a:lnTo>
                  <a:lnTo>
                    <a:pt x="74839" y="3567691"/>
                  </a:lnTo>
                  <a:lnTo>
                    <a:pt x="66850" y="3560180"/>
                  </a:lnTo>
                  <a:lnTo>
                    <a:pt x="59246" y="3552669"/>
                  </a:lnTo>
                  <a:lnTo>
                    <a:pt x="52042" y="3545158"/>
                  </a:lnTo>
                  <a:lnTo>
                    <a:pt x="45204" y="3537648"/>
                  </a:lnTo>
                  <a:lnTo>
                    <a:pt x="38748" y="3530137"/>
                  </a:lnTo>
                  <a:lnTo>
                    <a:pt x="32688" y="3522626"/>
                  </a:lnTo>
                  <a:lnTo>
                    <a:pt x="27108" y="3515115"/>
                  </a:lnTo>
                  <a:lnTo>
                    <a:pt x="22045" y="3507604"/>
                  </a:lnTo>
                  <a:lnTo>
                    <a:pt x="17442" y="3500093"/>
                  </a:lnTo>
                  <a:lnTo>
                    <a:pt x="13315" y="3492582"/>
                  </a:lnTo>
                  <a:lnTo>
                    <a:pt x="9679" y="3485071"/>
                  </a:lnTo>
                  <a:lnTo>
                    <a:pt x="6616" y="3477560"/>
                  </a:lnTo>
                  <a:lnTo>
                    <a:pt x="4183" y="3470049"/>
                  </a:lnTo>
                  <a:lnTo>
                    <a:pt x="2290" y="3462538"/>
                  </a:lnTo>
                  <a:lnTo>
                    <a:pt x="947" y="3455027"/>
                  </a:lnTo>
                  <a:lnTo>
                    <a:pt x="161" y="3447516"/>
                  </a:lnTo>
                  <a:lnTo>
                    <a:pt x="0" y="3440005"/>
                  </a:lnTo>
                  <a:lnTo>
                    <a:pt x="531" y="3432495"/>
                  </a:lnTo>
                  <a:lnTo>
                    <a:pt x="1632" y="3424984"/>
                  </a:lnTo>
                  <a:lnTo>
                    <a:pt x="3300" y="3417473"/>
                  </a:lnTo>
                  <a:lnTo>
                    <a:pt x="5530" y="3409962"/>
                  </a:lnTo>
                  <a:lnTo>
                    <a:pt x="8361" y="3402451"/>
                  </a:lnTo>
                  <a:lnTo>
                    <a:pt x="11865" y="3394940"/>
                  </a:lnTo>
                  <a:lnTo>
                    <a:pt x="15893" y="3387429"/>
                  </a:lnTo>
                  <a:lnTo>
                    <a:pt x="20430" y="3379918"/>
                  </a:lnTo>
                  <a:lnTo>
                    <a:pt x="25460" y="3372407"/>
                  </a:lnTo>
                  <a:lnTo>
                    <a:pt x="30991" y="3364896"/>
                  </a:lnTo>
                  <a:lnTo>
                    <a:pt x="37081" y="3357385"/>
                  </a:lnTo>
                  <a:lnTo>
                    <a:pt x="43581" y="3349874"/>
                  </a:lnTo>
                  <a:lnTo>
                    <a:pt x="50468" y="3342363"/>
                  </a:lnTo>
                  <a:lnTo>
                    <a:pt x="57715" y="3334852"/>
                  </a:lnTo>
                  <a:lnTo>
                    <a:pt x="65308" y="3327342"/>
                  </a:lnTo>
                  <a:lnTo>
                    <a:pt x="73280" y="3319831"/>
                  </a:lnTo>
                  <a:lnTo>
                    <a:pt x="81507" y="3312320"/>
                  </a:lnTo>
                  <a:lnTo>
                    <a:pt x="89964" y="3304809"/>
                  </a:lnTo>
                  <a:lnTo>
                    <a:pt x="98622" y="3297298"/>
                  </a:lnTo>
                  <a:lnTo>
                    <a:pt x="107459" y="3289787"/>
                  </a:lnTo>
                  <a:lnTo>
                    <a:pt x="116476" y="3282276"/>
                  </a:lnTo>
                  <a:lnTo>
                    <a:pt x="125596" y="3274765"/>
                  </a:lnTo>
                  <a:lnTo>
                    <a:pt x="134796" y="3267254"/>
                  </a:lnTo>
                  <a:lnTo>
                    <a:pt x="144055" y="3259743"/>
                  </a:lnTo>
                  <a:lnTo>
                    <a:pt x="153353" y="3252232"/>
                  </a:lnTo>
                  <a:lnTo>
                    <a:pt x="162667" y="3244721"/>
                  </a:lnTo>
                  <a:lnTo>
                    <a:pt x="171970" y="3237210"/>
                  </a:lnTo>
                  <a:lnTo>
                    <a:pt x="181247" y="3229699"/>
                  </a:lnTo>
                  <a:lnTo>
                    <a:pt x="190487" y="3222189"/>
                  </a:lnTo>
                  <a:lnTo>
                    <a:pt x="199678" y="3214678"/>
                  </a:lnTo>
                  <a:lnTo>
                    <a:pt x="208789" y="3207167"/>
                  </a:lnTo>
                  <a:lnTo>
                    <a:pt x="217826" y="3199656"/>
                  </a:lnTo>
                  <a:lnTo>
                    <a:pt x="226784" y="3192145"/>
                  </a:lnTo>
                  <a:lnTo>
                    <a:pt x="235661" y="3184634"/>
                  </a:lnTo>
                  <a:lnTo>
                    <a:pt x="244451" y="3177123"/>
                  </a:lnTo>
                  <a:lnTo>
                    <a:pt x="253128" y="3169612"/>
                  </a:lnTo>
                  <a:lnTo>
                    <a:pt x="261706" y="3162101"/>
                  </a:lnTo>
                  <a:lnTo>
                    <a:pt x="270190" y="3154590"/>
                  </a:lnTo>
                  <a:lnTo>
                    <a:pt x="278579" y="3147079"/>
                  </a:lnTo>
                  <a:lnTo>
                    <a:pt x="286870" y="3139568"/>
                  </a:lnTo>
                  <a:lnTo>
                    <a:pt x="295039" y="3132057"/>
                  </a:lnTo>
                  <a:lnTo>
                    <a:pt x="303098" y="3124546"/>
                  </a:lnTo>
                  <a:lnTo>
                    <a:pt x="311053" y="3117035"/>
                  </a:lnTo>
                  <a:lnTo>
                    <a:pt x="318901" y="3109525"/>
                  </a:lnTo>
                  <a:lnTo>
                    <a:pt x="326639" y="3102014"/>
                  </a:lnTo>
                  <a:lnTo>
                    <a:pt x="334236" y="3094503"/>
                  </a:lnTo>
                  <a:lnTo>
                    <a:pt x="341697" y="3086992"/>
                  </a:lnTo>
                  <a:lnTo>
                    <a:pt x="349029" y="3079481"/>
                  </a:lnTo>
                  <a:lnTo>
                    <a:pt x="356227" y="3071970"/>
                  </a:lnTo>
                  <a:lnTo>
                    <a:pt x="363283" y="3064459"/>
                  </a:lnTo>
                  <a:lnTo>
                    <a:pt x="370159" y="3056948"/>
                  </a:lnTo>
                  <a:lnTo>
                    <a:pt x="376855" y="3049437"/>
                  </a:lnTo>
                  <a:lnTo>
                    <a:pt x="383382" y="3041926"/>
                  </a:lnTo>
                  <a:lnTo>
                    <a:pt x="389734" y="3034415"/>
                  </a:lnTo>
                  <a:lnTo>
                    <a:pt x="395904" y="3026904"/>
                  </a:lnTo>
                  <a:lnTo>
                    <a:pt x="401851" y="3019393"/>
                  </a:lnTo>
                  <a:lnTo>
                    <a:pt x="407570" y="3011882"/>
                  </a:lnTo>
                  <a:lnTo>
                    <a:pt x="413087" y="3004372"/>
                  </a:lnTo>
                  <a:lnTo>
                    <a:pt x="418396" y="2996861"/>
                  </a:lnTo>
                  <a:lnTo>
                    <a:pt x="423496" y="2989350"/>
                  </a:lnTo>
                  <a:lnTo>
                    <a:pt x="428351" y="2981839"/>
                  </a:lnTo>
                  <a:lnTo>
                    <a:pt x="432957" y="2974328"/>
                  </a:lnTo>
                  <a:lnTo>
                    <a:pt x="437352" y="2966817"/>
                  </a:lnTo>
                  <a:lnTo>
                    <a:pt x="441538" y="2959306"/>
                  </a:lnTo>
                  <a:lnTo>
                    <a:pt x="445518" y="2951795"/>
                  </a:lnTo>
                  <a:lnTo>
                    <a:pt x="449271" y="2944284"/>
                  </a:lnTo>
                  <a:lnTo>
                    <a:pt x="452794" y="2936773"/>
                  </a:lnTo>
                  <a:lnTo>
                    <a:pt x="456134" y="2929262"/>
                  </a:lnTo>
                  <a:lnTo>
                    <a:pt x="459297" y="2921751"/>
                  </a:lnTo>
                  <a:lnTo>
                    <a:pt x="462292" y="2914240"/>
                  </a:lnTo>
                  <a:lnTo>
                    <a:pt x="465112" y="2906729"/>
                  </a:lnTo>
                  <a:lnTo>
                    <a:pt x="467757" y="2899219"/>
                  </a:lnTo>
                  <a:lnTo>
                    <a:pt x="470270" y="2891708"/>
                  </a:lnTo>
                  <a:lnTo>
                    <a:pt x="472661" y="2884197"/>
                  </a:lnTo>
                  <a:lnTo>
                    <a:pt x="474940" y="2876686"/>
                  </a:lnTo>
                  <a:lnTo>
                    <a:pt x="477108" y="2869175"/>
                  </a:lnTo>
                  <a:lnTo>
                    <a:pt x="479168" y="2861664"/>
                  </a:lnTo>
                  <a:lnTo>
                    <a:pt x="481150" y="2854153"/>
                  </a:lnTo>
                  <a:lnTo>
                    <a:pt x="483065" y="2846642"/>
                  </a:lnTo>
                  <a:lnTo>
                    <a:pt x="484917" y="2839131"/>
                  </a:lnTo>
                  <a:lnTo>
                    <a:pt x="486713" y="2831620"/>
                  </a:lnTo>
                  <a:lnTo>
                    <a:pt x="488451" y="2824109"/>
                  </a:lnTo>
                  <a:lnTo>
                    <a:pt x="490150" y="2816598"/>
                  </a:lnTo>
                  <a:lnTo>
                    <a:pt x="491814" y="2809087"/>
                  </a:lnTo>
                  <a:lnTo>
                    <a:pt x="493446" y="2801576"/>
                  </a:lnTo>
                  <a:lnTo>
                    <a:pt x="495048" y="2794065"/>
                  </a:lnTo>
                  <a:lnTo>
                    <a:pt x="496615" y="2786555"/>
                  </a:lnTo>
                  <a:lnTo>
                    <a:pt x="498155" y="2779044"/>
                  </a:lnTo>
                  <a:lnTo>
                    <a:pt x="499669" y="2771533"/>
                  </a:lnTo>
                  <a:lnTo>
                    <a:pt x="501157" y="2764022"/>
                  </a:lnTo>
                  <a:lnTo>
                    <a:pt x="502616" y="2756511"/>
                  </a:lnTo>
                  <a:lnTo>
                    <a:pt x="504037" y="2749000"/>
                  </a:lnTo>
                  <a:lnTo>
                    <a:pt x="505426" y="2741489"/>
                  </a:lnTo>
                  <a:lnTo>
                    <a:pt x="506782" y="2733978"/>
                  </a:lnTo>
                  <a:lnTo>
                    <a:pt x="508104" y="2726467"/>
                  </a:lnTo>
                  <a:lnTo>
                    <a:pt x="509389" y="2718956"/>
                  </a:lnTo>
                  <a:lnTo>
                    <a:pt x="510624" y="2711445"/>
                  </a:lnTo>
                  <a:lnTo>
                    <a:pt x="511819" y="2703934"/>
                  </a:lnTo>
                  <a:lnTo>
                    <a:pt x="512975" y="2696423"/>
                  </a:lnTo>
                  <a:lnTo>
                    <a:pt x="514090" y="2688912"/>
                  </a:lnTo>
                  <a:lnTo>
                    <a:pt x="515166" y="2681402"/>
                  </a:lnTo>
                  <a:lnTo>
                    <a:pt x="516191" y="2673891"/>
                  </a:lnTo>
                  <a:lnTo>
                    <a:pt x="517179" y="2666380"/>
                  </a:lnTo>
                  <a:lnTo>
                    <a:pt x="518133" y="2658869"/>
                  </a:lnTo>
                  <a:lnTo>
                    <a:pt x="519056" y="2651358"/>
                  </a:lnTo>
                  <a:lnTo>
                    <a:pt x="519949" y="2643847"/>
                  </a:lnTo>
                  <a:lnTo>
                    <a:pt x="520811" y="2636336"/>
                  </a:lnTo>
                  <a:lnTo>
                    <a:pt x="521653" y="2628825"/>
                  </a:lnTo>
                  <a:lnTo>
                    <a:pt x="522480" y="2621314"/>
                  </a:lnTo>
                  <a:lnTo>
                    <a:pt x="523297" y="2613803"/>
                  </a:lnTo>
                  <a:lnTo>
                    <a:pt x="524108" y="2606292"/>
                  </a:lnTo>
                  <a:lnTo>
                    <a:pt x="524918" y="2598781"/>
                  </a:lnTo>
                  <a:lnTo>
                    <a:pt x="525734" y="2591270"/>
                  </a:lnTo>
                  <a:lnTo>
                    <a:pt x="526559" y="2583759"/>
                  </a:lnTo>
                  <a:lnTo>
                    <a:pt x="527398" y="2576249"/>
                  </a:lnTo>
                  <a:lnTo>
                    <a:pt x="528254" y="2568738"/>
                  </a:lnTo>
                  <a:lnTo>
                    <a:pt x="529135" y="2561227"/>
                  </a:lnTo>
                  <a:lnTo>
                    <a:pt x="530043" y="2553716"/>
                  </a:lnTo>
                  <a:lnTo>
                    <a:pt x="530978" y="2546205"/>
                  </a:lnTo>
                  <a:lnTo>
                    <a:pt x="531940" y="2538694"/>
                  </a:lnTo>
                  <a:lnTo>
                    <a:pt x="532931" y="2531183"/>
                  </a:lnTo>
                  <a:lnTo>
                    <a:pt x="533957" y="2523672"/>
                  </a:lnTo>
                  <a:lnTo>
                    <a:pt x="535017" y="2516161"/>
                  </a:lnTo>
                  <a:lnTo>
                    <a:pt x="536104" y="2508650"/>
                  </a:lnTo>
                  <a:lnTo>
                    <a:pt x="537219" y="2501139"/>
                  </a:lnTo>
                  <a:lnTo>
                    <a:pt x="538359" y="2493628"/>
                  </a:lnTo>
                  <a:lnTo>
                    <a:pt x="539528" y="2486117"/>
                  </a:lnTo>
                  <a:lnTo>
                    <a:pt x="540720" y="2478606"/>
                  </a:lnTo>
                  <a:lnTo>
                    <a:pt x="541929" y="2471095"/>
                  </a:lnTo>
                  <a:lnTo>
                    <a:pt x="543154" y="2463585"/>
                  </a:lnTo>
                  <a:lnTo>
                    <a:pt x="544391" y="2456074"/>
                  </a:lnTo>
                  <a:lnTo>
                    <a:pt x="545640" y="2448563"/>
                  </a:lnTo>
                  <a:lnTo>
                    <a:pt x="546895" y="2441052"/>
                  </a:lnTo>
                  <a:lnTo>
                    <a:pt x="548154" y="2433541"/>
                  </a:lnTo>
                  <a:lnTo>
                    <a:pt x="549413" y="2426030"/>
                  </a:lnTo>
                  <a:lnTo>
                    <a:pt x="550670" y="2418519"/>
                  </a:lnTo>
                  <a:lnTo>
                    <a:pt x="551924" y="2411008"/>
                  </a:lnTo>
                  <a:lnTo>
                    <a:pt x="553169" y="2403497"/>
                  </a:lnTo>
                  <a:lnTo>
                    <a:pt x="554406" y="2395986"/>
                  </a:lnTo>
                  <a:lnTo>
                    <a:pt x="555633" y="2388475"/>
                  </a:lnTo>
                  <a:lnTo>
                    <a:pt x="556848" y="2380964"/>
                  </a:lnTo>
                  <a:lnTo>
                    <a:pt x="558050" y="2373453"/>
                  </a:lnTo>
                  <a:lnTo>
                    <a:pt x="559234" y="2365942"/>
                  </a:lnTo>
                  <a:lnTo>
                    <a:pt x="560402" y="2358432"/>
                  </a:lnTo>
                  <a:lnTo>
                    <a:pt x="561554" y="2350921"/>
                  </a:lnTo>
                  <a:lnTo>
                    <a:pt x="562688" y="2343410"/>
                  </a:lnTo>
                  <a:lnTo>
                    <a:pt x="563803" y="2335899"/>
                  </a:lnTo>
                  <a:lnTo>
                    <a:pt x="564893" y="2328388"/>
                  </a:lnTo>
                  <a:lnTo>
                    <a:pt x="565962" y="2320877"/>
                  </a:lnTo>
                  <a:lnTo>
                    <a:pt x="567009" y="2313366"/>
                  </a:lnTo>
                  <a:lnTo>
                    <a:pt x="568033" y="2305855"/>
                  </a:lnTo>
                  <a:lnTo>
                    <a:pt x="569032" y="2298344"/>
                  </a:lnTo>
                  <a:lnTo>
                    <a:pt x="569999" y="2290833"/>
                  </a:lnTo>
                  <a:lnTo>
                    <a:pt x="570939" y="2283322"/>
                  </a:lnTo>
                  <a:lnTo>
                    <a:pt x="571852" y="2275811"/>
                  </a:lnTo>
                  <a:lnTo>
                    <a:pt x="572736" y="2268300"/>
                  </a:lnTo>
                  <a:lnTo>
                    <a:pt x="573590" y="2260789"/>
                  </a:lnTo>
                  <a:lnTo>
                    <a:pt x="574406" y="2253279"/>
                  </a:lnTo>
                  <a:lnTo>
                    <a:pt x="575192" y="2245768"/>
                  </a:lnTo>
                  <a:lnTo>
                    <a:pt x="575948" y="2238257"/>
                  </a:lnTo>
                  <a:lnTo>
                    <a:pt x="576675" y="2230746"/>
                  </a:lnTo>
                  <a:lnTo>
                    <a:pt x="577372" y="2223235"/>
                  </a:lnTo>
                  <a:lnTo>
                    <a:pt x="578035" y="2215724"/>
                  </a:lnTo>
                  <a:lnTo>
                    <a:pt x="578672" y="2208213"/>
                  </a:lnTo>
                  <a:lnTo>
                    <a:pt x="579288" y="2200702"/>
                  </a:lnTo>
                  <a:lnTo>
                    <a:pt x="579883" y="2193191"/>
                  </a:lnTo>
                  <a:lnTo>
                    <a:pt x="580461" y="2185680"/>
                  </a:lnTo>
                  <a:lnTo>
                    <a:pt x="581024" y="2178169"/>
                  </a:lnTo>
                  <a:lnTo>
                    <a:pt x="581579" y="2170658"/>
                  </a:lnTo>
                  <a:lnTo>
                    <a:pt x="582133" y="2163147"/>
                  </a:lnTo>
                  <a:lnTo>
                    <a:pt x="582689" y="2155636"/>
                  </a:lnTo>
                  <a:lnTo>
                    <a:pt x="583252" y="2148126"/>
                  </a:lnTo>
                  <a:lnTo>
                    <a:pt x="583833" y="2140615"/>
                  </a:lnTo>
                  <a:lnTo>
                    <a:pt x="584435" y="2133104"/>
                  </a:lnTo>
                  <a:lnTo>
                    <a:pt x="585064" y="2125593"/>
                  </a:lnTo>
                  <a:lnTo>
                    <a:pt x="585724" y="2118082"/>
                  </a:lnTo>
                  <a:lnTo>
                    <a:pt x="586420" y="2110571"/>
                  </a:lnTo>
                  <a:lnTo>
                    <a:pt x="587169" y="2103060"/>
                  </a:lnTo>
                  <a:lnTo>
                    <a:pt x="587969" y="2095549"/>
                  </a:lnTo>
                  <a:lnTo>
                    <a:pt x="588819" y="2088038"/>
                  </a:lnTo>
                  <a:lnTo>
                    <a:pt x="589724" y="2080527"/>
                  </a:lnTo>
                  <a:lnTo>
                    <a:pt x="590686" y="2073016"/>
                  </a:lnTo>
                  <a:lnTo>
                    <a:pt x="591722" y="2065505"/>
                  </a:lnTo>
                  <a:lnTo>
                    <a:pt x="592822" y="2057994"/>
                  </a:lnTo>
                  <a:lnTo>
                    <a:pt x="593983" y="2050483"/>
                  </a:lnTo>
                  <a:lnTo>
                    <a:pt x="595203" y="2042972"/>
                  </a:lnTo>
                  <a:lnTo>
                    <a:pt x="596483" y="2035462"/>
                  </a:lnTo>
                  <a:lnTo>
                    <a:pt x="597831" y="2027951"/>
                  </a:lnTo>
                  <a:lnTo>
                    <a:pt x="599236" y="2020440"/>
                  </a:lnTo>
                  <a:lnTo>
                    <a:pt x="600689" y="2012929"/>
                  </a:lnTo>
                  <a:lnTo>
                    <a:pt x="602185" y="2005418"/>
                  </a:lnTo>
                  <a:lnTo>
                    <a:pt x="603721" y="1997907"/>
                  </a:lnTo>
                  <a:lnTo>
                    <a:pt x="605297" y="1990396"/>
                  </a:lnTo>
                  <a:lnTo>
                    <a:pt x="606900" y="1982885"/>
                  </a:lnTo>
                  <a:lnTo>
                    <a:pt x="608522" y="1975374"/>
                  </a:lnTo>
                  <a:lnTo>
                    <a:pt x="610156" y="1967863"/>
                  </a:lnTo>
                  <a:lnTo>
                    <a:pt x="611796" y="1960352"/>
                  </a:lnTo>
                  <a:lnTo>
                    <a:pt x="613435" y="1952841"/>
                  </a:lnTo>
                  <a:lnTo>
                    <a:pt x="615062" y="1945330"/>
                  </a:lnTo>
                  <a:lnTo>
                    <a:pt x="616672" y="1937819"/>
                  </a:lnTo>
                  <a:lnTo>
                    <a:pt x="618260" y="1930309"/>
                  </a:lnTo>
                  <a:lnTo>
                    <a:pt x="619819" y="1922798"/>
                  </a:lnTo>
                  <a:lnTo>
                    <a:pt x="621338" y="1915287"/>
                  </a:lnTo>
                  <a:lnTo>
                    <a:pt x="622810" y="1907776"/>
                  </a:lnTo>
                  <a:lnTo>
                    <a:pt x="624234" y="1900265"/>
                  </a:lnTo>
                  <a:lnTo>
                    <a:pt x="625609" y="1892754"/>
                  </a:lnTo>
                  <a:lnTo>
                    <a:pt x="626929" y="1885243"/>
                  </a:lnTo>
                  <a:lnTo>
                    <a:pt x="628183" y="1877732"/>
                  </a:lnTo>
                  <a:lnTo>
                    <a:pt x="629365" y="1870221"/>
                  </a:lnTo>
                  <a:lnTo>
                    <a:pt x="630482" y="1862710"/>
                  </a:lnTo>
                  <a:lnTo>
                    <a:pt x="631532" y="1855199"/>
                  </a:lnTo>
                  <a:lnTo>
                    <a:pt x="632516" y="1847688"/>
                  </a:lnTo>
                  <a:lnTo>
                    <a:pt x="633422" y="1840177"/>
                  </a:lnTo>
                  <a:lnTo>
                    <a:pt x="634243" y="1832666"/>
                  </a:lnTo>
                  <a:lnTo>
                    <a:pt x="634994" y="1825156"/>
                  </a:lnTo>
                  <a:lnTo>
                    <a:pt x="635674" y="1817645"/>
                  </a:lnTo>
                  <a:lnTo>
                    <a:pt x="636283" y="1810134"/>
                  </a:lnTo>
                  <a:lnTo>
                    <a:pt x="636816" y="1802623"/>
                  </a:lnTo>
                  <a:lnTo>
                    <a:pt x="637264" y="1795112"/>
                  </a:lnTo>
                  <a:lnTo>
                    <a:pt x="637644" y="1787601"/>
                  </a:lnTo>
                  <a:lnTo>
                    <a:pt x="637958" y="1780090"/>
                  </a:lnTo>
                  <a:lnTo>
                    <a:pt x="638206" y="1772579"/>
                  </a:lnTo>
                  <a:lnTo>
                    <a:pt x="638386" y="1765068"/>
                  </a:lnTo>
                  <a:lnTo>
                    <a:pt x="638490" y="1757557"/>
                  </a:lnTo>
                  <a:lnTo>
                    <a:pt x="638535" y="1750046"/>
                  </a:lnTo>
                  <a:lnTo>
                    <a:pt x="638525" y="1742535"/>
                  </a:lnTo>
                  <a:lnTo>
                    <a:pt x="638462" y="1735024"/>
                  </a:lnTo>
                  <a:lnTo>
                    <a:pt x="638345" y="1727513"/>
                  </a:lnTo>
                  <a:lnTo>
                    <a:pt x="638169" y="1720002"/>
                  </a:lnTo>
                  <a:lnTo>
                    <a:pt x="637951" y="1712492"/>
                  </a:lnTo>
                  <a:lnTo>
                    <a:pt x="637693" y="1704981"/>
                  </a:lnTo>
                  <a:lnTo>
                    <a:pt x="637400" y="1697470"/>
                  </a:lnTo>
                  <a:lnTo>
                    <a:pt x="637074" y="1689959"/>
                  </a:lnTo>
                  <a:lnTo>
                    <a:pt x="636712" y="1682448"/>
                  </a:lnTo>
                  <a:lnTo>
                    <a:pt x="636328" y="1674937"/>
                  </a:lnTo>
                  <a:lnTo>
                    <a:pt x="635927" y="1667426"/>
                  </a:lnTo>
                  <a:lnTo>
                    <a:pt x="635511" y="1659915"/>
                  </a:lnTo>
                  <a:lnTo>
                    <a:pt x="635085" y="1652404"/>
                  </a:lnTo>
                  <a:lnTo>
                    <a:pt x="634652" y="1644893"/>
                  </a:lnTo>
                  <a:lnTo>
                    <a:pt x="634220" y="1637382"/>
                  </a:lnTo>
                  <a:lnTo>
                    <a:pt x="633792" y="1629871"/>
                  </a:lnTo>
                  <a:lnTo>
                    <a:pt x="633373" y="1622360"/>
                  </a:lnTo>
                  <a:lnTo>
                    <a:pt x="632965" y="1614849"/>
                  </a:lnTo>
                  <a:lnTo>
                    <a:pt x="632580" y="1607339"/>
                  </a:lnTo>
                  <a:lnTo>
                    <a:pt x="632216" y="1599828"/>
                  </a:lnTo>
                  <a:lnTo>
                    <a:pt x="631878" y="1592317"/>
                  </a:lnTo>
                  <a:lnTo>
                    <a:pt x="631567" y="1584806"/>
                  </a:lnTo>
                  <a:lnTo>
                    <a:pt x="631287" y="1577295"/>
                  </a:lnTo>
                  <a:lnTo>
                    <a:pt x="631050" y="1569784"/>
                  </a:lnTo>
                  <a:lnTo>
                    <a:pt x="630853" y="1562273"/>
                  </a:lnTo>
                  <a:lnTo>
                    <a:pt x="630695" y="1554762"/>
                  </a:lnTo>
                  <a:lnTo>
                    <a:pt x="630579" y="1547251"/>
                  </a:lnTo>
                  <a:lnTo>
                    <a:pt x="630505" y="1539740"/>
                  </a:lnTo>
                  <a:lnTo>
                    <a:pt x="630488" y="1532229"/>
                  </a:lnTo>
                  <a:lnTo>
                    <a:pt x="630519" y="1524718"/>
                  </a:lnTo>
                  <a:lnTo>
                    <a:pt x="630597" y="1517207"/>
                  </a:lnTo>
                  <a:lnTo>
                    <a:pt x="630722" y="1509696"/>
                  </a:lnTo>
                  <a:lnTo>
                    <a:pt x="630893" y="1502186"/>
                  </a:lnTo>
                  <a:lnTo>
                    <a:pt x="631122" y="1494675"/>
                  </a:lnTo>
                  <a:lnTo>
                    <a:pt x="631401" y="1487164"/>
                  </a:lnTo>
                  <a:lnTo>
                    <a:pt x="631725" y="1479653"/>
                  </a:lnTo>
                  <a:lnTo>
                    <a:pt x="632092" y="1472142"/>
                  </a:lnTo>
                  <a:lnTo>
                    <a:pt x="632502" y="1464631"/>
                  </a:lnTo>
                  <a:lnTo>
                    <a:pt x="632960" y="1457120"/>
                  </a:lnTo>
                  <a:lnTo>
                    <a:pt x="633461" y="1449609"/>
                  </a:lnTo>
                  <a:lnTo>
                    <a:pt x="633997" y="1442098"/>
                  </a:lnTo>
                  <a:lnTo>
                    <a:pt x="634567" y="1434587"/>
                  </a:lnTo>
                  <a:lnTo>
                    <a:pt x="635168" y="1427076"/>
                  </a:lnTo>
                  <a:lnTo>
                    <a:pt x="635802" y="1419565"/>
                  </a:lnTo>
                  <a:lnTo>
                    <a:pt x="636464" y="1412054"/>
                  </a:lnTo>
                  <a:lnTo>
                    <a:pt x="637147" y="1404543"/>
                  </a:lnTo>
                  <a:lnTo>
                    <a:pt x="637848" y="1397032"/>
                  </a:lnTo>
                  <a:lnTo>
                    <a:pt x="638565" y="1389522"/>
                  </a:lnTo>
                  <a:lnTo>
                    <a:pt x="639297" y="1382011"/>
                  </a:lnTo>
                  <a:lnTo>
                    <a:pt x="640038" y="1374500"/>
                  </a:lnTo>
                  <a:lnTo>
                    <a:pt x="640783" y="1366989"/>
                  </a:lnTo>
                  <a:lnTo>
                    <a:pt x="641531" y="1359478"/>
                  </a:lnTo>
                  <a:lnTo>
                    <a:pt x="642278" y="1351967"/>
                  </a:lnTo>
                  <a:lnTo>
                    <a:pt x="643021" y="1344456"/>
                  </a:lnTo>
                  <a:lnTo>
                    <a:pt x="643755" y="1336945"/>
                  </a:lnTo>
                  <a:lnTo>
                    <a:pt x="644479" y="1329434"/>
                  </a:lnTo>
                  <a:lnTo>
                    <a:pt x="645190" y="1321923"/>
                  </a:lnTo>
                  <a:lnTo>
                    <a:pt x="645886" y="1314412"/>
                  </a:lnTo>
                  <a:lnTo>
                    <a:pt x="646563" y="1306901"/>
                  </a:lnTo>
                  <a:lnTo>
                    <a:pt x="647216" y="1299390"/>
                  </a:lnTo>
                  <a:lnTo>
                    <a:pt x="647846" y="1291879"/>
                  </a:lnTo>
                  <a:lnTo>
                    <a:pt x="648453" y="1284369"/>
                  </a:lnTo>
                  <a:lnTo>
                    <a:pt x="649034" y="1276858"/>
                  </a:lnTo>
                  <a:lnTo>
                    <a:pt x="649586" y="1269347"/>
                  </a:lnTo>
                  <a:lnTo>
                    <a:pt x="650102" y="1261836"/>
                  </a:lnTo>
                  <a:lnTo>
                    <a:pt x="650587" y="1254325"/>
                  </a:lnTo>
                  <a:lnTo>
                    <a:pt x="651041" y="1246814"/>
                  </a:lnTo>
                  <a:lnTo>
                    <a:pt x="651462" y="1239303"/>
                  </a:lnTo>
                  <a:lnTo>
                    <a:pt x="651848" y="1231792"/>
                  </a:lnTo>
                  <a:lnTo>
                    <a:pt x="652190" y="1224281"/>
                  </a:lnTo>
                  <a:lnTo>
                    <a:pt x="652496" y="1216770"/>
                  </a:lnTo>
                  <a:lnTo>
                    <a:pt x="652767" y="1209259"/>
                  </a:lnTo>
                  <a:lnTo>
                    <a:pt x="653000" y="1201748"/>
                  </a:lnTo>
                  <a:lnTo>
                    <a:pt x="653193" y="1194237"/>
                  </a:lnTo>
                  <a:lnTo>
                    <a:pt x="653338" y="1186726"/>
                  </a:lnTo>
                  <a:lnTo>
                    <a:pt x="653443" y="1179216"/>
                  </a:lnTo>
                  <a:lnTo>
                    <a:pt x="653509" y="1171705"/>
                  </a:lnTo>
                  <a:lnTo>
                    <a:pt x="653535" y="1164194"/>
                  </a:lnTo>
                  <a:lnTo>
                    <a:pt x="653519" y="1156683"/>
                  </a:lnTo>
                  <a:lnTo>
                    <a:pt x="653450" y="1149172"/>
                  </a:lnTo>
                  <a:lnTo>
                    <a:pt x="653340" y="1141661"/>
                  </a:lnTo>
                  <a:lnTo>
                    <a:pt x="653188" y="1134150"/>
                  </a:lnTo>
                  <a:lnTo>
                    <a:pt x="652995" y="1126639"/>
                  </a:lnTo>
                  <a:lnTo>
                    <a:pt x="652761" y="1119128"/>
                  </a:lnTo>
                  <a:lnTo>
                    <a:pt x="652473" y="1111617"/>
                  </a:lnTo>
                  <a:lnTo>
                    <a:pt x="652146" y="1104106"/>
                  </a:lnTo>
                  <a:lnTo>
                    <a:pt x="651779" y="1096595"/>
                  </a:lnTo>
                  <a:lnTo>
                    <a:pt x="651374" y="1089084"/>
                  </a:lnTo>
                  <a:lnTo>
                    <a:pt x="650933" y="1081573"/>
                  </a:lnTo>
                  <a:lnTo>
                    <a:pt x="650447" y="1074063"/>
                  </a:lnTo>
                  <a:lnTo>
                    <a:pt x="649928" y="1066552"/>
                  </a:lnTo>
                  <a:lnTo>
                    <a:pt x="649382" y="1059041"/>
                  </a:lnTo>
                  <a:lnTo>
                    <a:pt x="648809" y="1051530"/>
                  </a:lnTo>
                  <a:lnTo>
                    <a:pt x="648213" y="1044019"/>
                  </a:lnTo>
                  <a:lnTo>
                    <a:pt x="647593" y="1036508"/>
                  </a:lnTo>
                  <a:lnTo>
                    <a:pt x="646961" y="1028997"/>
                  </a:lnTo>
                  <a:lnTo>
                    <a:pt x="646320" y="1021486"/>
                  </a:lnTo>
                  <a:lnTo>
                    <a:pt x="645675" y="1013975"/>
                  </a:lnTo>
                  <a:lnTo>
                    <a:pt x="645031" y="1006464"/>
                  </a:lnTo>
                  <a:lnTo>
                    <a:pt x="644396" y="998953"/>
                  </a:lnTo>
                  <a:lnTo>
                    <a:pt x="643776" y="991442"/>
                  </a:lnTo>
                  <a:lnTo>
                    <a:pt x="643177" y="983931"/>
                  </a:lnTo>
                  <a:lnTo>
                    <a:pt x="642602" y="976420"/>
                  </a:lnTo>
                  <a:lnTo>
                    <a:pt x="642057" y="968909"/>
                  </a:lnTo>
                  <a:lnTo>
                    <a:pt x="641558" y="961399"/>
                  </a:lnTo>
                  <a:lnTo>
                    <a:pt x="641105" y="953888"/>
                  </a:lnTo>
                  <a:lnTo>
                    <a:pt x="640699" y="946377"/>
                  </a:lnTo>
                  <a:lnTo>
                    <a:pt x="640345" y="938866"/>
                  </a:lnTo>
                  <a:lnTo>
                    <a:pt x="640045" y="931355"/>
                  </a:lnTo>
                  <a:lnTo>
                    <a:pt x="639816" y="923844"/>
                  </a:lnTo>
                  <a:lnTo>
                    <a:pt x="639656" y="916333"/>
                  </a:lnTo>
                  <a:lnTo>
                    <a:pt x="639560" y="908822"/>
                  </a:lnTo>
                  <a:lnTo>
                    <a:pt x="639528" y="901311"/>
                  </a:lnTo>
                  <a:lnTo>
                    <a:pt x="639560" y="893800"/>
                  </a:lnTo>
                  <a:lnTo>
                    <a:pt x="639669" y="886289"/>
                  </a:lnTo>
                  <a:lnTo>
                    <a:pt x="639850" y="878778"/>
                  </a:lnTo>
                  <a:lnTo>
                    <a:pt x="640091" y="871267"/>
                  </a:lnTo>
                  <a:lnTo>
                    <a:pt x="640391" y="863756"/>
                  </a:lnTo>
                  <a:lnTo>
                    <a:pt x="640746" y="856246"/>
                  </a:lnTo>
                  <a:lnTo>
                    <a:pt x="641162" y="848735"/>
                  </a:lnTo>
                  <a:lnTo>
                    <a:pt x="641630" y="841224"/>
                  </a:lnTo>
                  <a:lnTo>
                    <a:pt x="642140" y="833713"/>
                  </a:lnTo>
                  <a:lnTo>
                    <a:pt x="642685" y="826202"/>
                  </a:lnTo>
                  <a:lnTo>
                    <a:pt x="643261" y="818691"/>
                  </a:lnTo>
                  <a:lnTo>
                    <a:pt x="643867" y="811180"/>
                  </a:lnTo>
                  <a:lnTo>
                    <a:pt x="644495" y="803669"/>
                  </a:lnTo>
                  <a:lnTo>
                    <a:pt x="645134" y="796158"/>
                  </a:lnTo>
                  <a:lnTo>
                    <a:pt x="645781" y="788647"/>
                  </a:lnTo>
                  <a:lnTo>
                    <a:pt x="646430" y="781136"/>
                  </a:lnTo>
                  <a:lnTo>
                    <a:pt x="647076" y="773625"/>
                  </a:lnTo>
                  <a:lnTo>
                    <a:pt x="647711" y="766114"/>
                  </a:lnTo>
                  <a:lnTo>
                    <a:pt x="648332" y="758603"/>
                  </a:lnTo>
                  <a:lnTo>
                    <a:pt x="648935" y="751093"/>
                  </a:lnTo>
                  <a:lnTo>
                    <a:pt x="649517" y="743582"/>
                  </a:lnTo>
                  <a:lnTo>
                    <a:pt x="650073" y="736071"/>
                  </a:lnTo>
                  <a:lnTo>
                    <a:pt x="650595" y="728560"/>
                  </a:lnTo>
                  <a:lnTo>
                    <a:pt x="651086" y="721049"/>
                  </a:lnTo>
                  <a:lnTo>
                    <a:pt x="651545" y="713538"/>
                  </a:lnTo>
                  <a:lnTo>
                    <a:pt x="651970" y="706027"/>
                  </a:lnTo>
                  <a:lnTo>
                    <a:pt x="652358" y="698516"/>
                  </a:lnTo>
                  <a:lnTo>
                    <a:pt x="652702" y="691005"/>
                  </a:lnTo>
                  <a:lnTo>
                    <a:pt x="653009" y="683494"/>
                  </a:lnTo>
                  <a:lnTo>
                    <a:pt x="653281" y="675983"/>
                  </a:lnTo>
                  <a:lnTo>
                    <a:pt x="653516" y="668472"/>
                  </a:lnTo>
                  <a:lnTo>
                    <a:pt x="653714" y="660961"/>
                  </a:lnTo>
                  <a:lnTo>
                    <a:pt x="653868" y="653450"/>
                  </a:lnTo>
                  <a:lnTo>
                    <a:pt x="653989" y="645939"/>
                  </a:lnTo>
                  <a:lnTo>
                    <a:pt x="654077" y="638429"/>
                  </a:lnTo>
                  <a:lnTo>
                    <a:pt x="654135" y="630918"/>
                  </a:lnTo>
                  <a:lnTo>
                    <a:pt x="654161" y="623407"/>
                  </a:lnTo>
                  <a:lnTo>
                    <a:pt x="654150" y="615896"/>
                  </a:lnTo>
                  <a:lnTo>
                    <a:pt x="654114" y="608385"/>
                  </a:lnTo>
                  <a:lnTo>
                    <a:pt x="654054" y="600874"/>
                  </a:lnTo>
                  <a:lnTo>
                    <a:pt x="653971" y="593363"/>
                  </a:lnTo>
                  <a:lnTo>
                    <a:pt x="653867" y="585852"/>
                  </a:lnTo>
                  <a:lnTo>
                    <a:pt x="653739" y="578341"/>
                  </a:lnTo>
                  <a:lnTo>
                    <a:pt x="653595" y="570830"/>
                  </a:lnTo>
                  <a:lnTo>
                    <a:pt x="653438" y="563319"/>
                  </a:lnTo>
                  <a:lnTo>
                    <a:pt x="653269" y="555808"/>
                  </a:lnTo>
                  <a:lnTo>
                    <a:pt x="653090" y="548297"/>
                  </a:lnTo>
                  <a:lnTo>
                    <a:pt x="652903" y="540786"/>
                  </a:lnTo>
                  <a:lnTo>
                    <a:pt x="652712" y="533276"/>
                  </a:lnTo>
                  <a:lnTo>
                    <a:pt x="652520" y="525765"/>
                  </a:lnTo>
                  <a:lnTo>
                    <a:pt x="652328" y="518254"/>
                  </a:lnTo>
                  <a:lnTo>
                    <a:pt x="652139" y="510743"/>
                  </a:lnTo>
                  <a:lnTo>
                    <a:pt x="651958" y="503232"/>
                  </a:lnTo>
                  <a:lnTo>
                    <a:pt x="651785" y="495721"/>
                  </a:lnTo>
                  <a:lnTo>
                    <a:pt x="651622" y="488210"/>
                  </a:lnTo>
                  <a:lnTo>
                    <a:pt x="651472" y="480699"/>
                  </a:lnTo>
                  <a:lnTo>
                    <a:pt x="651335" y="473188"/>
                  </a:lnTo>
                  <a:lnTo>
                    <a:pt x="651219" y="465677"/>
                  </a:lnTo>
                  <a:lnTo>
                    <a:pt x="651120" y="458166"/>
                  </a:lnTo>
                  <a:lnTo>
                    <a:pt x="651041" y="450655"/>
                  </a:lnTo>
                  <a:lnTo>
                    <a:pt x="650981" y="443144"/>
                  </a:lnTo>
                  <a:lnTo>
                    <a:pt x="650942" y="435633"/>
                  </a:lnTo>
                  <a:lnTo>
                    <a:pt x="650928" y="428123"/>
                  </a:lnTo>
                  <a:lnTo>
                    <a:pt x="650937" y="420612"/>
                  </a:lnTo>
                  <a:lnTo>
                    <a:pt x="650967" y="413101"/>
                  </a:lnTo>
                  <a:lnTo>
                    <a:pt x="651018" y="405590"/>
                  </a:lnTo>
                  <a:lnTo>
                    <a:pt x="651088" y="398079"/>
                  </a:lnTo>
                  <a:lnTo>
                    <a:pt x="651182" y="390568"/>
                  </a:lnTo>
                  <a:lnTo>
                    <a:pt x="651295" y="383057"/>
                  </a:lnTo>
                  <a:lnTo>
                    <a:pt x="651424" y="375546"/>
                  </a:lnTo>
                  <a:lnTo>
                    <a:pt x="651568" y="368035"/>
                  </a:lnTo>
                  <a:lnTo>
                    <a:pt x="651725" y="360524"/>
                  </a:lnTo>
                  <a:lnTo>
                    <a:pt x="651895" y="353013"/>
                  </a:lnTo>
                  <a:lnTo>
                    <a:pt x="652075" y="345502"/>
                  </a:lnTo>
                  <a:lnTo>
                    <a:pt x="652261" y="337991"/>
                  </a:lnTo>
                  <a:lnTo>
                    <a:pt x="652452" y="330480"/>
                  </a:lnTo>
                  <a:lnTo>
                    <a:pt x="652645" y="322969"/>
                  </a:lnTo>
                  <a:lnTo>
                    <a:pt x="652838" y="315459"/>
                  </a:lnTo>
                  <a:lnTo>
                    <a:pt x="653029" y="307948"/>
                  </a:lnTo>
                  <a:lnTo>
                    <a:pt x="653214" y="300437"/>
                  </a:lnTo>
                  <a:lnTo>
                    <a:pt x="653394" y="292926"/>
                  </a:lnTo>
                  <a:lnTo>
                    <a:pt x="653565" y="285415"/>
                  </a:lnTo>
                  <a:lnTo>
                    <a:pt x="653724" y="277904"/>
                  </a:lnTo>
                  <a:lnTo>
                    <a:pt x="653869" y="270393"/>
                  </a:lnTo>
                  <a:lnTo>
                    <a:pt x="654001" y="262882"/>
                  </a:lnTo>
                  <a:lnTo>
                    <a:pt x="654117" y="255371"/>
                  </a:lnTo>
                  <a:lnTo>
                    <a:pt x="654217" y="247860"/>
                  </a:lnTo>
                  <a:lnTo>
                    <a:pt x="654299" y="240349"/>
                  </a:lnTo>
                  <a:lnTo>
                    <a:pt x="654359" y="232838"/>
                  </a:lnTo>
                  <a:lnTo>
                    <a:pt x="654400" y="225327"/>
                  </a:lnTo>
                  <a:lnTo>
                    <a:pt x="654422" y="217816"/>
                  </a:lnTo>
                  <a:lnTo>
                    <a:pt x="654425" y="210306"/>
                  </a:lnTo>
                  <a:lnTo>
                    <a:pt x="654407" y="202795"/>
                  </a:lnTo>
                  <a:lnTo>
                    <a:pt x="654366" y="195284"/>
                  </a:lnTo>
                  <a:lnTo>
                    <a:pt x="654306" y="187773"/>
                  </a:lnTo>
                  <a:lnTo>
                    <a:pt x="654229" y="180262"/>
                  </a:lnTo>
                  <a:lnTo>
                    <a:pt x="654134" y="172751"/>
                  </a:lnTo>
                  <a:lnTo>
                    <a:pt x="654021" y="165240"/>
                  </a:lnTo>
                  <a:lnTo>
                    <a:pt x="653889" y="157729"/>
                  </a:lnTo>
                  <a:lnTo>
                    <a:pt x="653745" y="150218"/>
                  </a:lnTo>
                  <a:lnTo>
                    <a:pt x="653588" y="142707"/>
                  </a:lnTo>
                  <a:lnTo>
                    <a:pt x="653420" y="135196"/>
                  </a:lnTo>
                  <a:lnTo>
                    <a:pt x="653243" y="127685"/>
                  </a:lnTo>
                  <a:lnTo>
                    <a:pt x="653057" y="120174"/>
                  </a:lnTo>
                  <a:lnTo>
                    <a:pt x="652867" y="112663"/>
                  </a:lnTo>
                  <a:lnTo>
                    <a:pt x="652674" y="105153"/>
                  </a:lnTo>
                  <a:lnTo>
                    <a:pt x="652481" y="97642"/>
                  </a:lnTo>
                  <a:lnTo>
                    <a:pt x="652290" y="90131"/>
                  </a:lnTo>
                  <a:lnTo>
                    <a:pt x="652103" y="82620"/>
                  </a:lnTo>
                  <a:lnTo>
                    <a:pt x="651924" y="75109"/>
                  </a:lnTo>
                  <a:lnTo>
                    <a:pt x="651753" y="67598"/>
                  </a:lnTo>
                  <a:lnTo>
                    <a:pt x="651593" y="60087"/>
                  </a:lnTo>
                  <a:lnTo>
                    <a:pt x="651445" y="52576"/>
                  </a:lnTo>
                  <a:lnTo>
                    <a:pt x="651316" y="45065"/>
                  </a:lnTo>
                  <a:lnTo>
                    <a:pt x="651204" y="37554"/>
                  </a:lnTo>
                  <a:lnTo>
                    <a:pt x="651109" y="30043"/>
                  </a:lnTo>
                  <a:lnTo>
                    <a:pt x="651033" y="22532"/>
                  </a:lnTo>
                  <a:lnTo>
                    <a:pt x="650976" y="15021"/>
                  </a:lnTo>
                  <a:lnTo>
                    <a:pt x="650947" y="7510"/>
                  </a:lnTo>
                  <a:lnTo>
                    <a:pt x="650939" y="0"/>
                  </a:lnTo>
                  <a:lnTo>
                    <a:pt x="662367" y="0"/>
                  </a:lnTo>
                  <a:lnTo>
                    <a:pt x="662359" y="7510"/>
                  </a:lnTo>
                  <a:lnTo>
                    <a:pt x="662330" y="15021"/>
                  </a:lnTo>
                  <a:lnTo>
                    <a:pt x="662273" y="22532"/>
                  </a:lnTo>
                  <a:lnTo>
                    <a:pt x="662197" y="30043"/>
                  </a:lnTo>
                  <a:lnTo>
                    <a:pt x="662102" y="37554"/>
                  </a:lnTo>
                  <a:lnTo>
                    <a:pt x="661990" y="45065"/>
                  </a:lnTo>
                  <a:lnTo>
                    <a:pt x="661861" y="52576"/>
                  </a:lnTo>
                  <a:lnTo>
                    <a:pt x="661713" y="60087"/>
                  </a:lnTo>
                  <a:lnTo>
                    <a:pt x="661553" y="67598"/>
                  </a:lnTo>
                  <a:lnTo>
                    <a:pt x="661382" y="75109"/>
                  </a:lnTo>
                  <a:lnTo>
                    <a:pt x="661203" y="82620"/>
                  </a:lnTo>
                  <a:lnTo>
                    <a:pt x="661016" y="90131"/>
                  </a:lnTo>
                  <a:lnTo>
                    <a:pt x="660825" y="97642"/>
                  </a:lnTo>
                  <a:lnTo>
                    <a:pt x="660632" y="105153"/>
                  </a:lnTo>
                  <a:lnTo>
                    <a:pt x="660439" y="112663"/>
                  </a:lnTo>
                  <a:lnTo>
                    <a:pt x="660249" y="120174"/>
                  </a:lnTo>
                  <a:lnTo>
                    <a:pt x="660063" y="127685"/>
                  </a:lnTo>
                  <a:lnTo>
                    <a:pt x="659886" y="135196"/>
                  </a:lnTo>
                  <a:lnTo>
                    <a:pt x="659718" y="142707"/>
                  </a:lnTo>
                  <a:lnTo>
                    <a:pt x="659561" y="150218"/>
                  </a:lnTo>
                  <a:lnTo>
                    <a:pt x="659416" y="157729"/>
                  </a:lnTo>
                  <a:lnTo>
                    <a:pt x="659285" y="165240"/>
                  </a:lnTo>
                  <a:lnTo>
                    <a:pt x="659172" y="172751"/>
                  </a:lnTo>
                  <a:lnTo>
                    <a:pt x="659077" y="180262"/>
                  </a:lnTo>
                  <a:lnTo>
                    <a:pt x="659000" y="187773"/>
                  </a:lnTo>
                  <a:lnTo>
                    <a:pt x="658940" y="195284"/>
                  </a:lnTo>
                  <a:lnTo>
                    <a:pt x="658899" y="202795"/>
                  </a:lnTo>
                  <a:lnTo>
                    <a:pt x="658881" y="210306"/>
                  </a:lnTo>
                  <a:lnTo>
                    <a:pt x="658884" y="217816"/>
                  </a:lnTo>
                  <a:lnTo>
                    <a:pt x="658906" y="225327"/>
                  </a:lnTo>
                  <a:lnTo>
                    <a:pt x="658947" y="232838"/>
                  </a:lnTo>
                  <a:lnTo>
                    <a:pt x="659007" y="240349"/>
                  </a:lnTo>
                  <a:lnTo>
                    <a:pt x="659088" y="247860"/>
                  </a:lnTo>
                  <a:lnTo>
                    <a:pt x="659189" y="255371"/>
                  </a:lnTo>
                  <a:lnTo>
                    <a:pt x="659305" y="262882"/>
                  </a:lnTo>
                  <a:lnTo>
                    <a:pt x="659437" y="270393"/>
                  </a:lnTo>
                  <a:lnTo>
                    <a:pt x="659582" y="277904"/>
                  </a:lnTo>
                  <a:lnTo>
                    <a:pt x="659741" y="285415"/>
                  </a:lnTo>
                  <a:lnTo>
                    <a:pt x="659912" y="292926"/>
                  </a:lnTo>
                  <a:lnTo>
                    <a:pt x="660091" y="300437"/>
                  </a:lnTo>
                  <a:lnTo>
                    <a:pt x="660277" y="307948"/>
                  </a:lnTo>
                  <a:lnTo>
                    <a:pt x="660468" y="315459"/>
                  </a:lnTo>
                  <a:lnTo>
                    <a:pt x="660661" y="322969"/>
                  </a:lnTo>
                  <a:lnTo>
                    <a:pt x="660854" y="330480"/>
                  </a:lnTo>
                  <a:lnTo>
                    <a:pt x="661045" y="337991"/>
                  </a:lnTo>
                  <a:lnTo>
                    <a:pt x="661231" y="345502"/>
                  </a:lnTo>
                  <a:lnTo>
                    <a:pt x="661411" y="353013"/>
                  </a:lnTo>
                  <a:lnTo>
                    <a:pt x="661581" y="360524"/>
                  </a:lnTo>
                  <a:lnTo>
                    <a:pt x="661738" y="368035"/>
                  </a:lnTo>
                  <a:lnTo>
                    <a:pt x="661882" y="375546"/>
                  </a:lnTo>
                  <a:lnTo>
                    <a:pt x="662011" y="383057"/>
                  </a:lnTo>
                  <a:lnTo>
                    <a:pt x="662124" y="390568"/>
                  </a:lnTo>
                  <a:lnTo>
                    <a:pt x="662218" y="398079"/>
                  </a:lnTo>
                  <a:lnTo>
                    <a:pt x="662288" y="405590"/>
                  </a:lnTo>
                  <a:lnTo>
                    <a:pt x="662338" y="413101"/>
                  </a:lnTo>
                  <a:lnTo>
                    <a:pt x="662368" y="420612"/>
                  </a:lnTo>
                  <a:lnTo>
                    <a:pt x="662378" y="428123"/>
                  </a:lnTo>
                  <a:lnTo>
                    <a:pt x="662364" y="435633"/>
                  </a:lnTo>
                  <a:lnTo>
                    <a:pt x="662324" y="443144"/>
                  </a:lnTo>
                  <a:lnTo>
                    <a:pt x="662265" y="450655"/>
                  </a:lnTo>
                  <a:lnTo>
                    <a:pt x="662185" y="458166"/>
                  </a:lnTo>
                  <a:lnTo>
                    <a:pt x="662087" y="465677"/>
                  </a:lnTo>
                  <a:lnTo>
                    <a:pt x="661971" y="473188"/>
                  </a:lnTo>
                  <a:lnTo>
                    <a:pt x="661834" y="480699"/>
                  </a:lnTo>
                  <a:lnTo>
                    <a:pt x="661684" y="488210"/>
                  </a:lnTo>
                  <a:lnTo>
                    <a:pt x="661521" y="495721"/>
                  </a:lnTo>
                  <a:lnTo>
                    <a:pt x="661348" y="503232"/>
                  </a:lnTo>
                  <a:lnTo>
                    <a:pt x="661167" y="510743"/>
                  </a:lnTo>
                  <a:lnTo>
                    <a:pt x="660978" y="518254"/>
                  </a:lnTo>
                  <a:lnTo>
                    <a:pt x="660786" y="525765"/>
                  </a:lnTo>
                  <a:lnTo>
                    <a:pt x="660594" y="533276"/>
                  </a:lnTo>
                  <a:lnTo>
                    <a:pt x="660403" y="540786"/>
                  </a:lnTo>
                  <a:lnTo>
                    <a:pt x="660216" y="548297"/>
                  </a:lnTo>
                  <a:lnTo>
                    <a:pt x="660037" y="555808"/>
                  </a:lnTo>
                  <a:lnTo>
                    <a:pt x="659868" y="563319"/>
                  </a:lnTo>
                  <a:lnTo>
                    <a:pt x="659711" y="570830"/>
                  </a:lnTo>
                  <a:lnTo>
                    <a:pt x="659567" y="578341"/>
                  </a:lnTo>
                  <a:lnTo>
                    <a:pt x="659439" y="585852"/>
                  </a:lnTo>
                  <a:lnTo>
                    <a:pt x="659335" y="593363"/>
                  </a:lnTo>
                  <a:lnTo>
                    <a:pt x="659252" y="600874"/>
                  </a:lnTo>
                  <a:lnTo>
                    <a:pt x="659191" y="608385"/>
                  </a:lnTo>
                  <a:lnTo>
                    <a:pt x="659155" y="615896"/>
                  </a:lnTo>
                  <a:lnTo>
                    <a:pt x="659145" y="623407"/>
                  </a:lnTo>
                  <a:lnTo>
                    <a:pt x="659171" y="630918"/>
                  </a:lnTo>
                  <a:lnTo>
                    <a:pt x="659228" y="638429"/>
                  </a:lnTo>
                  <a:lnTo>
                    <a:pt x="659317" y="645939"/>
                  </a:lnTo>
                  <a:lnTo>
                    <a:pt x="659437" y="653450"/>
                  </a:lnTo>
                  <a:lnTo>
                    <a:pt x="659592" y="660961"/>
                  </a:lnTo>
                  <a:lnTo>
                    <a:pt x="659790" y="668472"/>
                  </a:lnTo>
                  <a:lnTo>
                    <a:pt x="660025" y="675983"/>
                  </a:lnTo>
                  <a:lnTo>
                    <a:pt x="660297" y="683494"/>
                  </a:lnTo>
                  <a:lnTo>
                    <a:pt x="660604" y="691005"/>
                  </a:lnTo>
                  <a:lnTo>
                    <a:pt x="660947" y="698516"/>
                  </a:lnTo>
                  <a:lnTo>
                    <a:pt x="661336" y="706027"/>
                  </a:lnTo>
                  <a:lnTo>
                    <a:pt x="661761" y="713538"/>
                  </a:lnTo>
                  <a:lnTo>
                    <a:pt x="662220" y="721049"/>
                  </a:lnTo>
                  <a:lnTo>
                    <a:pt x="662711" y="728560"/>
                  </a:lnTo>
                  <a:lnTo>
                    <a:pt x="663233" y="736071"/>
                  </a:lnTo>
                  <a:lnTo>
                    <a:pt x="663788" y="743582"/>
                  </a:lnTo>
                  <a:lnTo>
                    <a:pt x="664371" y="751093"/>
                  </a:lnTo>
                  <a:lnTo>
                    <a:pt x="664974" y="758603"/>
                  </a:lnTo>
                  <a:lnTo>
                    <a:pt x="665595" y="766114"/>
                  </a:lnTo>
                  <a:lnTo>
                    <a:pt x="666230" y="773625"/>
                  </a:lnTo>
                  <a:lnTo>
                    <a:pt x="666876" y="781136"/>
                  </a:lnTo>
                  <a:lnTo>
                    <a:pt x="667525" y="788647"/>
                  </a:lnTo>
                  <a:lnTo>
                    <a:pt x="668172" y="796158"/>
                  </a:lnTo>
                  <a:lnTo>
                    <a:pt x="668811" y="803669"/>
                  </a:lnTo>
                  <a:lnTo>
                    <a:pt x="669439" y="811180"/>
                  </a:lnTo>
                  <a:lnTo>
                    <a:pt x="670045" y="818691"/>
                  </a:lnTo>
                  <a:lnTo>
                    <a:pt x="670621" y="826202"/>
                  </a:lnTo>
                  <a:lnTo>
                    <a:pt x="671166" y="833713"/>
                  </a:lnTo>
                  <a:lnTo>
                    <a:pt x="671675" y="841224"/>
                  </a:lnTo>
                  <a:lnTo>
                    <a:pt x="672144" y="848735"/>
                  </a:lnTo>
                  <a:lnTo>
                    <a:pt x="672559" y="856246"/>
                  </a:lnTo>
                  <a:lnTo>
                    <a:pt x="672915" y="863756"/>
                  </a:lnTo>
                  <a:lnTo>
                    <a:pt x="673214" y="871267"/>
                  </a:lnTo>
                  <a:lnTo>
                    <a:pt x="673456" y="878778"/>
                  </a:lnTo>
                  <a:lnTo>
                    <a:pt x="673636" y="886289"/>
                  </a:lnTo>
                  <a:lnTo>
                    <a:pt x="673746" y="893800"/>
                  </a:lnTo>
                  <a:lnTo>
                    <a:pt x="673778" y="901311"/>
                  </a:lnTo>
                  <a:lnTo>
                    <a:pt x="673746" y="908822"/>
                  </a:lnTo>
                  <a:lnTo>
                    <a:pt x="673649" y="916333"/>
                  </a:lnTo>
                  <a:lnTo>
                    <a:pt x="673489" y="923844"/>
                  </a:lnTo>
                  <a:lnTo>
                    <a:pt x="673261" y="931355"/>
                  </a:lnTo>
                  <a:lnTo>
                    <a:pt x="672961" y="938866"/>
                  </a:lnTo>
                  <a:lnTo>
                    <a:pt x="672607" y="946377"/>
                  </a:lnTo>
                  <a:lnTo>
                    <a:pt x="672201" y="953888"/>
                  </a:lnTo>
                  <a:lnTo>
                    <a:pt x="671748" y="961399"/>
                  </a:lnTo>
                  <a:lnTo>
                    <a:pt x="671248" y="968909"/>
                  </a:lnTo>
                  <a:lnTo>
                    <a:pt x="670704" y="976420"/>
                  </a:lnTo>
                  <a:lnTo>
                    <a:pt x="670129" y="983931"/>
                  </a:lnTo>
                  <a:lnTo>
                    <a:pt x="669529" y="991442"/>
                  </a:lnTo>
                  <a:lnTo>
                    <a:pt x="668910" y="998953"/>
                  </a:lnTo>
                  <a:lnTo>
                    <a:pt x="668275" y="1006464"/>
                  </a:lnTo>
                  <a:lnTo>
                    <a:pt x="667631" y="1013975"/>
                  </a:lnTo>
                  <a:lnTo>
                    <a:pt x="666986" y="1021486"/>
                  </a:lnTo>
                  <a:lnTo>
                    <a:pt x="666345" y="1028997"/>
                  </a:lnTo>
                  <a:lnTo>
                    <a:pt x="665712" y="1036508"/>
                  </a:lnTo>
                  <a:lnTo>
                    <a:pt x="665093" y="1044019"/>
                  </a:lnTo>
                  <a:lnTo>
                    <a:pt x="664497" y="1051530"/>
                  </a:lnTo>
                  <a:lnTo>
                    <a:pt x="663924" y="1059041"/>
                  </a:lnTo>
                  <a:lnTo>
                    <a:pt x="663377" y="1066552"/>
                  </a:lnTo>
                  <a:lnTo>
                    <a:pt x="662859" y="1074063"/>
                  </a:lnTo>
                  <a:lnTo>
                    <a:pt x="662373" y="1081573"/>
                  </a:lnTo>
                  <a:lnTo>
                    <a:pt x="661932" y="1089084"/>
                  </a:lnTo>
                  <a:lnTo>
                    <a:pt x="661527" y="1096595"/>
                  </a:lnTo>
                  <a:lnTo>
                    <a:pt x="661160" y="1104106"/>
                  </a:lnTo>
                  <a:lnTo>
                    <a:pt x="660832" y="1111617"/>
                  </a:lnTo>
                  <a:lnTo>
                    <a:pt x="660545" y="1119128"/>
                  </a:lnTo>
                  <a:lnTo>
                    <a:pt x="660310" y="1126639"/>
                  </a:lnTo>
                  <a:lnTo>
                    <a:pt x="660118" y="1134150"/>
                  </a:lnTo>
                  <a:lnTo>
                    <a:pt x="659966" y="1141661"/>
                  </a:lnTo>
                  <a:lnTo>
                    <a:pt x="659856" y="1149172"/>
                  </a:lnTo>
                  <a:lnTo>
                    <a:pt x="659787" y="1156683"/>
                  </a:lnTo>
                  <a:lnTo>
                    <a:pt x="659771" y="1164194"/>
                  </a:lnTo>
                  <a:lnTo>
                    <a:pt x="659797" y="1171705"/>
                  </a:lnTo>
                  <a:lnTo>
                    <a:pt x="659863" y="1179216"/>
                  </a:lnTo>
                  <a:lnTo>
                    <a:pt x="659968" y="1186726"/>
                  </a:lnTo>
                  <a:lnTo>
                    <a:pt x="660113" y="1194237"/>
                  </a:lnTo>
                  <a:lnTo>
                    <a:pt x="660306" y="1201748"/>
                  </a:lnTo>
                  <a:lnTo>
                    <a:pt x="660539" y="1209259"/>
                  </a:lnTo>
                  <a:lnTo>
                    <a:pt x="660809" y="1216770"/>
                  </a:lnTo>
                  <a:lnTo>
                    <a:pt x="661116" y="1224281"/>
                  </a:lnTo>
                  <a:lnTo>
                    <a:pt x="661458" y="1231792"/>
                  </a:lnTo>
                  <a:lnTo>
                    <a:pt x="661843" y="1239303"/>
                  </a:lnTo>
                  <a:lnTo>
                    <a:pt x="662265" y="1246814"/>
                  </a:lnTo>
                  <a:lnTo>
                    <a:pt x="662719" y="1254325"/>
                  </a:lnTo>
                  <a:lnTo>
                    <a:pt x="663204" y="1261836"/>
                  </a:lnTo>
                  <a:lnTo>
                    <a:pt x="663720" y="1269347"/>
                  </a:lnTo>
                  <a:lnTo>
                    <a:pt x="664272" y="1276858"/>
                  </a:lnTo>
                  <a:lnTo>
                    <a:pt x="664853" y="1284369"/>
                  </a:lnTo>
                  <a:lnTo>
                    <a:pt x="665459" y="1291879"/>
                  </a:lnTo>
                  <a:lnTo>
                    <a:pt x="666090" y="1299390"/>
                  </a:lnTo>
                  <a:lnTo>
                    <a:pt x="666743" y="1306901"/>
                  </a:lnTo>
                  <a:lnTo>
                    <a:pt x="667420" y="1314412"/>
                  </a:lnTo>
                  <a:lnTo>
                    <a:pt x="668116" y="1321923"/>
                  </a:lnTo>
                  <a:lnTo>
                    <a:pt x="668827" y="1329434"/>
                  </a:lnTo>
                  <a:lnTo>
                    <a:pt x="669551" y="1336945"/>
                  </a:lnTo>
                  <a:lnTo>
                    <a:pt x="670285" y="1344456"/>
                  </a:lnTo>
                  <a:lnTo>
                    <a:pt x="671028" y="1351967"/>
                  </a:lnTo>
                  <a:lnTo>
                    <a:pt x="671775" y="1359478"/>
                  </a:lnTo>
                  <a:lnTo>
                    <a:pt x="672523" y="1366989"/>
                  </a:lnTo>
                  <a:lnTo>
                    <a:pt x="673268" y="1374500"/>
                  </a:lnTo>
                  <a:lnTo>
                    <a:pt x="674009" y="1382011"/>
                  </a:lnTo>
                  <a:lnTo>
                    <a:pt x="674740" y="1389522"/>
                  </a:lnTo>
                  <a:lnTo>
                    <a:pt x="675457" y="1397032"/>
                  </a:lnTo>
                  <a:lnTo>
                    <a:pt x="676159" y="1404543"/>
                  </a:lnTo>
                  <a:lnTo>
                    <a:pt x="676842" y="1412054"/>
                  </a:lnTo>
                  <a:lnTo>
                    <a:pt x="677504" y="1419565"/>
                  </a:lnTo>
                  <a:lnTo>
                    <a:pt x="678138" y="1427076"/>
                  </a:lnTo>
                  <a:lnTo>
                    <a:pt x="678739" y="1434587"/>
                  </a:lnTo>
                  <a:lnTo>
                    <a:pt x="679308" y="1442098"/>
                  </a:lnTo>
                  <a:lnTo>
                    <a:pt x="679845" y="1449609"/>
                  </a:lnTo>
                  <a:lnTo>
                    <a:pt x="680346" y="1457120"/>
                  </a:lnTo>
                  <a:lnTo>
                    <a:pt x="680804" y="1464631"/>
                  </a:lnTo>
                  <a:lnTo>
                    <a:pt x="681214" y="1472142"/>
                  </a:lnTo>
                  <a:lnTo>
                    <a:pt x="681581" y="1479653"/>
                  </a:lnTo>
                  <a:lnTo>
                    <a:pt x="681905" y="1487164"/>
                  </a:lnTo>
                  <a:lnTo>
                    <a:pt x="682184" y="1494675"/>
                  </a:lnTo>
                  <a:lnTo>
                    <a:pt x="682413" y="1502186"/>
                  </a:lnTo>
                  <a:lnTo>
                    <a:pt x="682584" y="1509696"/>
                  </a:lnTo>
                  <a:lnTo>
                    <a:pt x="682709" y="1517207"/>
                  </a:lnTo>
                  <a:lnTo>
                    <a:pt x="682786" y="1524718"/>
                  </a:lnTo>
                  <a:lnTo>
                    <a:pt x="682818" y="1532229"/>
                  </a:lnTo>
                  <a:lnTo>
                    <a:pt x="682800" y="1539740"/>
                  </a:lnTo>
                  <a:lnTo>
                    <a:pt x="682727" y="1547251"/>
                  </a:lnTo>
                  <a:lnTo>
                    <a:pt x="682610" y="1554762"/>
                  </a:lnTo>
                  <a:lnTo>
                    <a:pt x="682453" y="1562273"/>
                  </a:lnTo>
                  <a:lnTo>
                    <a:pt x="682256" y="1569784"/>
                  </a:lnTo>
                  <a:lnTo>
                    <a:pt x="682019" y="1577295"/>
                  </a:lnTo>
                  <a:lnTo>
                    <a:pt x="681739" y="1584806"/>
                  </a:lnTo>
                  <a:lnTo>
                    <a:pt x="681428" y="1592317"/>
                  </a:lnTo>
                  <a:lnTo>
                    <a:pt x="681089" y="1599828"/>
                  </a:lnTo>
                  <a:lnTo>
                    <a:pt x="680726" y="1607339"/>
                  </a:lnTo>
                  <a:lnTo>
                    <a:pt x="680340" y="1614849"/>
                  </a:lnTo>
                  <a:lnTo>
                    <a:pt x="679933" y="1622360"/>
                  </a:lnTo>
                  <a:lnTo>
                    <a:pt x="679514" y="1629871"/>
                  </a:lnTo>
                  <a:lnTo>
                    <a:pt x="679086" y="1637382"/>
                  </a:lnTo>
                  <a:lnTo>
                    <a:pt x="678654" y="1644893"/>
                  </a:lnTo>
                  <a:lnTo>
                    <a:pt x="678221" y="1652404"/>
                  </a:lnTo>
                  <a:lnTo>
                    <a:pt x="677795" y="1659915"/>
                  </a:lnTo>
                  <a:lnTo>
                    <a:pt x="677379" y="1667426"/>
                  </a:lnTo>
                  <a:lnTo>
                    <a:pt x="676977" y="1674937"/>
                  </a:lnTo>
                  <a:lnTo>
                    <a:pt x="676594" y="1682448"/>
                  </a:lnTo>
                  <a:lnTo>
                    <a:pt x="676232" y="1689959"/>
                  </a:lnTo>
                  <a:lnTo>
                    <a:pt x="675906" y="1697470"/>
                  </a:lnTo>
                  <a:lnTo>
                    <a:pt x="675612" y="1704981"/>
                  </a:lnTo>
                  <a:lnTo>
                    <a:pt x="675355" y="1712492"/>
                  </a:lnTo>
                  <a:lnTo>
                    <a:pt x="675137" y="1720002"/>
                  </a:lnTo>
                  <a:lnTo>
                    <a:pt x="674961" y="1727513"/>
                  </a:lnTo>
                  <a:lnTo>
                    <a:pt x="674844" y="1735024"/>
                  </a:lnTo>
                  <a:lnTo>
                    <a:pt x="674781" y="1742535"/>
                  </a:lnTo>
                  <a:lnTo>
                    <a:pt x="674770" y="1750046"/>
                  </a:lnTo>
                  <a:lnTo>
                    <a:pt x="674816" y="1757557"/>
                  </a:lnTo>
                  <a:lnTo>
                    <a:pt x="674920" y="1765068"/>
                  </a:lnTo>
                  <a:lnTo>
                    <a:pt x="675100" y="1772579"/>
                  </a:lnTo>
                  <a:lnTo>
                    <a:pt x="675348" y="1780090"/>
                  </a:lnTo>
                  <a:lnTo>
                    <a:pt x="675662" y="1787601"/>
                  </a:lnTo>
                  <a:lnTo>
                    <a:pt x="676042" y="1795112"/>
                  </a:lnTo>
                  <a:lnTo>
                    <a:pt x="676489" y="1802623"/>
                  </a:lnTo>
                  <a:lnTo>
                    <a:pt x="677022" y="1810134"/>
                  </a:lnTo>
                  <a:lnTo>
                    <a:pt x="677632" y="1817645"/>
                  </a:lnTo>
                  <a:lnTo>
                    <a:pt x="678312" y="1825156"/>
                  </a:lnTo>
                  <a:lnTo>
                    <a:pt x="679063" y="1832666"/>
                  </a:lnTo>
                  <a:lnTo>
                    <a:pt x="679884" y="1840177"/>
                  </a:lnTo>
                  <a:lnTo>
                    <a:pt x="680790" y="1847688"/>
                  </a:lnTo>
                  <a:lnTo>
                    <a:pt x="681773" y="1855199"/>
                  </a:lnTo>
                  <a:lnTo>
                    <a:pt x="682824" y="1862710"/>
                  </a:lnTo>
                  <a:lnTo>
                    <a:pt x="683941" y="1870221"/>
                  </a:lnTo>
                  <a:lnTo>
                    <a:pt x="685122" y="1877732"/>
                  </a:lnTo>
                  <a:lnTo>
                    <a:pt x="686377" y="1885243"/>
                  </a:lnTo>
                  <a:lnTo>
                    <a:pt x="687697" y="1892754"/>
                  </a:lnTo>
                  <a:lnTo>
                    <a:pt x="689072" y="1900265"/>
                  </a:lnTo>
                  <a:lnTo>
                    <a:pt x="690496" y="1907776"/>
                  </a:lnTo>
                  <a:lnTo>
                    <a:pt x="691967" y="1915287"/>
                  </a:lnTo>
                  <a:lnTo>
                    <a:pt x="693487" y="1922798"/>
                  </a:lnTo>
                  <a:lnTo>
                    <a:pt x="695046" y="1930309"/>
                  </a:lnTo>
                  <a:lnTo>
                    <a:pt x="696633" y="1937819"/>
                  </a:lnTo>
                  <a:lnTo>
                    <a:pt x="698244" y="1945330"/>
                  </a:lnTo>
                  <a:lnTo>
                    <a:pt x="699871" y="1952841"/>
                  </a:lnTo>
                  <a:lnTo>
                    <a:pt x="701509" y="1960352"/>
                  </a:lnTo>
                  <a:lnTo>
                    <a:pt x="703150" y="1967863"/>
                  </a:lnTo>
                  <a:lnTo>
                    <a:pt x="704784" y="1975374"/>
                  </a:lnTo>
                  <a:lnTo>
                    <a:pt x="706405" y="1982885"/>
                  </a:lnTo>
                  <a:lnTo>
                    <a:pt x="708009" y="1990396"/>
                  </a:lnTo>
                  <a:lnTo>
                    <a:pt x="709585" y="1997907"/>
                  </a:lnTo>
                  <a:lnTo>
                    <a:pt x="711121" y="2005418"/>
                  </a:lnTo>
                  <a:lnTo>
                    <a:pt x="712617" y="2012929"/>
                  </a:lnTo>
                  <a:lnTo>
                    <a:pt x="714070" y="2020440"/>
                  </a:lnTo>
                  <a:lnTo>
                    <a:pt x="715475" y="2027951"/>
                  </a:lnTo>
                  <a:lnTo>
                    <a:pt x="716823" y="2035462"/>
                  </a:lnTo>
                  <a:lnTo>
                    <a:pt x="718102" y="2042972"/>
                  </a:lnTo>
                  <a:lnTo>
                    <a:pt x="719323" y="2050483"/>
                  </a:lnTo>
                  <a:lnTo>
                    <a:pt x="720484" y="2057994"/>
                  </a:lnTo>
                  <a:lnTo>
                    <a:pt x="721584" y="2065505"/>
                  </a:lnTo>
                  <a:lnTo>
                    <a:pt x="722620" y="2073016"/>
                  </a:lnTo>
                  <a:lnTo>
                    <a:pt x="723581" y="2080527"/>
                  </a:lnTo>
                  <a:lnTo>
                    <a:pt x="724486" y="2088038"/>
                  </a:lnTo>
                  <a:lnTo>
                    <a:pt x="725337" y="2095549"/>
                  </a:lnTo>
                  <a:lnTo>
                    <a:pt x="726137" y="2103060"/>
                  </a:lnTo>
                  <a:lnTo>
                    <a:pt x="726886" y="2110571"/>
                  </a:lnTo>
                  <a:lnTo>
                    <a:pt x="727582" y="2118082"/>
                  </a:lnTo>
                  <a:lnTo>
                    <a:pt x="728242" y="2125593"/>
                  </a:lnTo>
                  <a:lnTo>
                    <a:pt x="728871" y="2133104"/>
                  </a:lnTo>
                  <a:lnTo>
                    <a:pt x="729473" y="2140615"/>
                  </a:lnTo>
                  <a:lnTo>
                    <a:pt x="730054" y="2148126"/>
                  </a:lnTo>
                  <a:lnTo>
                    <a:pt x="730617" y="2155636"/>
                  </a:lnTo>
                  <a:lnTo>
                    <a:pt x="731173" y="2163147"/>
                  </a:lnTo>
                  <a:lnTo>
                    <a:pt x="731727" y="2170658"/>
                  </a:lnTo>
                  <a:lnTo>
                    <a:pt x="732282" y="2178169"/>
                  </a:lnTo>
                  <a:lnTo>
                    <a:pt x="732845" y="2185680"/>
                  </a:lnTo>
                  <a:lnTo>
                    <a:pt x="733423" y="2193191"/>
                  </a:lnTo>
                  <a:lnTo>
                    <a:pt x="734018" y="2200702"/>
                  </a:lnTo>
                  <a:lnTo>
                    <a:pt x="734634" y="2208213"/>
                  </a:lnTo>
                  <a:lnTo>
                    <a:pt x="735271" y="2215724"/>
                  </a:lnTo>
                  <a:lnTo>
                    <a:pt x="735933" y="2223235"/>
                  </a:lnTo>
                  <a:lnTo>
                    <a:pt x="736631" y="2230746"/>
                  </a:lnTo>
                  <a:lnTo>
                    <a:pt x="737358" y="2238257"/>
                  </a:lnTo>
                  <a:lnTo>
                    <a:pt x="738114" y="2245768"/>
                  </a:lnTo>
                  <a:lnTo>
                    <a:pt x="738900" y="2253279"/>
                  </a:lnTo>
                  <a:lnTo>
                    <a:pt x="739716" y="2260789"/>
                  </a:lnTo>
                  <a:lnTo>
                    <a:pt x="740570" y="2268300"/>
                  </a:lnTo>
                  <a:lnTo>
                    <a:pt x="741454" y="2275811"/>
                  </a:lnTo>
                  <a:lnTo>
                    <a:pt x="742367" y="2283322"/>
                  </a:lnTo>
                  <a:lnTo>
                    <a:pt x="743307" y="2290833"/>
                  </a:lnTo>
                  <a:lnTo>
                    <a:pt x="744274" y="2298344"/>
                  </a:lnTo>
                  <a:lnTo>
                    <a:pt x="745272" y="2305855"/>
                  </a:lnTo>
                  <a:lnTo>
                    <a:pt x="746297" y="2313366"/>
                  </a:lnTo>
                  <a:lnTo>
                    <a:pt x="747344" y="2320877"/>
                  </a:lnTo>
                  <a:lnTo>
                    <a:pt x="748413" y="2328388"/>
                  </a:lnTo>
                  <a:lnTo>
                    <a:pt x="749503" y="2335899"/>
                  </a:lnTo>
                  <a:lnTo>
                    <a:pt x="750617" y="2343410"/>
                  </a:lnTo>
                  <a:lnTo>
                    <a:pt x="751752" y="2350921"/>
                  </a:lnTo>
                  <a:lnTo>
                    <a:pt x="752904" y="2358432"/>
                  </a:lnTo>
                  <a:lnTo>
                    <a:pt x="754072" y="2365942"/>
                  </a:lnTo>
                  <a:lnTo>
                    <a:pt x="755256" y="2373453"/>
                  </a:lnTo>
                  <a:lnTo>
                    <a:pt x="756457" y="2380964"/>
                  </a:lnTo>
                  <a:lnTo>
                    <a:pt x="757673" y="2388475"/>
                  </a:lnTo>
                  <a:lnTo>
                    <a:pt x="758900" y="2395986"/>
                  </a:lnTo>
                  <a:lnTo>
                    <a:pt x="760137" y="2403497"/>
                  </a:lnTo>
                  <a:lnTo>
                    <a:pt x="761382" y="2411008"/>
                  </a:lnTo>
                  <a:lnTo>
                    <a:pt x="762635" y="2418519"/>
                  </a:lnTo>
                  <a:lnTo>
                    <a:pt x="763893" y="2426030"/>
                  </a:lnTo>
                  <a:lnTo>
                    <a:pt x="765152" y="2433541"/>
                  </a:lnTo>
                  <a:lnTo>
                    <a:pt x="766411" y="2441052"/>
                  </a:lnTo>
                  <a:lnTo>
                    <a:pt x="767666" y="2448563"/>
                  </a:lnTo>
                  <a:lnTo>
                    <a:pt x="768915" y="2456074"/>
                  </a:lnTo>
                  <a:lnTo>
                    <a:pt x="770152" y="2463585"/>
                  </a:lnTo>
                  <a:lnTo>
                    <a:pt x="771377" y="2471095"/>
                  </a:lnTo>
                  <a:lnTo>
                    <a:pt x="772586" y="2478606"/>
                  </a:lnTo>
                  <a:lnTo>
                    <a:pt x="773778" y="2486117"/>
                  </a:lnTo>
                  <a:lnTo>
                    <a:pt x="774946" y="2493628"/>
                  </a:lnTo>
                  <a:lnTo>
                    <a:pt x="776087" y="2501139"/>
                  </a:lnTo>
                  <a:lnTo>
                    <a:pt x="777202" y="2508650"/>
                  </a:lnTo>
                  <a:lnTo>
                    <a:pt x="778289" y="2516161"/>
                  </a:lnTo>
                  <a:lnTo>
                    <a:pt x="779348" y="2523672"/>
                  </a:lnTo>
                  <a:lnTo>
                    <a:pt x="780375" y="2531183"/>
                  </a:lnTo>
                  <a:lnTo>
                    <a:pt x="781366" y="2538694"/>
                  </a:lnTo>
                  <a:lnTo>
                    <a:pt x="782328" y="2546205"/>
                  </a:lnTo>
                  <a:lnTo>
                    <a:pt x="783263" y="2553716"/>
                  </a:lnTo>
                  <a:lnTo>
                    <a:pt x="784171" y="2561227"/>
                  </a:lnTo>
                  <a:lnTo>
                    <a:pt x="785052" y="2568738"/>
                  </a:lnTo>
                  <a:lnTo>
                    <a:pt x="785908" y="2576249"/>
                  </a:lnTo>
                  <a:lnTo>
                    <a:pt x="786746" y="2583759"/>
                  </a:lnTo>
                  <a:lnTo>
                    <a:pt x="787572" y="2591270"/>
                  </a:lnTo>
                  <a:lnTo>
                    <a:pt x="788388" y="2598781"/>
                  </a:lnTo>
                  <a:lnTo>
                    <a:pt x="789198" y="2606292"/>
                  </a:lnTo>
                  <a:lnTo>
                    <a:pt x="790008" y="2613803"/>
                  </a:lnTo>
                  <a:lnTo>
                    <a:pt x="790825" y="2621314"/>
                  </a:lnTo>
                  <a:lnTo>
                    <a:pt x="791653" y="2628825"/>
                  </a:lnTo>
                  <a:lnTo>
                    <a:pt x="792495" y="2636336"/>
                  </a:lnTo>
                  <a:lnTo>
                    <a:pt x="793357" y="2643847"/>
                  </a:lnTo>
                  <a:lnTo>
                    <a:pt x="794250" y="2651358"/>
                  </a:lnTo>
                  <a:lnTo>
                    <a:pt x="795172" y="2658869"/>
                  </a:lnTo>
                  <a:lnTo>
                    <a:pt x="796126" y="2666380"/>
                  </a:lnTo>
                  <a:lnTo>
                    <a:pt x="797114" y="2673891"/>
                  </a:lnTo>
                  <a:lnTo>
                    <a:pt x="798140" y="2681402"/>
                  </a:lnTo>
                  <a:lnTo>
                    <a:pt x="799216" y="2688912"/>
                  </a:lnTo>
                  <a:lnTo>
                    <a:pt x="800331" y="2696423"/>
                  </a:lnTo>
                  <a:lnTo>
                    <a:pt x="801486" y="2703934"/>
                  </a:lnTo>
                  <a:lnTo>
                    <a:pt x="802682" y="2711445"/>
                  </a:lnTo>
                  <a:lnTo>
                    <a:pt x="803917" y="2718956"/>
                  </a:lnTo>
                  <a:lnTo>
                    <a:pt x="805202" y="2726467"/>
                  </a:lnTo>
                  <a:lnTo>
                    <a:pt x="806523" y="2733978"/>
                  </a:lnTo>
                  <a:lnTo>
                    <a:pt x="807880" y="2741489"/>
                  </a:lnTo>
                  <a:lnTo>
                    <a:pt x="809269" y="2749000"/>
                  </a:lnTo>
                  <a:lnTo>
                    <a:pt x="810690" y="2756511"/>
                  </a:lnTo>
                  <a:lnTo>
                    <a:pt x="812149" y="2764022"/>
                  </a:lnTo>
                  <a:lnTo>
                    <a:pt x="813637" y="2771533"/>
                  </a:lnTo>
                  <a:lnTo>
                    <a:pt x="815151" y="2779044"/>
                  </a:lnTo>
                  <a:lnTo>
                    <a:pt x="816691" y="2786555"/>
                  </a:lnTo>
                  <a:lnTo>
                    <a:pt x="818258" y="2794065"/>
                  </a:lnTo>
                  <a:lnTo>
                    <a:pt x="819860" y="2801576"/>
                  </a:lnTo>
                  <a:lnTo>
                    <a:pt x="821492" y="2809087"/>
                  </a:lnTo>
                  <a:lnTo>
                    <a:pt x="823156" y="2816598"/>
                  </a:lnTo>
                  <a:lnTo>
                    <a:pt x="824855" y="2824109"/>
                  </a:lnTo>
                  <a:lnTo>
                    <a:pt x="826593" y="2831620"/>
                  </a:lnTo>
                  <a:lnTo>
                    <a:pt x="828389" y="2839131"/>
                  </a:lnTo>
                  <a:lnTo>
                    <a:pt x="830241" y="2846642"/>
                  </a:lnTo>
                  <a:lnTo>
                    <a:pt x="832155" y="2854153"/>
                  </a:lnTo>
                  <a:lnTo>
                    <a:pt x="834138" y="2861664"/>
                  </a:lnTo>
                  <a:lnTo>
                    <a:pt x="836198" y="2869175"/>
                  </a:lnTo>
                  <a:lnTo>
                    <a:pt x="838366" y="2876686"/>
                  </a:lnTo>
                  <a:lnTo>
                    <a:pt x="840645" y="2884197"/>
                  </a:lnTo>
                  <a:lnTo>
                    <a:pt x="843036" y="2891708"/>
                  </a:lnTo>
                  <a:lnTo>
                    <a:pt x="845549" y="2899219"/>
                  </a:lnTo>
                  <a:lnTo>
                    <a:pt x="848194" y="2906729"/>
                  </a:lnTo>
                  <a:lnTo>
                    <a:pt x="851014" y="2914240"/>
                  </a:lnTo>
                  <a:lnTo>
                    <a:pt x="854009" y="2921751"/>
                  </a:lnTo>
                  <a:lnTo>
                    <a:pt x="857172" y="2929262"/>
                  </a:lnTo>
                  <a:lnTo>
                    <a:pt x="860512" y="2936773"/>
                  </a:lnTo>
                  <a:lnTo>
                    <a:pt x="864035" y="2944284"/>
                  </a:lnTo>
                  <a:lnTo>
                    <a:pt x="867788" y="2951795"/>
                  </a:lnTo>
                  <a:lnTo>
                    <a:pt x="871768" y="2959306"/>
                  </a:lnTo>
                  <a:lnTo>
                    <a:pt x="875954" y="2966817"/>
                  </a:lnTo>
                  <a:lnTo>
                    <a:pt x="880349" y="2974328"/>
                  </a:lnTo>
                  <a:lnTo>
                    <a:pt x="884955" y="2981839"/>
                  </a:lnTo>
                  <a:lnTo>
                    <a:pt x="889810" y="2989350"/>
                  </a:lnTo>
                  <a:lnTo>
                    <a:pt x="894910" y="2996861"/>
                  </a:lnTo>
                  <a:lnTo>
                    <a:pt x="900219" y="3004372"/>
                  </a:lnTo>
                  <a:lnTo>
                    <a:pt x="905735" y="3011882"/>
                  </a:lnTo>
                  <a:lnTo>
                    <a:pt x="911455" y="3019393"/>
                  </a:lnTo>
                  <a:lnTo>
                    <a:pt x="917402" y="3026904"/>
                  </a:lnTo>
                  <a:lnTo>
                    <a:pt x="923572" y="3034415"/>
                  </a:lnTo>
                  <a:lnTo>
                    <a:pt x="929924" y="3041926"/>
                  </a:lnTo>
                  <a:lnTo>
                    <a:pt x="936451" y="3049437"/>
                  </a:lnTo>
                  <a:lnTo>
                    <a:pt x="943147" y="3056948"/>
                  </a:lnTo>
                  <a:lnTo>
                    <a:pt x="950023" y="3064459"/>
                  </a:lnTo>
                  <a:lnTo>
                    <a:pt x="957079" y="3071970"/>
                  </a:lnTo>
                  <a:lnTo>
                    <a:pt x="964276" y="3079481"/>
                  </a:lnTo>
                  <a:lnTo>
                    <a:pt x="971609" y="3086992"/>
                  </a:lnTo>
                  <a:lnTo>
                    <a:pt x="979070" y="3094503"/>
                  </a:lnTo>
                  <a:lnTo>
                    <a:pt x="986667" y="3102014"/>
                  </a:lnTo>
                  <a:lnTo>
                    <a:pt x="994405" y="3109525"/>
                  </a:lnTo>
                  <a:lnTo>
                    <a:pt x="1002253" y="3117035"/>
                  </a:lnTo>
                  <a:lnTo>
                    <a:pt x="1010208" y="3124546"/>
                  </a:lnTo>
                  <a:lnTo>
                    <a:pt x="1018267" y="3132057"/>
                  </a:lnTo>
                  <a:lnTo>
                    <a:pt x="1026435" y="3139568"/>
                  </a:lnTo>
                  <a:lnTo>
                    <a:pt x="1034727" y="3147079"/>
                  </a:lnTo>
                  <a:lnTo>
                    <a:pt x="1043116" y="3154590"/>
                  </a:lnTo>
                  <a:lnTo>
                    <a:pt x="1051600" y="3162101"/>
                  </a:lnTo>
                  <a:lnTo>
                    <a:pt x="1060178" y="3169612"/>
                  </a:lnTo>
                  <a:lnTo>
                    <a:pt x="1068854" y="3177123"/>
                  </a:lnTo>
                  <a:lnTo>
                    <a:pt x="1077645" y="3184634"/>
                  </a:lnTo>
                  <a:lnTo>
                    <a:pt x="1086521" y="3192145"/>
                  </a:lnTo>
                  <a:lnTo>
                    <a:pt x="1095480" y="3199656"/>
                  </a:lnTo>
                  <a:lnTo>
                    <a:pt x="1104517" y="3207167"/>
                  </a:lnTo>
                  <a:lnTo>
                    <a:pt x="1113628" y="3214678"/>
                  </a:lnTo>
                  <a:lnTo>
                    <a:pt x="1122819" y="3222189"/>
                  </a:lnTo>
                  <a:lnTo>
                    <a:pt x="1132059" y="3229699"/>
                  </a:lnTo>
                  <a:lnTo>
                    <a:pt x="1141336" y="3237210"/>
                  </a:lnTo>
                  <a:lnTo>
                    <a:pt x="1150639" y="3244721"/>
                  </a:lnTo>
                  <a:lnTo>
                    <a:pt x="1159953" y="3252232"/>
                  </a:lnTo>
                  <a:lnTo>
                    <a:pt x="1169251" y="3259743"/>
                  </a:lnTo>
                  <a:lnTo>
                    <a:pt x="1178510" y="3267254"/>
                  </a:lnTo>
                  <a:lnTo>
                    <a:pt x="1187710" y="3274765"/>
                  </a:lnTo>
                  <a:lnTo>
                    <a:pt x="1196830" y="3282276"/>
                  </a:lnTo>
                  <a:lnTo>
                    <a:pt x="1205847" y="3289787"/>
                  </a:lnTo>
                  <a:lnTo>
                    <a:pt x="1214684" y="3297298"/>
                  </a:lnTo>
                  <a:lnTo>
                    <a:pt x="1223342" y="3304809"/>
                  </a:lnTo>
                  <a:lnTo>
                    <a:pt x="1231799" y="3312320"/>
                  </a:lnTo>
                  <a:lnTo>
                    <a:pt x="1240026" y="3319831"/>
                  </a:lnTo>
                  <a:lnTo>
                    <a:pt x="1247998" y="3327342"/>
                  </a:lnTo>
                  <a:lnTo>
                    <a:pt x="1255591" y="3334852"/>
                  </a:lnTo>
                  <a:lnTo>
                    <a:pt x="1262838" y="3342363"/>
                  </a:lnTo>
                  <a:lnTo>
                    <a:pt x="1269724" y="3349874"/>
                  </a:lnTo>
                  <a:lnTo>
                    <a:pt x="1276225" y="3357385"/>
                  </a:lnTo>
                  <a:lnTo>
                    <a:pt x="1282315" y="3364896"/>
                  </a:lnTo>
                  <a:lnTo>
                    <a:pt x="1287846" y="3372407"/>
                  </a:lnTo>
                  <a:lnTo>
                    <a:pt x="1292876" y="3379918"/>
                  </a:lnTo>
                  <a:lnTo>
                    <a:pt x="1297413" y="3387429"/>
                  </a:lnTo>
                  <a:lnTo>
                    <a:pt x="1301441" y="3394940"/>
                  </a:lnTo>
                  <a:lnTo>
                    <a:pt x="1304945" y="3402451"/>
                  </a:lnTo>
                  <a:lnTo>
                    <a:pt x="1307776" y="3409962"/>
                  </a:lnTo>
                  <a:lnTo>
                    <a:pt x="1310006" y="3417473"/>
                  </a:lnTo>
                  <a:lnTo>
                    <a:pt x="1311673" y="3424984"/>
                  </a:lnTo>
                  <a:lnTo>
                    <a:pt x="1312774" y="3432495"/>
                  </a:lnTo>
                  <a:lnTo>
                    <a:pt x="1313306" y="3440005"/>
                  </a:lnTo>
                  <a:lnTo>
                    <a:pt x="1313144" y="3447516"/>
                  </a:lnTo>
                  <a:lnTo>
                    <a:pt x="1312359" y="3455027"/>
                  </a:lnTo>
                  <a:lnTo>
                    <a:pt x="1311016" y="3462538"/>
                  </a:lnTo>
                  <a:lnTo>
                    <a:pt x="1309123" y="3470049"/>
                  </a:lnTo>
                  <a:lnTo>
                    <a:pt x="1306690" y="3477560"/>
                  </a:lnTo>
                  <a:lnTo>
                    <a:pt x="1303627" y="3485071"/>
                  </a:lnTo>
                  <a:lnTo>
                    <a:pt x="1299991" y="3492582"/>
                  </a:lnTo>
                  <a:lnTo>
                    <a:pt x="1295864" y="3500093"/>
                  </a:lnTo>
                  <a:lnTo>
                    <a:pt x="1291261" y="3507604"/>
                  </a:lnTo>
                  <a:lnTo>
                    <a:pt x="1286198" y="3515115"/>
                  </a:lnTo>
                  <a:lnTo>
                    <a:pt x="1280618" y="3522626"/>
                  </a:lnTo>
                  <a:lnTo>
                    <a:pt x="1274558" y="3530137"/>
                  </a:lnTo>
                  <a:lnTo>
                    <a:pt x="1268101" y="3537648"/>
                  </a:lnTo>
                  <a:lnTo>
                    <a:pt x="1261264" y="3545158"/>
                  </a:lnTo>
                  <a:lnTo>
                    <a:pt x="1254060" y="3552669"/>
                  </a:lnTo>
                  <a:lnTo>
                    <a:pt x="1246456" y="3560180"/>
                  </a:lnTo>
                  <a:lnTo>
                    <a:pt x="1238467" y="3567691"/>
                  </a:lnTo>
                  <a:lnTo>
                    <a:pt x="1230166" y="3575202"/>
                  </a:lnTo>
                  <a:lnTo>
                    <a:pt x="1221565" y="3582713"/>
                  </a:lnTo>
                  <a:lnTo>
                    <a:pt x="1212673" y="3590224"/>
                  </a:lnTo>
                  <a:lnTo>
                    <a:pt x="1203468" y="3597735"/>
                  </a:lnTo>
                  <a:lnTo>
                    <a:pt x="1193945" y="3605246"/>
                  </a:lnTo>
                  <a:lnTo>
                    <a:pt x="1184165" y="3612757"/>
                  </a:lnTo>
                  <a:lnTo>
                    <a:pt x="1174136" y="3620268"/>
                  </a:lnTo>
                  <a:lnTo>
                    <a:pt x="1163864" y="3627779"/>
                  </a:lnTo>
                  <a:lnTo>
                    <a:pt x="1153329" y="3635290"/>
                  </a:lnTo>
                  <a:lnTo>
                    <a:pt x="1142516" y="3642801"/>
                  </a:lnTo>
                  <a:lnTo>
                    <a:pt x="1131480" y="3650312"/>
                  </a:lnTo>
                  <a:lnTo>
                    <a:pt x="1120228" y="3657822"/>
                  </a:lnTo>
                  <a:lnTo>
                    <a:pt x="1108766" y="3665333"/>
                  </a:lnTo>
                  <a:lnTo>
                    <a:pt x="1097083" y="3672844"/>
                  </a:lnTo>
                  <a:lnTo>
                    <a:pt x="1085162" y="3680355"/>
                  </a:lnTo>
                  <a:lnTo>
                    <a:pt x="1073060" y="3687866"/>
                  </a:lnTo>
                  <a:lnTo>
                    <a:pt x="1060788" y="3695377"/>
                  </a:lnTo>
                  <a:lnTo>
                    <a:pt x="1048356" y="3702888"/>
                  </a:lnTo>
                  <a:lnTo>
                    <a:pt x="1035770" y="3710399"/>
                  </a:lnTo>
                  <a:lnTo>
                    <a:pt x="1023025" y="3717910"/>
                  </a:lnTo>
                  <a:lnTo>
                    <a:pt x="1010177" y="3725421"/>
                  </a:lnTo>
                  <a:lnTo>
                    <a:pt x="997243" y="3732932"/>
                  </a:lnTo>
                  <a:lnTo>
                    <a:pt x="984244" y="3740443"/>
                  </a:lnTo>
                  <a:lnTo>
                    <a:pt x="971198" y="3747954"/>
                  </a:lnTo>
                  <a:lnTo>
                    <a:pt x="958134" y="3755465"/>
                  </a:lnTo>
                  <a:lnTo>
                    <a:pt x="945090" y="3762975"/>
                  </a:lnTo>
                  <a:lnTo>
                    <a:pt x="932089" y="3770486"/>
                  </a:lnTo>
                  <a:lnTo>
                    <a:pt x="919156" y="3777997"/>
                  </a:lnTo>
                  <a:lnTo>
                    <a:pt x="906317" y="3785508"/>
                  </a:lnTo>
                  <a:lnTo>
                    <a:pt x="893649" y="3793019"/>
                  </a:lnTo>
                  <a:lnTo>
                    <a:pt x="881148" y="3800530"/>
                  </a:lnTo>
                  <a:lnTo>
                    <a:pt x="868839" y="3808041"/>
                  </a:lnTo>
                  <a:lnTo>
                    <a:pt x="856745" y="3815552"/>
                  </a:lnTo>
                  <a:lnTo>
                    <a:pt x="844890" y="3823063"/>
                  </a:lnTo>
                  <a:lnTo>
                    <a:pt x="833392" y="3830574"/>
                  </a:lnTo>
                  <a:lnTo>
                    <a:pt x="822200" y="3838085"/>
                  </a:lnTo>
                  <a:close/>
                </a:path>
              </a:pathLst>
            </a:custGeom>
            <a:solidFill>
              <a:srgbClr val="F2975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7964485" y="4335380"/>
              <a:ext cx="1354738" cy="3602439"/>
            </a:xfrm>
            <a:custGeom>
              <a:avLst/>
              <a:pathLst>
                <a:path w="1354738" h="3602439">
                  <a:moveTo>
                    <a:pt x="538157" y="3602439"/>
                  </a:moveTo>
                  <a:lnTo>
                    <a:pt x="529055" y="3595390"/>
                  </a:lnTo>
                  <a:lnTo>
                    <a:pt x="519850" y="3588340"/>
                  </a:lnTo>
                  <a:lnTo>
                    <a:pt x="510566" y="3581290"/>
                  </a:lnTo>
                  <a:lnTo>
                    <a:pt x="501230" y="3574240"/>
                  </a:lnTo>
                  <a:lnTo>
                    <a:pt x="491863" y="3567191"/>
                  </a:lnTo>
                  <a:lnTo>
                    <a:pt x="482496" y="3560141"/>
                  </a:lnTo>
                  <a:lnTo>
                    <a:pt x="473150" y="3553091"/>
                  </a:lnTo>
                  <a:lnTo>
                    <a:pt x="463837" y="3546041"/>
                  </a:lnTo>
                  <a:lnTo>
                    <a:pt x="454570" y="3538991"/>
                  </a:lnTo>
                  <a:lnTo>
                    <a:pt x="445358" y="3531942"/>
                  </a:lnTo>
                  <a:lnTo>
                    <a:pt x="436217" y="3524892"/>
                  </a:lnTo>
                  <a:lnTo>
                    <a:pt x="427150" y="3517842"/>
                  </a:lnTo>
                  <a:lnTo>
                    <a:pt x="418147" y="3510792"/>
                  </a:lnTo>
                  <a:lnTo>
                    <a:pt x="409208" y="3503742"/>
                  </a:lnTo>
                  <a:lnTo>
                    <a:pt x="400326" y="3496693"/>
                  </a:lnTo>
                  <a:lnTo>
                    <a:pt x="391496" y="3489643"/>
                  </a:lnTo>
                  <a:lnTo>
                    <a:pt x="382715" y="3482593"/>
                  </a:lnTo>
                  <a:lnTo>
                    <a:pt x="373967" y="3475543"/>
                  </a:lnTo>
                  <a:lnTo>
                    <a:pt x="365238" y="3468494"/>
                  </a:lnTo>
                  <a:lnTo>
                    <a:pt x="356518" y="3461444"/>
                  </a:lnTo>
                  <a:lnTo>
                    <a:pt x="347798" y="3454394"/>
                  </a:lnTo>
                  <a:lnTo>
                    <a:pt x="339068" y="3447344"/>
                  </a:lnTo>
                  <a:lnTo>
                    <a:pt x="330316" y="3440294"/>
                  </a:lnTo>
                  <a:lnTo>
                    <a:pt x="321532" y="3433245"/>
                  </a:lnTo>
                  <a:lnTo>
                    <a:pt x="312715" y="3426195"/>
                  </a:lnTo>
                  <a:lnTo>
                    <a:pt x="303861" y="3419145"/>
                  </a:lnTo>
                  <a:lnTo>
                    <a:pt x="294967" y="3412095"/>
                  </a:lnTo>
                  <a:lnTo>
                    <a:pt x="286034" y="3405045"/>
                  </a:lnTo>
                  <a:lnTo>
                    <a:pt x="277057" y="3397996"/>
                  </a:lnTo>
                  <a:lnTo>
                    <a:pt x="268044" y="3390946"/>
                  </a:lnTo>
                  <a:lnTo>
                    <a:pt x="259004" y="3383896"/>
                  </a:lnTo>
                  <a:lnTo>
                    <a:pt x="249944" y="3376846"/>
                  </a:lnTo>
                  <a:lnTo>
                    <a:pt x="240870" y="3369797"/>
                  </a:lnTo>
                  <a:lnTo>
                    <a:pt x="231792" y="3362747"/>
                  </a:lnTo>
                  <a:lnTo>
                    <a:pt x="222721" y="3355697"/>
                  </a:lnTo>
                  <a:lnTo>
                    <a:pt x="213671" y="3348647"/>
                  </a:lnTo>
                  <a:lnTo>
                    <a:pt x="204650" y="3341597"/>
                  </a:lnTo>
                  <a:lnTo>
                    <a:pt x="195669" y="3334548"/>
                  </a:lnTo>
                  <a:lnTo>
                    <a:pt x="186737" y="3327498"/>
                  </a:lnTo>
                  <a:lnTo>
                    <a:pt x="177865" y="3320448"/>
                  </a:lnTo>
                  <a:lnTo>
                    <a:pt x="169076" y="3313398"/>
                  </a:lnTo>
                  <a:lnTo>
                    <a:pt x="160377" y="3306348"/>
                  </a:lnTo>
                  <a:lnTo>
                    <a:pt x="151771" y="3299299"/>
                  </a:lnTo>
                  <a:lnTo>
                    <a:pt x="143268" y="3292249"/>
                  </a:lnTo>
                  <a:lnTo>
                    <a:pt x="134878" y="3285199"/>
                  </a:lnTo>
                  <a:lnTo>
                    <a:pt x="126608" y="3278149"/>
                  </a:lnTo>
                  <a:lnTo>
                    <a:pt x="118496" y="3271100"/>
                  </a:lnTo>
                  <a:lnTo>
                    <a:pt x="110540" y="3264050"/>
                  </a:lnTo>
                  <a:lnTo>
                    <a:pt x="102741" y="3257000"/>
                  </a:lnTo>
                  <a:lnTo>
                    <a:pt x="95110" y="3249950"/>
                  </a:lnTo>
                  <a:lnTo>
                    <a:pt x="87657" y="3242900"/>
                  </a:lnTo>
                  <a:lnTo>
                    <a:pt x="80395" y="3235851"/>
                  </a:lnTo>
                  <a:lnTo>
                    <a:pt x="73377" y="3228801"/>
                  </a:lnTo>
                  <a:lnTo>
                    <a:pt x="66595" y="3221751"/>
                  </a:lnTo>
                  <a:lnTo>
                    <a:pt x="60049" y="3214701"/>
                  </a:lnTo>
                  <a:lnTo>
                    <a:pt x="53752" y="3207652"/>
                  </a:lnTo>
                  <a:lnTo>
                    <a:pt x="47718" y="3200602"/>
                  </a:lnTo>
                  <a:lnTo>
                    <a:pt x="41961" y="3193552"/>
                  </a:lnTo>
                  <a:lnTo>
                    <a:pt x="36555" y="3186502"/>
                  </a:lnTo>
                  <a:lnTo>
                    <a:pt x="31478" y="3179452"/>
                  </a:lnTo>
                  <a:lnTo>
                    <a:pt x="26727" y="3172403"/>
                  </a:lnTo>
                  <a:lnTo>
                    <a:pt x="22314" y="3165353"/>
                  </a:lnTo>
                  <a:lnTo>
                    <a:pt x="18251" y="3158303"/>
                  </a:lnTo>
                  <a:lnTo>
                    <a:pt x="14549" y="3151253"/>
                  </a:lnTo>
                  <a:lnTo>
                    <a:pt x="11296" y="3144203"/>
                  </a:lnTo>
                  <a:lnTo>
                    <a:pt x="8449" y="3137154"/>
                  </a:lnTo>
                  <a:lnTo>
                    <a:pt x="5996" y="3130104"/>
                  </a:lnTo>
                  <a:lnTo>
                    <a:pt x="3943" y="3123054"/>
                  </a:lnTo>
                  <a:lnTo>
                    <a:pt x="2295" y="3116004"/>
                  </a:lnTo>
                  <a:lnTo>
                    <a:pt x="1055" y="3108955"/>
                  </a:lnTo>
                  <a:lnTo>
                    <a:pt x="312" y="3101905"/>
                  </a:lnTo>
                  <a:lnTo>
                    <a:pt x="0" y="3094855"/>
                  </a:lnTo>
                  <a:lnTo>
                    <a:pt x="98" y="3087805"/>
                  </a:lnTo>
                  <a:lnTo>
                    <a:pt x="605" y="3080755"/>
                  </a:lnTo>
                  <a:lnTo>
                    <a:pt x="1519" y="3073706"/>
                  </a:lnTo>
                  <a:lnTo>
                    <a:pt x="2835" y="3066656"/>
                  </a:lnTo>
                  <a:lnTo>
                    <a:pt x="4634" y="3059606"/>
                  </a:lnTo>
                  <a:lnTo>
                    <a:pt x="6841" y="3052556"/>
                  </a:lnTo>
                  <a:lnTo>
                    <a:pt x="9435" y="3045506"/>
                  </a:lnTo>
                  <a:lnTo>
                    <a:pt x="12414" y="3038457"/>
                  </a:lnTo>
                  <a:lnTo>
                    <a:pt x="15773" y="3031407"/>
                  </a:lnTo>
                  <a:lnTo>
                    <a:pt x="19509" y="3024357"/>
                  </a:lnTo>
                  <a:lnTo>
                    <a:pt x="23702" y="3017307"/>
                  </a:lnTo>
                  <a:lnTo>
                    <a:pt x="28280" y="3010258"/>
                  </a:lnTo>
                  <a:lnTo>
                    <a:pt x="33231" y="3003208"/>
                  </a:lnTo>
                  <a:lnTo>
                    <a:pt x="38555" y="2996158"/>
                  </a:lnTo>
                  <a:lnTo>
                    <a:pt x="44252" y="2989108"/>
                  </a:lnTo>
                  <a:lnTo>
                    <a:pt x="50323" y="2982058"/>
                  </a:lnTo>
                  <a:lnTo>
                    <a:pt x="56852" y="2975009"/>
                  </a:lnTo>
                  <a:lnTo>
                    <a:pt x="63766" y="2967959"/>
                  </a:lnTo>
                  <a:lnTo>
                    <a:pt x="71052" y="2960909"/>
                  </a:lnTo>
                  <a:lnTo>
                    <a:pt x="78709" y="2953859"/>
                  </a:lnTo>
                  <a:lnTo>
                    <a:pt x="86732" y="2946809"/>
                  </a:lnTo>
                  <a:lnTo>
                    <a:pt x="95114" y="2939760"/>
                  </a:lnTo>
                  <a:lnTo>
                    <a:pt x="103924" y="2932710"/>
                  </a:lnTo>
                  <a:lnTo>
                    <a:pt x="113071" y="2925660"/>
                  </a:lnTo>
                  <a:lnTo>
                    <a:pt x="122532" y="2918610"/>
                  </a:lnTo>
                  <a:lnTo>
                    <a:pt x="132285" y="2911561"/>
                  </a:lnTo>
                  <a:lnTo>
                    <a:pt x="142309" y="2904511"/>
                  </a:lnTo>
                  <a:lnTo>
                    <a:pt x="152576" y="2897461"/>
                  </a:lnTo>
                  <a:lnTo>
                    <a:pt x="163096" y="2890411"/>
                  </a:lnTo>
                  <a:lnTo>
                    <a:pt x="173778" y="2883361"/>
                  </a:lnTo>
                  <a:lnTo>
                    <a:pt x="184582" y="2876312"/>
                  </a:lnTo>
                  <a:lnTo>
                    <a:pt x="195468" y="2869262"/>
                  </a:lnTo>
                  <a:lnTo>
                    <a:pt x="206396" y="2862212"/>
                  </a:lnTo>
                  <a:lnTo>
                    <a:pt x="217326" y="2855162"/>
                  </a:lnTo>
                  <a:lnTo>
                    <a:pt x="228188" y="2848112"/>
                  </a:lnTo>
                  <a:lnTo>
                    <a:pt x="238939" y="2841063"/>
                  </a:lnTo>
                  <a:lnTo>
                    <a:pt x="249542" y="2834013"/>
                  </a:lnTo>
                  <a:lnTo>
                    <a:pt x="259957" y="2826963"/>
                  </a:lnTo>
                  <a:lnTo>
                    <a:pt x="270150" y="2819913"/>
                  </a:lnTo>
                  <a:lnTo>
                    <a:pt x="280089" y="2812864"/>
                  </a:lnTo>
                  <a:lnTo>
                    <a:pt x="289664" y="2805814"/>
                  </a:lnTo>
                  <a:lnTo>
                    <a:pt x="298916" y="2798764"/>
                  </a:lnTo>
                  <a:lnTo>
                    <a:pt x="307829" y="2791714"/>
                  </a:lnTo>
                  <a:lnTo>
                    <a:pt x="316392" y="2784664"/>
                  </a:lnTo>
                  <a:lnTo>
                    <a:pt x="324597" y="2777615"/>
                  </a:lnTo>
                  <a:lnTo>
                    <a:pt x="332438" y="2770565"/>
                  </a:lnTo>
                  <a:lnTo>
                    <a:pt x="339829" y="2763515"/>
                  </a:lnTo>
                  <a:lnTo>
                    <a:pt x="346869" y="2756465"/>
                  </a:lnTo>
                  <a:lnTo>
                    <a:pt x="353570" y="2749416"/>
                  </a:lnTo>
                  <a:lnTo>
                    <a:pt x="359947" y="2742366"/>
                  </a:lnTo>
                  <a:lnTo>
                    <a:pt x="366015" y="2735316"/>
                  </a:lnTo>
                  <a:lnTo>
                    <a:pt x="371792" y="2728266"/>
                  </a:lnTo>
                  <a:lnTo>
                    <a:pt x="377241" y="2721216"/>
                  </a:lnTo>
                  <a:lnTo>
                    <a:pt x="382454" y="2714167"/>
                  </a:lnTo>
                  <a:lnTo>
                    <a:pt x="387451" y="2707117"/>
                  </a:lnTo>
                  <a:lnTo>
                    <a:pt x="392252" y="2700067"/>
                  </a:lnTo>
                  <a:lnTo>
                    <a:pt x="396875" y="2693017"/>
                  </a:lnTo>
                  <a:lnTo>
                    <a:pt x="401335" y="2685967"/>
                  </a:lnTo>
                  <a:lnTo>
                    <a:pt x="405620" y="2678918"/>
                  </a:lnTo>
                  <a:lnTo>
                    <a:pt x="409779" y="2671868"/>
                  </a:lnTo>
                  <a:lnTo>
                    <a:pt x="413821" y="2664818"/>
                  </a:lnTo>
                  <a:lnTo>
                    <a:pt x="417752" y="2657768"/>
                  </a:lnTo>
                  <a:lnTo>
                    <a:pt x="421579" y="2650719"/>
                  </a:lnTo>
                  <a:lnTo>
                    <a:pt x="425303" y="2643669"/>
                  </a:lnTo>
                  <a:lnTo>
                    <a:pt x="428904" y="2636619"/>
                  </a:lnTo>
                  <a:lnTo>
                    <a:pt x="432406" y="2629569"/>
                  </a:lnTo>
                  <a:lnTo>
                    <a:pt x="435805" y="2622519"/>
                  </a:lnTo>
                  <a:lnTo>
                    <a:pt x="439102" y="2615470"/>
                  </a:lnTo>
                  <a:lnTo>
                    <a:pt x="442295" y="2608420"/>
                  </a:lnTo>
                  <a:lnTo>
                    <a:pt x="445380" y="2601370"/>
                  </a:lnTo>
                  <a:lnTo>
                    <a:pt x="448333" y="2594320"/>
                  </a:lnTo>
                  <a:lnTo>
                    <a:pt x="451182" y="2587270"/>
                  </a:lnTo>
                  <a:lnTo>
                    <a:pt x="453928" y="2580221"/>
                  </a:lnTo>
                  <a:lnTo>
                    <a:pt x="456576" y="2573171"/>
                  </a:lnTo>
                  <a:lnTo>
                    <a:pt x="459132" y="2566121"/>
                  </a:lnTo>
                  <a:lnTo>
                    <a:pt x="461601" y="2559071"/>
                  </a:lnTo>
                  <a:lnTo>
                    <a:pt x="463984" y="2552022"/>
                  </a:lnTo>
                  <a:lnTo>
                    <a:pt x="466312" y="2544972"/>
                  </a:lnTo>
                  <a:lnTo>
                    <a:pt x="468601" y="2537922"/>
                  </a:lnTo>
                  <a:lnTo>
                    <a:pt x="470866" y="2530872"/>
                  </a:lnTo>
                  <a:lnTo>
                    <a:pt x="473124" y="2523822"/>
                  </a:lnTo>
                  <a:lnTo>
                    <a:pt x="475395" y="2516773"/>
                  </a:lnTo>
                  <a:lnTo>
                    <a:pt x="477712" y="2509723"/>
                  </a:lnTo>
                  <a:lnTo>
                    <a:pt x="480091" y="2502673"/>
                  </a:lnTo>
                  <a:lnTo>
                    <a:pt x="482551" y="2495623"/>
                  </a:lnTo>
                  <a:lnTo>
                    <a:pt x="485109" y="2488573"/>
                  </a:lnTo>
                  <a:lnTo>
                    <a:pt x="487782" y="2481524"/>
                  </a:lnTo>
                  <a:lnTo>
                    <a:pt x="490591" y="2474474"/>
                  </a:lnTo>
                  <a:lnTo>
                    <a:pt x="493580" y="2467424"/>
                  </a:lnTo>
                  <a:lnTo>
                    <a:pt x="496729" y="2460374"/>
                  </a:lnTo>
                  <a:lnTo>
                    <a:pt x="500043" y="2453325"/>
                  </a:lnTo>
                  <a:lnTo>
                    <a:pt x="503526" y="2446275"/>
                  </a:lnTo>
                  <a:lnTo>
                    <a:pt x="507178" y="2439225"/>
                  </a:lnTo>
                  <a:lnTo>
                    <a:pt x="511003" y="2432175"/>
                  </a:lnTo>
                  <a:lnTo>
                    <a:pt x="515018" y="2425125"/>
                  </a:lnTo>
                  <a:lnTo>
                    <a:pt x="519175" y="2418076"/>
                  </a:lnTo>
                  <a:lnTo>
                    <a:pt x="523459" y="2411026"/>
                  </a:lnTo>
                  <a:lnTo>
                    <a:pt x="527853" y="2403976"/>
                  </a:lnTo>
                  <a:lnTo>
                    <a:pt x="532338" y="2396926"/>
                  </a:lnTo>
                  <a:lnTo>
                    <a:pt x="536894" y="2389876"/>
                  </a:lnTo>
                  <a:lnTo>
                    <a:pt x="541494" y="2382827"/>
                  </a:lnTo>
                  <a:lnTo>
                    <a:pt x="546098" y="2375777"/>
                  </a:lnTo>
                  <a:lnTo>
                    <a:pt x="550682" y="2368727"/>
                  </a:lnTo>
                  <a:lnTo>
                    <a:pt x="555220" y="2361677"/>
                  </a:lnTo>
                  <a:lnTo>
                    <a:pt x="559687" y="2354628"/>
                  </a:lnTo>
                  <a:lnTo>
                    <a:pt x="564052" y="2347578"/>
                  </a:lnTo>
                  <a:lnTo>
                    <a:pt x="568264" y="2340528"/>
                  </a:lnTo>
                  <a:lnTo>
                    <a:pt x="572323" y="2333478"/>
                  </a:lnTo>
                  <a:lnTo>
                    <a:pt x="576209" y="2326428"/>
                  </a:lnTo>
                  <a:lnTo>
                    <a:pt x="579908" y="2319379"/>
                  </a:lnTo>
                  <a:lnTo>
                    <a:pt x="583405" y="2312329"/>
                  </a:lnTo>
                  <a:lnTo>
                    <a:pt x="586673" y="2305279"/>
                  </a:lnTo>
                  <a:lnTo>
                    <a:pt x="589671" y="2298229"/>
                  </a:lnTo>
                  <a:lnTo>
                    <a:pt x="592433" y="2291180"/>
                  </a:lnTo>
                  <a:lnTo>
                    <a:pt x="594958" y="2284130"/>
                  </a:lnTo>
                  <a:lnTo>
                    <a:pt x="597242" y="2277080"/>
                  </a:lnTo>
                  <a:lnTo>
                    <a:pt x="599288" y="2270030"/>
                  </a:lnTo>
                  <a:lnTo>
                    <a:pt x="601081" y="2262980"/>
                  </a:lnTo>
                  <a:lnTo>
                    <a:pt x="602600" y="2255931"/>
                  </a:lnTo>
                  <a:lnTo>
                    <a:pt x="603896" y="2248881"/>
                  </a:lnTo>
                  <a:lnTo>
                    <a:pt x="604978" y="2241831"/>
                  </a:lnTo>
                  <a:lnTo>
                    <a:pt x="605855" y="2234781"/>
                  </a:lnTo>
                  <a:lnTo>
                    <a:pt x="606537" y="2227731"/>
                  </a:lnTo>
                  <a:lnTo>
                    <a:pt x="607024" y="2220682"/>
                  </a:lnTo>
                  <a:lnTo>
                    <a:pt x="607318" y="2213632"/>
                  </a:lnTo>
                  <a:lnTo>
                    <a:pt x="607467" y="2206582"/>
                  </a:lnTo>
                  <a:lnTo>
                    <a:pt x="607485" y="2199532"/>
                  </a:lnTo>
                  <a:lnTo>
                    <a:pt x="607390" y="2192483"/>
                  </a:lnTo>
                  <a:lnTo>
                    <a:pt x="607199" y="2185433"/>
                  </a:lnTo>
                  <a:lnTo>
                    <a:pt x="606927" y="2178383"/>
                  </a:lnTo>
                  <a:lnTo>
                    <a:pt x="606596" y="2171333"/>
                  </a:lnTo>
                  <a:lnTo>
                    <a:pt x="606238" y="2164283"/>
                  </a:lnTo>
                  <a:lnTo>
                    <a:pt x="605875" y="2157234"/>
                  </a:lnTo>
                  <a:lnTo>
                    <a:pt x="605525" y="2150184"/>
                  </a:lnTo>
                  <a:lnTo>
                    <a:pt x="605208" y="2143134"/>
                  </a:lnTo>
                  <a:lnTo>
                    <a:pt x="604951" y="2136084"/>
                  </a:lnTo>
                  <a:lnTo>
                    <a:pt x="604786" y="2129034"/>
                  </a:lnTo>
                  <a:lnTo>
                    <a:pt x="604721" y="2121985"/>
                  </a:lnTo>
                  <a:lnTo>
                    <a:pt x="604771" y="2114935"/>
                  </a:lnTo>
                  <a:lnTo>
                    <a:pt x="604950" y="2107885"/>
                  </a:lnTo>
                  <a:lnTo>
                    <a:pt x="605270" y="2100835"/>
                  </a:lnTo>
                  <a:lnTo>
                    <a:pt x="605756" y="2093786"/>
                  </a:lnTo>
                  <a:lnTo>
                    <a:pt x="606430" y="2086736"/>
                  </a:lnTo>
                  <a:lnTo>
                    <a:pt x="607270" y="2079686"/>
                  </a:lnTo>
                  <a:lnTo>
                    <a:pt x="608279" y="2072636"/>
                  </a:lnTo>
                  <a:lnTo>
                    <a:pt x="609454" y="2065586"/>
                  </a:lnTo>
                  <a:lnTo>
                    <a:pt x="610793" y="2058537"/>
                  </a:lnTo>
                  <a:lnTo>
                    <a:pt x="612304" y="2051487"/>
                  </a:lnTo>
                  <a:lnTo>
                    <a:pt x="613984" y="2044437"/>
                  </a:lnTo>
                  <a:lnTo>
                    <a:pt x="615798" y="2037387"/>
                  </a:lnTo>
                  <a:lnTo>
                    <a:pt x="617732" y="2030337"/>
                  </a:lnTo>
                  <a:lnTo>
                    <a:pt x="619773" y="2023288"/>
                  </a:lnTo>
                  <a:lnTo>
                    <a:pt x="621906" y="2016238"/>
                  </a:lnTo>
                  <a:lnTo>
                    <a:pt x="624120" y="2009188"/>
                  </a:lnTo>
                  <a:lnTo>
                    <a:pt x="626394" y="2002138"/>
                  </a:lnTo>
                  <a:lnTo>
                    <a:pt x="628702" y="1995089"/>
                  </a:lnTo>
                  <a:lnTo>
                    <a:pt x="631026" y="1988039"/>
                  </a:lnTo>
                  <a:lnTo>
                    <a:pt x="633352" y="1980989"/>
                  </a:lnTo>
                  <a:lnTo>
                    <a:pt x="635664" y="1973939"/>
                  </a:lnTo>
                  <a:lnTo>
                    <a:pt x="637945" y="1966889"/>
                  </a:lnTo>
                  <a:lnTo>
                    <a:pt x="640173" y="1959840"/>
                  </a:lnTo>
                  <a:lnTo>
                    <a:pt x="642343" y="1952790"/>
                  </a:lnTo>
                  <a:lnTo>
                    <a:pt x="644446" y="1945740"/>
                  </a:lnTo>
                  <a:lnTo>
                    <a:pt x="646474" y="1938690"/>
                  </a:lnTo>
                  <a:lnTo>
                    <a:pt x="648419" y="1931640"/>
                  </a:lnTo>
                  <a:lnTo>
                    <a:pt x="650267" y="1924591"/>
                  </a:lnTo>
                  <a:lnTo>
                    <a:pt x="652008" y="1917541"/>
                  </a:lnTo>
                  <a:lnTo>
                    <a:pt x="653654" y="1910491"/>
                  </a:lnTo>
                  <a:lnTo>
                    <a:pt x="655203" y="1903441"/>
                  </a:lnTo>
                  <a:lnTo>
                    <a:pt x="656655" y="1896392"/>
                  </a:lnTo>
                  <a:lnTo>
                    <a:pt x="658009" y="1889342"/>
                  </a:lnTo>
                  <a:lnTo>
                    <a:pt x="659257" y="1882292"/>
                  </a:lnTo>
                  <a:lnTo>
                    <a:pt x="660397" y="1875242"/>
                  </a:lnTo>
                  <a:lnTo>
                    <a:pt x="661446" y="1868192"/>
                  </a:lnTo>
                  <a:lnTo>
                    <a:pt x="662406" y="1861143"/>
                  </a:lnTo>
                  <a:lnTo>
                    <a:pt x="663279" y="1854093"/>
                  </a:lnTo>
                  <a:lnTo>
                    <a:pt x="664068" y="1847043"/>
                  </a:lnTo>
                  <a:lnTo>
                    <a:pt x="664767" y="1839993"/>
                  </a:lnTo>
                  <a:lnTo>
                    <a:pt x="665378" y="1832944"/>
                  </a:lnTo>
                  <a:lnTo>
                    <a:pt x="665917" y="1825894"/>
                  </a:lnTo>
                  <a:lnTo>
                    <a:pt x="666386" y="1818844"/>
                  </a:lnTo>
                  <a:lnTo>
                    <a:pt x="666789" y="1811794"/>
                  </a:lnTo>
                  <a:lnTo>
                    <a:pt x="667129" y="1804744"/>
                  </a:lnTo>
                  <a:lnTo>
                    <a:pt x="667404" y="1797695"/>
                  </a:lnTo>
                  <a:lnTo>
                    <a:pt x="667619" y="1790645"/>
                  </a:lnTo>
                  <a:lnTo>
                    <a:pt x="667787" y="1783595"/>
                  </a:lnTo>
                  <a:lnTo>
                    <a:pt x="667912" y="1776545"/>
                  </a:lnTo>
                  <a:lnTo>
                    <a:pt x="667997" y="1769495"/>
                  </a:lnTo>
                  <a:lnTo>
                    <a:pt x="668049" y="1762446"/>
                  </a:lnTo>
                  <a:lnTo>
                    <a:pt x="668068" y="1755396"/>
                  </a:lnTo>
                  <a:lnTo>
                    <a:pt x="668061" y="1748346"/>
                  </a:lnTo>
                  <a:lnTo>
                    <a:pt x="668036" y="1741296"/>
                  </a:lnTo>
                  <a:lnTo>
                    <a:pt x="667998" y="1734247"/>
                  </a:lnTo>
                  <a:lnTo>
                    <a:pt x="667950" y="1727197"/>
                  </a:lnTo>
                  <a:lnTo>
                    <a:pt x="667896" y="1720147"/>
                  </a:lnTo>
                  <a:lnTo>
                    <a:pt x="667839" y="1713097"/>
                  </a:lnTo>
                  <a:lnTo>
                    <a:pt x="667783" y="1706047"/>
                  </a:lnTo>
                  <a:lnTo>
                    <a:pt x="667730" y="1698998"/>
                  </a:lnTo>
                  <a:lnTo>
                    <a:pt x="667682" y="1691948"/>
                  </a:lnTo>
                  <a:lnTo>
                    <a:pt x="667639" y="1684898"/>
                  </a:lnTo>
                  <a:lnTo>
                    <a:pt x="667603" y="1677848"/>
                  </a:lnTo>
                  <a:lnTo>
                    <a:pt x="667574" y="1670798"/>
                  </a:lnTo>
                  <a:lnTo>
                    <a:pt x="667553" y="1663749"/>
                  </a:lnTo>
                  <a:lnTo>
                    <a:pt x="667538" y="1656699"/>
                  </a:lnTo>
                  <a:lnTo>
                    <a:pt x="667528" y="1649649"/>
                  </a:lnTo>
                  <a:lnTo>
                    <a:pt x="667524" y="1642599"/>
                  </a:lnTo>
                  <a:lnTo>
                    <a:pt x="667525" y="1635550"/>
                  </a:lnTo>
                  <a:lnTo>
                    <a:pt x="667532" y="1628500"/>
                  </a:lnTo>
                  <a:lnTo>
                    <a:pt x="667543" y="1621450"/>
                  </a:lnTo>
                  <a:lnTo>
                    <a:pt x="667558" y="1614400"/>
                  </a:lnTo>
                  <a:lnTo>
                    <a:pt x="667580" y="1607350"/>
                  </a:lnTo>
                  <a:lnTo>
                    <a:pt x="667607" y="1600301"/>
                  </a:lnTo>
                  <a:lnTo>
                    <a:pt x="667641" y="1593251"/>
                  </a:lnTo>
                  <a:lnTo>
                    <a:pt x="667685" y="1586201"/>
                  </a:lnTo>
                  <a:lnTo>
                    <a:pt x="667741" y="1579151"/>
                  </a:lnTo>
                  <a:lnTo>
                    <a:pt x="667809" y="1572101"/>
                  </a:lnTo>
                  <a:lnTo>
                    <a:pt x="667891" y="1565052"/>
                  </a:lnTo>
                  <a:lnTo>
                    <a:pt x="667989" y="1558002"/>
                  </a:lnTo>
                  <a:lnTo>
                    <a:pt x="668103" y="1550952"/>
                  </a:lnTo>
                  <a:lnTo>
                    <a:pt x="668239" y="1543902"/>
                  </a:lnTo>
                  <a:lnTo>
                    <a:pt x="668395" y="1536853"/>
                  </a:lnTo>
                  <a:lnTo>
                    <a:pt x="668571" y="1529803"/>
                  </a:lnTo>
                  <a:lnTo>
                    <a:pt x="668764" y="1522753"/>
                  </a:lnTo>
                  <a:lnTo>
                    <a:pt x="668975" y="1515703"/>
                  </a:lnTo>
                  <a:lnTo>
                    <a:pt x="669201" y="1508653"/>
                  </a:lnTo>
                  <a:lnTo>
                    <a:pt x="669443" y="1501604"/>
                  </a:lnTo>
                  <a:lnTo>
                    <a:pt x="669694" y="1494554"/>
                  </a:lnTo>
                  <a:lnTo>
                    <a:pt x="669949" y="1487504"/>
                  </a:lnTo>
                  <a:lnTo>
                    <a:pt x="670203" y="1480454"/>
                  </a:lnTo>
                  <a:lnTo>
                    <a:pt x="670453" y="1473404"/>
                  </a:lnTo>
                  <a:lnTo>
                    <a:pt x="670693" y="1466355"/>
                  </a:lnTo>
                  <a:lnTo>
                    <a:pt x="670913" y="1459305"/>
                  </a:lnTo>
                  <a:lnTo>
                    <a:pt x="671106" y="1452255"/>
                  </a:lnTo>
                  <a:lnTo>
                    <a:pt x="671267" y="1445205"/>
                  </a:lnTo>
                  <a:lnTo>
                    <a:pt x="671391" y="1438156"/>
                  </a:lnTo>
                  <a:lnTo>
                    <a:pt x="671473" y="1431106"/>
                  </a:lnTo>
                  <a:lnTo>
                    <a:pt x="671506" y="1424056"/>
                  </a:lnTo>
                  <a:lnTo>
                    <a:pt x="671475" y="1417006"/>
                  </a:lnTo>
                  <a:lnTo>
                    <a:pt x="671378" y="1409956"/>
                  </a:lnTo>
                  <a:lnTo>
                    <a:pt x="671217" y="1402907"/>
                  </a:lnTo>
                  <a:lnTo>
                    <a:pt x="670989" y="1395857"/>
                  </a:lnTo>
                  <a:lnTo>
                    <a:pt x="670692" y="1388807"/>
                  </a:lnTo>
                  <a:lnTo>
                    <a:pt x="670324" y="1381757"/>
                  </a:lnTo>
                  <a:lnTo>
                    <a:pt x="669873" y="1374708"/>
                  </a:lnTo>
                  <a:lnTo>
                    <a:pt x="669347" y="1367658"/>
                  </a:lnTo>
                  <a:lnTo>
                    <a:pt x="668756" y="1360608"/>
                  </a:lnTo>
                  <a:lnTo>
                    <a:pt x="668102" y="1353558"/>
                  </a:lnTo>
                  <a:lnTo>
                    <a:pt x="667390" y="1346508"/>
                  </a:lnTo>
                  <a:lnTo>
                    <a:pt x="666626" y="1339459"/>
                  </a:lnTo>
                  <a:lnTo>
                    <a:pt x="665810" y="1332409"/>
                  </a:lnTo>
                  <a:lnTo>
                    <a:pt x="664960" y="1325359"/>
                  </a:lnTo>
                  <a:lnTo>
                    <a:pt x="664088" y="1318309"/>
                  </a:lnTo>
                  <a:lnTo>
                    <a:pt x="663203" y="1311259"/>
                  </a:lnTo>
                  <a:lnTo>
                    <a:pt x="662317" y="1304210"/>
                  </a:lnTo>
                  <a:lnTo>
                    <a:pt x="661441" y="1297160"/>
                  </a:lnTo>
                  <a:lnTo>
                    <a:pt x="660592" y="1290110"/>
                  </a:lnTo>
                  <a:lnTo>
                    <a:pt x="659785" y="1283060"/>
                  </a:lnTo>
                  <a:lnTo>
                    <a:pt x="659028" y="1276011"/>
                  </a:lnTo>
                  <a:lnTo>
                    <a:pt x="658333" y="1268961"/>
                  </a:lnTo>
                  <a:lnTo>
                    <a:pt x="657710" y="1261911"/>
                  </a:lnTo>
                  <a:lnTo>
                    <a:pt x="657167" y="1254861"/>
                  </a:lnTo>
                  <a:lnTo>
                    <a:pt x="656734" y="1247811"/>
                  </a:lnTo>
                  <a:lnTo>
                    <a:pt x="656406" y="1240762"/>
                  </a:lnTo>
                  <a:lnTo>
                    <a:pt x="656184" y="1233712"/>
                  </a:lnTo>
                  <a:lnTo>
                    <a:pt x="656071" y="1226662"/>
                  </a:lnTo>
                  <a:lnTo>
                    <a:pt x="656069" y="1219612"/>
                  </a:lnTo>
                  <a:lnTo>
                    <a:pt x="656178" y="1212562"/>
                  </a:lnTo>
                  <a:lnTo>
                    <a:pt x="656419" y="1205513"/>
                  </a:lnTo>
                  <a:lnTo>
                    <a:pt x="656771" y="1198463"/>
                  </a:lnTo>
                  <a:lnTo>
                    <a:pt x="657224" y="1191413"/>
                  </a:lnTo>
                  <a:lnTo>
                    <a:pt x="657771" y="1184363"/>
                  </a:lnTo>
                  <a:lnTo>
                    <a:pt x="658404" y="1177314"/>
                  </a:lnTo>
                  <a:lnTo>
                    <a:pt x="659116" y="1170264"/>
                  </a:lnTo>
                  <a:lnTo>
                    <a:pt x="659909" y="1163214"/>
                  </a:lnTo>
                  <a:lnTo>
                    <a:pt x="660758" y="1156164"/>
                  </a:lnTo>
                  <a:lnTo>
                    <a:pt x="661650" y="1149114"/>
                  </a:lnTo>
                  <a:lnTo>
                    <a:pt x="662574" y="1142065"/>
                  </a:lnTo>
                  <a:lnTo>
                    <a:pt x="663521" y="1135015"/>
                  </a:lnTo>
                  <a:lnTo>
                    <a:pt x="664480" y="1127965"/>
                  </a:lnTo>
                  <a:lnTo>
                    <a:pt x="665439" y="1120915"/>
                  </a:lnTo>
                  <a:lnTo>
                    <a:pt x="666387" y="1113865"/>
                  </a:lnTo>
                  <a:lnTo>
                    <a:pt x="667314" y="1106816"/>
                  </a:lnTo>
                  <a:lnTo>
                    <a:pt x="668215" y="1099766"/>
                  </a:lnTo>
                  <a:lnTo>
                    <a:pt x="669084" y="1092716"/>
                  </a:lnTo>
                  <a:lnTo>
                    <a:pt x="669914" y="1085666"/>
                  </a:lnTo>
                  <a:lnTo>
                    <a:pt x="670692" y="1078617"/>
                  </a:lnTo>
                  <a:lnTo>
                    <a:pt x="671421" y="1071567"/>
                  </a:lnTo>
                  <a:lnTo>
                    <a:pt x="672101" y="1064517"/>
                  </a:lnTo>
                  <a:lnTo>
                    <a:pt x="672731" y="1057467"/>
                  </a:lnTo>
                  <a:lnTo>
                    <a:pt x="673311" y="1050417"/>
                  </a:lnTo>
                  <a:lnTo>
                    <a:pt x="673841" y="1043368"/>
                  </a:lnTo>
                  <a:lnTo>
                    <a:pt x="674311" y="1036318"/>
                  </a:lnTo>
                  <a:lnTo>
                    <a:pt x="674733" y="1029268"/>
                  </a:lnTo>
                  <a:lnTo>
                    <a:pt x="675111" y="1022218"/>
                  </a:lnTo>
                  <a:lnTo>
                    <a:pt x="675447" y="1015168"/>
                  </a:lnTo>
                  <a:lnTo>
                    <a:pt x="675744" y="1008119"/>
                  </a:lnTo>
                  <a:lnTo>
                    <a:pt x="676004" y="1001069"/>
                  </a:lnTo>
                  <a:lnTo>
                    <a:pt x="676224" y="994019"/>
                  </a:lnTo>
                  <a:lnTo>
                    <a:pt x="676414" y="986969"/>
                  </a:lnTo>
                  <a:lnTo>
                    <a:pt x="676578" y="979920"/>
                  </a:lnTo>
                  <a:lnTo>
                    <a:pt x="676719" y="972870"/>
                  </a:lnTo>
                  <a:lnTo>
                    <a:pt x="676838" y="965820"/>
                  </a:lnTo>
                  <a:lnTo>
                    <a:pt x="676938" y="958770"/>
                  </a:lnTo>
                  <a:lnTo>
                    <a:pt x="677019" y="951720"/>
                  </a:lnTo>
                  <a:lnTo>
                    <a:pt x="677087" y="944671"/>
                  </a:lnTo>
                  <a:lnTo>
                    <a:pt x="677143" y="937621"/>
                  </a:lnTo>
                  <a:lnTo>
                    <a:pt x="677189" y="930571"/>
                  </a:lnTo>
                  <a:lnTo>
                    <a:pt x="677227" y="923521"/>
                  </a:lnTo>
                  <a:lnTo>
                    <a:pt x="677258" y="916472"/>
                  </a:lnTo>
                  <a:lnTo>
                    <a:pt x="677282" y="909422"/>
                  </a:lnTo>
                  <a:lnTo>
                    <a:pt x="677301" y="902372"/>
                  </a:lnTo>
                  <a:lnTo>
                    <a:pt x="677316" y="895322"/>
                  </a:lnTo>
                  <a:lnTo>
                    <a:pt x="677328" y="888272"/>
                  </a:lnTo>
                  <a:lnTo>
                    <a:pt x="677338" y="881223"/>
                  </a:lnTo>
                  <a:lnTo>
                    <a:pt x="677346" y="874173"/>
                  </a:lnTo>
                  <a:lnTo>
                    <a:pt x="677351" y="867123"/>
                  </a:lnTo>
                  <a:lnTo>
                    <a:pt x="677355" y="860073"/>
                  </a:lnTo>
                  <a:lnTo>
                    <a:pt x="677359" y="853023"/>
                  </a:lnTo>
                  <a:lnTo>
                    <a:pt x="677361" y="845974"/>
                  </a:lnTo>
                  <a:lnTo>
                    <a:pt x="677363" y="838924"/>
                  </a:lnTo>
                  <a:lnTo>
                    <a:pt x="677365" y="831874"/>
                  </a:lnTo>
                  <a:lnTo>
                    <a:pt x="677366" y="824824"/>
                  </a:lnTo>
                  <a:lnTo>
                    <a:pt x="677367" y="817775"/>
                  </a:lnTo>
                  <a:lnTo>
                    <a:pt x="677367" y="810725"/>
                  </a:lnTo>
                  <a:lnTo>
                    <a:pt x="677368" y="803675"/>
                  </a:lnTo>
                  <a:lnTo>
                    <a:pt x="677368" y="796625"/>
                  </a:lnTo>
                  <a:lnTo>
                    <a:pt x="677368" y="789575"/>
                  </a:lnTo>
                  <a:lnTo>
                    <a:pt x="677368" y="782526"/>
                  </a:lnTo>
                  <a:lnTo>
                    <a:pt x="677368" y="775476"/>
                  </a:lnTo>
                  <a:lnTo>
                    <a:pt x="677368" y="768426"/>
                  </a:lnTo>
                  <a:lnTo>
                    <a:pt x="677368" y="761376"/>
                  </a:lnTo>
                  <a:lnTo>
                    <a:pt x="677369" y="754326"/>
                  </a:lnTo>
                  <a:lnTo>
                    <a:pt x="677369" y="747277"/>
                  </a:lnTo>
                  <a:lnTo>
                    <a:pt x="677369" y="740227"/>
                  </a:lnTo>
                  <a:lnTo>
                    <a:pt x="677369" y="733177"/>
                  </a:lnTo>
                  <a:lnTo>
                    <a:pt x="677369" y="726127"/>
                  </a:lnTo>
                  <a:lnTo>
                    <a:pt x="677369" y="719078"/>
                  </a:lnTo>
                  <a:lnTo>
                    <a:pt x="677369" y="712028"/>
                  </a:lnTo>
                  <a:lnTo>
                    <a:pt x="677369" y="704978"/>
                  </a:lnTo>
                  <a:lnTo>
                    <a:pt x="677369" y="697928"/>
                  </a:lnTo>
                  <a:lnTo>
                    <a:pt x="677369" y="690878"/>
                  </a:lnTo>
                  <a:lnTo>
                    <a:pt x="677369" y="683829"/>
                  </a:lnTo>
                  <a:lnTo>
                    <a:pt x="677369" y="676779"/>
                  </a:lnTo>
                  <a:lnTo>
                    <a:pt x="677369" y="669729"/>
                  </a:lnTo>
                  <a:lnTo>
                    <a:pt x="677369" y="662679"/>
                  </a:lnTo>
                  <a:lnTo>
                    <a:pt x="677369" y="655629"/>
                  </a:lnTo>
                  <a:lnTo>
                    <a:pt x="677369" y="648580"/>
                  </a:lnTo>
                  <a:lnTo>
                    <a:pt x="677369" y="641530"/>
                  </a:lnTo>
                  <a:lnTo>
                    <a:pt x="677369" y="634480"/>
                  </a:lnTo>
                  <a:lnTo>
                    <a:pt x="677369" y="627430"/>
                  </a:lnTo>
                  <a:lnTo>
                    <a:pt x="677369" y="620381"/>
                  </a:lnTo>
                  <a:lnTo>
                    <a:pt x="677369" y="613331"/>
                  </a:lnTo>
                  <a:lnTo>
                    <a:pt x="677369" y="606281"/>
                  </a:lnTo>
                  <a:lnTo>
                    <a:pt x="677369" y="599231"/>
                  </a:lnTo>
                  <a:lnTo>
                    <a:pt x="677369" y="592181"/>
                  </a:lnTo>
                  <a:lnTo>
                    <a:pt x="677369" y="585132"/>
                  </a:lnTo>
                  <a:lnTo>
                    <a:pt x="677369" y="578082"/>
                  </a:lnTo>
                  <a:lnTo>
                    <a:pt x="677369" y="571032"/>
                  </a:lnTo>
                  <a:lnTo>
                    <a:pt x="677369" y="563982"/>
                  </a:lnTo>
                  <a:lnTo>
                    <a:pt x="677369" y="556932"/>
                  </a:lnTo>
                  <a:lnTo>
                    <a:pt x="677369" y="549883"/>
                  </a:lnTo>
                  <a:lnTo>
                    <a:pt x="677369" y="542833"/>
                  </a:lnTo>
                  <a:lnTo>
                    <a:pt x="677369" y="535783"/>
                  </a:lnTo>
                  <a:lnTo>
                    <a:pt x="677369" y="528733"/>
                  </a:lnTo>
                  <a:lnTo>
                    <a:pt x="677369" y="521684"/>
                  </a:lnTo>
                  <a:lnTo>
                    <a:pt x="677369" y="514634"/>
                  </a:lnTo>
                  <a:lnTo>
                    <a:pt x="677369" y="507584"/>
                  </a:lnTo>
                  <a:lnTo>
                    <a:pt x="677369" y="500534"/>
                  </a:lnTo>
                  <a:lnTo>
                    <a:pt x="677369" y="493484"/>
                  </a:lnTo>
                  <a:lnTo>
                    <a:pt x="677369" y="486435"/>
                  </a:lnTo>
                  <a:lnTo>
                    <a:pt x="677369" y="479385"/>
                  </a:lnTo>
                  <a:lnTo>
                    <a:pt x="677369" y="472335"/>
                  </a:lnTo>
                  <a:lnTo>
                    <a:pt x="677369" y="465285"/>
                  </a:lnTo>
                  <a:lnTo>
                    <a:pt x="677369" y="458236"/>
                  </a:lnTo>
                  <a:lnTo>
                    <a:pt x="677369" y="451186"/>
                  </a:lnTo>
                  <a:lnTo>
                    <a:pt x="677369" y="444136"/>
                  </a:lnTo>
                  <a:lnTo>
                    <a:pt x="677369" y="437086"/>
                  </a:lnTo>
                  <a:lnTo>
                    <a:pt x="677369" y="430036"/>
                  </a:lnTo>
                  <a:lnTo>
                    <a:pt x="677368" y="422987"/>
                  </a:lnTo>
                  <a:lnTo>
                    <a:pt x="677368" y="415937"/>
                  </a:lnTo>
                  <a:lnTo>
                    <a:pt x="677368" y="408887"/>
                  </a:lnTo>
                  <a:lnTo>
                    <a:pt x="677368" y="401837"/>
                  </a:lnTo>
                  <a:lnTo>
                    <a:pt x="677368" y="394787"/>
                  </a:lnTo>
                  <a:lnTo>
                    <a:pt x="677368" y="387738"/>
                  </a:lnTo>
                  <a:lnTo>
                    <a:pt x="677368" y="380688"/>
                  </a:lnTo>
                  <a:lnTo>
                    <a:pt x="677367" y="373638"/>
                  </a:lnTo>
                  <a:lnTo>
                    <a:pt x="677367" y="366588"/>
                  </a:lnTo>
                  <a:lnTo>
                    <a:pt x="677366" y="359539"/>
                  </a:lnTo>
                  <a:lnTo>
                    <a:pt x="677365" y="352489"/>
                  </a:lnTo>
                  <a:lnTo>
                    <a:pt x="677363" y="345439"/>
                  </a:lnTo>
                  <a:lnTo>
                    <a:pt x="677362" y="338389"/>
                  </a:lnTo>
                  <a:lnTo>
                    <a:pt x="677359" y="331339"/>
                  </a:lnTo>
                  <a:lnTo>
                    <a:pt x="677356" y="324290"/>
                  </a:lnTo>
                  <a:lnTo>
                    <a:pt x="677352" y="317240"/>
                  </a:lnTo>
                  <a:lnTo>
                    <a:pt x="677347" y="310190"/>
                  </a:lnTo>
                  <a:lnTo>
                    <a:pt x="677341" y="303140"/>
                  </a:lnTo>
                  <a:lnTo>
                    <a:pt x="677333" y="296090"/>
                  </a:lnTo>
                  <a:lnTo>
                    <a:pt x="677323" y="289041"/>
                  </a:lnTo>
                  <a:lnTo>
                    <a:pt x="677310" y="281991"/>
                  </a:lnTo>
                  <a:lnTo>
                    <a:pt x="677294" y="274941"/>
                  </a:lnTo>
                  <a:lnTo>
                    <a:pt x="677274" y="267891"/>
                  </a:lnTo>
                  <a:lnTo>
                    <a:pt x="677250" y="260842"/>
                  </a:lnTo>
                  <a:lnTo>
                    <a:pt x="677221" y="253792"/>
                  </a:lnTo>
                  <a:lnTo>
                    <a:pt x="677186" y="246742"/>
                  </a:lnTo>
                  <a:lnTo>
                    <a:pt x="677144" y="239692"/>
                  </a:lnTo>
                  <a:lnTo>
                    <a:pt x="677093" y="232642"/>
                  </a:lnTo>
                  <a:lnTo>
                    <a:pt x="677032" y="225593"/>
                  </a:lnTo>
                  <a:lnTo>
                    <a:pt x="676962" y="218543"/>
                  </a:lnTo>
                  <a:lnTo>
                    <a:pt x="676880" y="211493"/>
                  </a:lnTo>
                  <a:lnTo>
                    <a:pt x="676786" y="204443"/>
                  </a:lnTo>
                  <a:lnTo>
                    <a:pt x="676676" y="197393"/>
                  </a:lnTo>
                  <a:lnTo>
                    <a:pt x="676550" y="190344"/>
                  </a:lnTo>
                  <a:lnTo>
                    <a:pt x="676407" y="183294"/>
                  </a:lnTo>
                  <a:lnTo>
                    <a:pt x="676246" y="176244"/>
                  </a:lnTo>
                  <a:lnTo>
                    <a:pt x="676068" y="169194"/>
                  </a:lnTo>
                  <a:lnTo>
                    <a:pt x="675871" y="162145"/>
                  </a:lnTo>
                  <a:lnTo>
                    <a:pt x="675653" y="155095"/>
                  </a:lnTo>
                  <a:lnTo>
                    <a:pt x="675413" y="148045"/>
                  </a:lnTo>
                  <a:lnTo>
                    <a:pt x="675155" y="140995"/>
                  </a:lnTo>
                  <a:lnTo>
                    <a:pt x="674878" y="133945"/>
                  </a:lnTo>
                  <a:lnTo>
                    <a:pt x="674584" y="126896"/>
                  </a:lnTo>
                  <a:lnTo>
                    <a:pt x="674275" y="119846"/>
                  </a:lnTo>
                  <a:lnTo>
                    <a:pt x="673950" y="112796"/>
                  </a:lnTo>
                  <a:lnTo>
                    <a:pt x="673613" y="105746"/>
                  </a:lnTo>
                  <a:lnTo>
                    <a:pt x="673269" y="98696"/>
                  </a:lnTo>
                  <a:lnTo>
                    <a:pt x="672921" y="91647"/>
                  </a:lnTo>
                  <a:lnTo>
                    <a:pt x="672572" y="84597"/>
                  </a:lnTo>
                  <a:lnTo>
                    <a:pt x="672227" y="77547"/>
                  </a:lnTo>
                  <a:lnTo>
                    <a:pt x="671889" y="70497"/>
                  </a:lnTo>
                  <a:lnTo>
                    <a:pt x="671567" y="63448"/>
                  </a:lnTo>
                  <a:lnTo>
                    <a:pt x="671262" y="56398"/>
                  </a:lnTo>
                  <a:lnTo>
                    <a:pt x="670979" y="49348"/>
                  </a:lnTo>
                  <a:lnTo>
                    <a:pt x="670722" y="42298"/>
                  </a:lnTo>
                  <a:lnTo>
                    <a:pt x="670495" y="35248"/>
                  </a:lnTo>
                  <a:lnTo>
                    <a:pt x="670305" y="28199"/>
                  </a:lnTo>
                  <a:lnTo>
                    <a:pt x="670157" y="21149"/>
                  </a:lnTo>
                  <a:lnTo>
                    <a:pt x="670049" y="14099"/>
                  </a:lnTo>
                  <a:lnTo>
                    <a:pt x="669983" y="7049"/>
                  </a:lnTo>
                  <a:lnTo>
                    <a:pt x="669959" y="0"/>
                  </a:lnTo>
                  <a:lnTo>
                    <a:pt x="684779" y="0"/>
                  </a:lnTo>
                  <a:lnTo>
                    <a:pt x="684755" y="7049"/>
                  </a:lnTo>
                  <a:lnTo>
                    <a:pt x="684688" y="14099"/>
                  </a:lnTo>
                  <a:lnTo>
                    <a:pt x="684580" y="21149"/>
                  </a:lnTo>
                  <a:lnTo>
                    <a:pt x="684433" y="28199"/>
                  </a:lnTo>
                  <a:lnTo>
                    <a:pt x="684242" y="35248"/>
                  </a:lnTo>
                  <a:lnTo>
                    <a:pt x="684015" y="42298"/>
                  </a:lnTo>
                  <a:lnTo>
                    <a:pt x="683758" y="49348"/>
                  </a:lnTo>
                  <a:lnTo>
                    <a:pt x="683475" y="56398"/>
                  </a:lnTo>
                  <a:lnTo>
                    <a:pt x="683171" y="63448"/>
                  </a:lnTo>
                  <a:lnTo>
                    <a:pt x="682848" y="70497"/>
                  </a:lnTo>
                  <a:lnTo>
                    <a:pt x="682511" y="77547"/>
                  </a:lnTo>
                  <a:lnTo>
                    <a:pt x="682165" y="84597"/>
                  </a:lnTo>
                  <a:lnTo>
                    <a:pt x="681816" y="91647"/>
                  </a:lnTo>
                  <a:lnTo>
                    <a:pt x="681468" y="98696"/>
                  </a:lnTo>
                  <a:lnTo>
                    <a:pt x="681124" y="105746"/>
                  </a:lnTo>
                  <a:lnTo>
                    <a:pt x="680787" y="112796"/>
                  </a:lnTo>
                  <a:lnTo>
                    <a:pt x="680463" y="119846"/>
                  </a:lnTo>
                  <a:lnTo>
                    <a:pt x="680153" y="126896"/>
                  </a:lnTo>
                  <a:lnTo>
                    <a:pt x="679859" y="133945"/>
                  </a:lnTo>
                  <a:lnTo>
                    <a:pt x="679583" y="140995"/>
                  </a:lnTo>
                  <a:lnTo>
                    <a:pt x="679324" y="148045"/>
                  </a:lnTo>
                  <a:lnTo>
                    <a:pt x="679084" y="155095"/>
                  </a:lnTo>
                  <a:lnTo>
                    <a:pt x="678866" y="162145"/>
                  </a:lnTo>
                  <a:lnTo>
                    <a:pt x="678669" y="169194"/>
                  </a:lnTo>
                  <a:lnTo>
                    <a:pt x="678491" y="176244"/>
                  </a:lnTo>
                  <a:lnTo>
                    <a:pt x="678331" y="183294"/>
                  </a:lnTo>
                  <a:lnTo>
                    <a:pt x="678188" y="190344"/>
                  </a:lnTo>
                  <a:lnTo>
                    <a:pt x="678061" y="197393"/>
                  </a:lnTo>
                  <a:lnTo>
                    <a:pt x="677952" y="204443"/>
                  </a:lnTo>
                  <a:lnTo>
                    <a:pt x="677857" y="211493"/>
                  </a:lnTo>
                  <a:lnTo>
                    <a:pt x="677776" y="218543"/>
                  </a:lnTo>
                  <a:lnTo>
                    <a:pt x="677705" y="225593"/>
                  </a:lnTo>
                  <a:lnTo>
                    <a:pt x="677645" y="232642"/>
                  </a:lnTo>
                  <a:lnTo>
                    <a:pt x="677593" y="239692"/>
                  </a:lnTo>
                  <a:lnTo>
                    <a:pt x="677551" y="246742"/>
                  </a:lnTo>
                  <a:lnTo>
                    <a:pt x="677516" y="253792"/>
                  </a:lnTo>
                  <a:lnTo>
                    <a:pt x="677487" y="260842"/>
                  </a:lnTo>
                  <a:lnTo>
                    <a:pt x="677463" y="267891"/>
                  </a:lnTo>
                  <a:lnTo>
                    <a:pt x="677443" y="274941"/>
                  </a:lnTo>
                  <a:lnTo>
                    <a:pt x="677427" y="281991"/>
                  </a:lnTo>
                  <a:lnTo>
                    <a:pt x="677415" y="289041"/>
                  </a:lnTo>
                  <a:lnTo>
                    <a:pt x="677405" y="296090"/>
                  </a:lnTo>
                  <a:lnTo>
                    <a:pt x="677396" y="303140"/>
                  </a:lnTo>
                  <a:lnTo>
                    <a:pt x="677390" y="310190"/>
                  </a:lnTo>
                  <a:lnTo>
                    <a:pt x="677385" y="317240"/>
                  </a:lnTo>
                  <a:lnTo>
                    <a:pt x="677381" y="324290"/>
                  </a:lnTo>
                  <a:lnTo>
                    <a:pt x="677378" y="331339"/>
                  </a:lnTo>
                  <a:lnTo>
                    <a:pt x="677376" y="338389"/>
                  </a:lnTo>
                  <a:lnTo>
                    <a:pt x="677374" y="345439"/>
                  </a:lnTo>
                  <a:lnTo>
                    <a:pt x="677373" y="352489"/>
                  </a:lnTo>
                  <a:lnTo>
                    <a:pt x="677371" y="359539"/>
                  </a:lnTo>
                  <a:lnTo>
                    <a:pt x="677371" y="366588"/>
                  </a:lnTo>
                  <a:lnTo>
                    <a:pt x="677370" y="373638"/>
                  </a:lnTo>
                  <a:lnTo>
                    <a:pt x="677370" y="380688"/>
                  </a:lnTo>
                  <a:lnTo>
                    <a:pt x="677369" y="387738"/>
                  </a:lnTo>
                  <a:lnTo>
                    <a:pt x="677369" y="394787"/>
                  </a:lnTo>
                  <a:lnTo>
                    <a:pt x="677369" y="401837"/>
                  </a:lnTo>
                  <a:lnTo>
                    <a:pt x="677369" y="408887"/>
                  </a:lnTo>
                  <a:lnTo>
                    <a:pt x="677369" y="415937"/>
                  </a:lnTo>
                  <a:lnTo>
                    <a:pt x="677369" y="422987"/>
                  </a:lnTo>
                  <a:lnTo>
                    <a:pt x="677369" y="430036"/>
                  </a:lnTo>
                  <a:lnTo>
                    <a:pt x="677369" y="437086"/>
                  </a:lnTo>
                  <a:lnTo>
                    <a:pt x="677369" y="444136"/>
                  </a:lnTo>
                  <a:lnTo>
                    <a:pt x="677369" y="451186"/>
                  </a:lnTo>
                  <a:lnTo>
                    <a:pt x="677369" y="458236"/>
                  </a:lnTo>
                  <a:lnTo>
                    <a:pt x="677369" y="465285"/>
                  </a:lnTo>
                  <a:lnTo>
                    <a:pt x="677369" y="472335"/>
                  </a:lnTo>
                  <a:lnTo>
                    <a:pt x="677369" y="479385"/>
                  </a:lnTo>
                  <a:lnTo>
                    <a:pt x="677369" y="486435"/>
                  </a:lnTo>
                  <a:lnTo>
                    <a:pt x="677369" y="493484"/>
                  </a:lnTo>
                  <a:lnTo>
                    <a:pt x="677369" y="500534"/>
                  </a:lnTo>
                  <a:lnTo>
                    <a:pt x="677369" y="507584"/>
                  </a:lnTo>
                  <a:lnTo>
                    <a:pt x="677369" y="514634"/>
                  </a:lnTo>
                  <a:lnTo>
                    <a:pt x="677369" y="521684"/>
                  </a:lnTo>
                  <a:lnTo>
                    <a:pt x="677369" y="528733"/>
                  </a:lnTo>
                  <a:lnTo>
                    <a:pt x="677369" y="535783"/>
                  </a:lnTo>
                  <a:lnTo>
                    <a:pt x="677369" y="542833"/>
                  </a:lnTo>
                  <a:lnTo>
                    <a:pt x="677369" y="549883"/>
                  </a:lnTo>
                  <a:lnTo>
                    <a:pt x="677369" y="556932"/>
                  </a:lnTo>
                  <a:lnTo>
                    <a:pt x="677369" y="563982"/>
                  </a:lnTo>
                  <a:lnTo>
                    <a:pt x="677369" y="571032"/>
                  </a:lnTo>
                  <a:lnTo>
                    <a:pt x="677369" y="578082"/>
                  </a:lnTo>
                  <a:lnTo>
                    <a:pt x="677369" y="585132"/>
                  </a:lnTo>
                  <a:lnTo>
                    <a:pt x="677369" y="592181"/>
                  </a:lnTo>
                  <a:lnTo>
                    <a:pt x="677369" y="599231"/>
                  </a:lnTo>
                  <a:lnTo>
                    <a:pt x="677369" y="606281"/>
                  </a:lnTo>
                  <a:lnTo>
                    <a:pt x="677369" y="613331"/>
                  </a:lnTo>
                  <a:lnTo>
                    <a:pt x="677369" y="620381"/>
                  </a:lnTo>
                  <a:lnTo>
                    <a:pt x="677369" y="627430"/>
                  </a:lnTo>
                  <a:lnTo>
                    <a:pt x="677369" y="634480"/>
                  </a:lnTo>
                  <a:lnTo>
                    <a:pt x="677369" y="641530"/>
                  </a:lnTo>
                  <a:lnTo>
                    <a:pt x="677369" y="648580"/>
                  </a:lnTo>
                  <a:lnTo>
                    <a:pt x="677369" y="655629"/>
                  </a:lnTo>
                  <a:lnTo>
                    <a:pt x="677369" y="662679"/>
                  </a:lnTo>
                  <a:lnTo>
                    <a:pt x="677369" y="669729"/>
                  </a:lnTo>
                  <a:lnTo>
                    <a:pt x="677369" y="676779"/>
                  </a:lnTo>
                  <a:lnTo>
                    <a:pt x="677369" y="683829"/>
                  </a:lnTo>
                  <a:lnTo>
                    <a:pt x="677369" y="690878"/>
                  </a:lnTo>
                  <a:lnTo>
                    <a:pt x="677369" y="697928"/>
                  </a:lnTo>
                  <a:lnTo>
                    <a:pt x="677369" y="704978"/>
                  </a:lnTo>
                  <a:lnTo>
                    <a:pt x="677369" y="712028"/>
                  </a:lnTo>
                  <a:lnTo>
                    <a:pt x="677369" y="719078"/>
                  </a:lnTo>
                  <a:lnTo>
                    <a:pt x="677369" y="726127"/>
                  </a:lnTo>
                  <a:lnTo>
                    <a:pt x="677369" y="733177"/>
                  </a:lnTo>
                  <a:lnTo>
                    <a:pt x="677369" y="740227"/>
                  </a:lnTo>
                  <a:lnTo>
                    <a:pt x="677369" y="747277"/>
                  </a:lnTo>
                  <a:lnTo>
                    <a:pt x="677369" y="754326"/>
                  </a:lnTo>
                  <a:lnTo>
                    <a:pt x="677369" y="761376"/>
                  </a:lnTo>
                  <a:lnTo>
                    <a:pt x="677369" y="768426"/>
                  </a:lnTo>
                  <a:lnTo>
                    <a:pt x="677369" y="775476"/>
                  </a:lnTo>
                  <a:lnTo>
                    <a:pt x="677369" y="782526"/>
                  </a:lnTo>
                  <a:lnTo>
                    <a:pt x="677369" y="789575"/>
                  </a:lnTo>
                  <a:lnTo>
                    <a:pt x="677369" y="796625"/>
                  </a:lnTo>
                  <a:lnTo>
                    <a:pt x="677370" y="803675"/>
                  </a:lnTo>
                  <a:lnTo>
                    <a:pt x="677370" y="810725"/>
                  </a:lnTo>
                  <a:lnTo>
                    <a:pt x="677371" y="817775"/>
                  </a:lnTo>
                  <a:lnTo>
                    <a:pt x="677372" y="824824"/>
                  </a:lnTo>
                  <a:lnTo>
                    <a:pt x="677373" y="831874"/>
                  </a:lnTo>
                  <a:lnTo>
                    <a:pt x="677374" y="838924"/>
                  </a:lnTo>
                  <a:lnTo>
                    <a:pt x="677376" y="845974"/>
                  </a:lnTo>
                  <a:lnTo>
                    <a:pt x="677379" y="853023"/>
                  </a:lnTo>
                  <a:lnTo>
                    <a:pt x="677382" y="860073"/>
                  </a:lnTo>
                  <a:lnTo>
                    <a:pt x="677386" y="867123"/>
                  </a:lnTo>
                  <a:lnTo>
                    <a:pt x="677392" y="874173"/>
                  </a:lnTo>
                  <a:lnTo>
                    <a:pt x="677399" y="881223"/>
                  </a:lnTo>
                  <a:lnTo>
                    <a:pt x="677409" y="888272"/>
                  </a:lnTo>
                  <a:lnTo>
                    <a:pt x="677421" y="895322"/>
                  </a:lnTo>
                  <a:lnTo>
                    <a:pt x="677436" y="902372"/>
                  </a:lnTo>
                  <a:lnTo>
                    <a:pt x="677456" y="909422"/>
                  </a:lnTo>
                  <a:lnTo>
                    <a:pt x="677479" y="916472"/>
                  </a:lnTo>
                  <a:lnTo>
                    <a:pt x="677510" y="923521"/>
                  </a:lnTo>
                  <a:lnTo>
                    <a:pt x="677548" y="930571"/>
                  </a:lnTo>
                  <a:lnTo>
                    <a:pt x="677594" y="937621"/>
                  </a:lnTo>
                  <a:lnTo>
                    <a:pt x="677650" y="944671"/>
                  </a:lnTo>
                  <a:lnTo>
                    <a:pt x="677718" y="951720"/>
                  </a:lnTo>
                  <a:lnTo>
                    <a:pt x="677799" y="958770"/>
                  </a:lnTo>
                  <a:lnTo>
                    <a:pt x="677899" y="965820"/>
                  </a:lnTo>
                  <a:lnTo>
                    <a:pt x="678019" y="972870"/>
                  </a:lnTo>
                  <a:lnTo>
                    <a:pt x="678159" y="979920"/>
                  </a:lnTo>
                  <a:lnTo>
                    <a:pt x="678323" y="986969"/>
                  </a:lnTo>
                  <a:lnTo>
                    <a:pt x="678513" y="994019"/>
                  </a:lnTo>
                  <a:lnTo>
                    <a:pt x="678733" y="1001069"/>
                  </a:lnTo>
                  <a:lnTo>
                    <a:pt x="678993" y="1008119"/>
                  </a:lnTo>
                  <a:lnTo>
                    <a:pt x="679290" y="1015168"/>
                  </a:lnTo>
                  <a:lnTo>
                    <a:pt x="679626" y="1022218"/>
                  </a:lnTo>
                  <a:lnTo>
                    <a:pt x="680004" y="1029268"/>
                  </a:lnTo>
                  <a:lnTo>
                    <a:pt x="680426" y="1036318"/>
                  </a:lnTo>
                  <a:lnTo>
                    <a:pt x="680897" y="1043368"/>
                  </a:lnTo>
                  <a:lnTo>
                    <a:pt x="681426" y="1050417"/>
                  </a:lnTo>
                  <a:lnTo>
                    <a:pt x="682006" y="1057467"/>
                  </a:lnTo>
                  <a:lnTo>
                    <a:pt x="682636" y="1064517"/>
                  </a:lnTo>
                  <a:lnTo>
                    <a:pt x="683316" y="1071567"/>
                  </a:lnTo>
                  <a:lnTo>
                    <a:pt x="684045" y="1078617"/>
                  </a:lnTo>
                  <a:lnTo>
                    <a:pt x="684823" y="1085666"/>
                  </a:lnTo>
                  <a:lnTo>
                    <a:pt x="685654" y="1092716"/>
                  </a:lnTo>
                  <a:lnTo>
                    <a:pt x="686522" y="1099766"/>
                  </a:lnTo>
                  <a:lnTo>
                    <a:pt x="687423" y="1106816"/>
                  </a:lnTo>
                  <a:lnTo>
                    <a:pt x="688351" y="1113865"/>
                  </a:lnTo>
                  <a:lnTo>
                    <a:pt x="689298" y="1120915"/>
                  </a:lnTo>
                  <a:lnTo>
                    <a:pt x="690257" y="1127965"/>
                  </a:lnTo>
                  <a:lnTo>
                    <a:pt x="691216" y="1135015"/>
                  </a:lnTo>
                  <a:lnTo>
                    <a:pt x="692163" y="1142065"/>
                  </a:lnTo>
                  <a:lnTo>
                    <a:pt x="693087" y="1149114"/>
                  </a:lnTo>
                  <a:lnTo>
                    <a:pt x="693979" y="1156164"/>
                  </a:lnTo>
                  <a:lnTo>
                    <a:pt x="694828" y="1163214"/>
                  </a:lnTo>
                  <a:lnTo>
                    <a:pt x="695621" y="1170264"/>
                  </a:lnTo>
                  <a:lnTo>
                    <a:pt x="696333" y="1177314"/>
                  </a:lnTo>
                  <a:lnTo>
                    <a:pt x="696967" y="1184363"/>
                  </a:lnTo>
                  <a:lnTo>
                    <a:pt x="697513" y="1191413"/>
                  </a:lnTo>
                  <a:lnTo>
                    <a:pt x="697966" y="1198463"/>
                  </a:lnTo>
                  <a:lnTo>
                    <a:pt x="698318" y="1205513"/>
                  </a:lnTo>
                  <a:lnTo>
                    <a:pt x="698560" y="1212562"/>
                  </a:lnTo>
                  <a:lnTo>
                    <a:pt x="698669" y="1219612"/>
                  </a:lnTo>
                  <a:lnTo>
                    <a:pt x="698666" y="1226662"/>
                  </a:lnTo>
                  <a:lnTo>
                    <a:pt x="698553" y="1233712"/>
                  </a:lnTo>
                  <a:lnTo>
                    <a:pt x="698331" y="1240762"/>
                  </a:lnTo>
                  <a:lnTo>
                    <a:pt x="698003" y="1247811"/>
                  </a:lnTo>
                  <a:lnTo>
                    <a:pt x="697570" y="1254861"/>
                  </a:lnTo>
                  <a:lnTo>
                    <a:pt x="697028" y="1261911"/>
                  </a:lnTo>
                  <a:lnTo>
                    <a:pt x="696404" y="1268961"/>
                  </a:lnTo>
                  <a:lnTo>
                    <a:pt x="695709" y="1276011"/>
                  </a:lnTo>
                  <a:lnTo>
                    <a:pt x="694953" y="1283060"/>
                  </a:lnTo>
                  <a:lnTo>
                    <a:pt x="694145" y="1290110"/>
                  </a:lnTo>
                  <a:lnTo>
                    <a:pt x="693297" y="1297160"/>
                  </a:lnTo>
                  <a:lnTo>
                    <a:pt x="692420" y="1304210"/>
                  </a:lnTo>
                  <a:lnTo>
                    <a:pt x="691534" y="1311259"/>
                  </a:lnTo>
                  <a:lnTo>
                    <a:pt x="690649" y="1318309"/>
                  </a:lnTo>
                  <a:lnTo>
                    <a:pt x="689777" y="1325359"/>
                  </a:lnTo>
                  <a:lnTo>
                    <a:pt x="688927" y="1332409"/>
                  </a:lnTo>
                  <a:lnTo>
                    <a:pt x="688112" y="1339459"/>
                  </a:lnTo>
                  <a:lnTo>
                    <a:pt x="687348" y="1346508"/>
                  </a:lnTo>
                  <a:lnTo>
                    <a:pt x="686636" y="1353558"/>
                  </a:lnTo>
                  <a:lnTo>
                    <a:pt x="685982" y="1360608"/>
                  </a:lnTo>
                  <a:lnTo>
                    <a:pt x="685390" y="1367658"/>
                  </a:lnTo>
                  <a:lnTo>
                    <a:pt x="684864" y="1374708"/>
                  </a:lnTo>
                  <a:lnTo>
                    <a:pt x="684413" y="1381757"/>
                  </a:lnTo>
                  <a:lnTo>
                    <a:pt x="684045" y="1388807"/>
                  </a:lnTo>
                  <a:lnTo>
                    <a:pt x="683748" y="1395857"/>
                  </a:lnTo>
                  <a:lnTo>
                    <a:pt x="683520" y="1402907"/>
                  </a:lnTo>
                  <a:lnTo>
                    <a:pt x="683359" y="1409956"/>
                  </a:lnTo>
                  <a:lnTo>
                    <a:pt x="683263" y="1417006"/>
                  </a:lnTo>
                  <a:lnTo>
                    <a:pt x="683231" y="1424056"/>
                  </a:lnTo>
                  <a:lnTo>
                    <a:pt x="683264" y="1431106"/>
                  </a:lnTo>
                  <a:lnTo>
                    <a:pt x="683346" y="1438156"/>
                  </a:lnTo>
                  <a:lnTo>
                    <a:pt x="683470" y="1445205"/>
                  </a:lnTo>
                  <a:lnTo>
                    <a:pt x="683632" y="1452255"/>
                  </a:lnTo>
                  <a:lnTo>
                    <a:pt x="683825" y="1459305"/>
                  </a:lnTo>
                  <a:lnTo>
                    <a:pt x="684044" y="1466355"/>
                  </a:lnTo>
                  <a:lnTo>
                    <a:pt x="684284" y="1473404"/>
                  </a:lnTo>
                  <a:lnTo>
                    <a:pt x="684534" y="1480454"/>
                  </a:lnTo>
                  <a:lnTo>
                    <a:pt x="684789" y="1487504"/>
                  </a:lnTo>
                  <a:lnTo>
                    <a:pt x="685044" y="1494554"/>
                  </a:lnTo>
                  <a:lnTo>
                    <a:pt x="685294" y="1501604"/>
                  </a:lnTo>
                  <a:lnTo>
                    <a:pt x="685536" y="1508653"/>
                  </a:lnTo>
                  <a:lnTo>
                    <a:pt x="685762" y="1515703"/>
                  </a:lnTo>
                  <a:lnTo>
                    <a:pt x="685973" y="1522753"/>
                  </a:lnTo>
                  <a:lnTo>
                    <a:pt x="686167" y="1529803"/>
                  </a:lnTo>
                  <a:lnTo>
                    <a:pt x="686342" y="1536853"/>
                  </a:lnTo>
                  <a:lnTo>
                    <a:pt x="686498" y="1543902"/>
                  </a:lnTo>
                  <a:lnTo>
                    <a:pt x="686634" y="1550952"/>
                  </a:lnTo>
                  <a:lnTo>
                    <a:pt x="686748" y="1558002"/>
                  </a:lnTo>
                  <a:lnTo>
                    <a:pt x="686846" y="1565052"/>
                  </a:lnTo>
                  <a:lnTo>
                    <a:pt x="686928" y="1572101"/>
                  </a:lnTo>
                  <a:lnTo>
                    <a:pt x="686996" y="1579151"/>
                  </a:lnTo>
                  <a:lnTo>
                    <a:pt x="687052" y="1586201"/>
                  </a:lnTo>
                  <a:lnTo>
                    <a:pt x="687096" y="1593251"/>
                  </a:lnTo>
                  <a:lnTo>
                    <a:pt x="687131" y="1600301"/>
                  </a:lnTo>
                  <a:lnTo>
                    <a:pt x="687158" y="1607350"/>
                  </a:lnTo>
                  <a:lnTo>
                    <a:pt x="687179" y="1614400"/>
                  </a:lnTo>
                  <a:lnTo>
                    <a:pt x="687195" y="1621450"/>
                  </a:lnTo>
                  <a:lnTo>
                    <a:pt x="687206" y="1628500"/>
                  </a:lnTo>
                  <a:lnTo>
                    <a:pt x="687212" y="1635550"/>
                  </a:lnTo>
                  <a:lnTo>
                    <a:pt x="687213" y="1642599"/>
                  </a:lnTo>
                  <a:lnTo>
                    <a:pt x="687209" y="1649649"/>
                  </a:lnTo>
                  <a:lnTo>
                    <a:pt x="687200" y="1656699"/>
                  </a:lnTo>
                  <a:lnTo>
                    <a:pt x="687185" y="1663749"/>
                  </a:lnTo>
                  <a:lnTo>
                    <a:pt x="687163" y="1670798"/>
                  </a:lnTo>
                  <a:lnTo>
                    <a:pt x="687135" y="1677848"/>
                  </a:lnTo>
                  <a:lnTo>
                    <a:pt x="687098" y="1684898"/>
                  </a:lnTo>
                  <a:lnTo>
                    <a:pt x="687056" y="1691948"/>
                  </a:lnTo>
                  <a:lnTo>
                    <a:pt x="687007" y="1698998"/>
                  </a:lnTo>
                  <a:lnTo>
                    <a:pt x="686954" y="1706047"/>
                  </a:lnTo>
                  <a:lnTo>
                    <a:pt x="686898" y="1713097"/>
                  </a:lnTo>
                  <a:lnTo>
                    <a:pt x="686841" y="1720147"/>
                  </a:lnTo>
                  <a:lnTo>
                    <a:pt x="686787" y="1727197"/>
                  </a:lnTo>
                  <a:lnTo>
                    <a:pt x="686739" y="1734247"/>
                  </a:lnTo>
                  <a:lnTo>
                    <a:pt x="686701" y="1741296"/>
                  </a:lnTo>
                  <a:lnTo>
                    <a:pt x="686676" y="1748346"/>
                  </a:lnTo>
                  <a:lnTo>
                    <a:pt x="686670" y="1755396"/>
                  </a:lnTo>
                  <a:lnTo>
                    <a:pt x="686688" y="1762446"/>
                  </a:lnTo>
                  <a:lnTo>
                    <a:pt x="686740" y="1769495"/>
                  </a:lnTo>
                  <a:lnTo>
                    <a:pt x="686826" y="1776545"/>
                  </a:lnTo>
                  <a:lnTo>
                    <a:pt x="686950" y="1783595"/>
                  </a:lnTo>
                  <a:lnTo>
                    <a:pt x="687118" y="1790645"/>
                  </a:lnTo>
                  <a:lnTo>
                    <a:pt x="687333" y="1797695"/>
                  </a:lnTo>
                  <a:lnTo>
                    <a:pt x="687608" y="1804744"/>
                  </a:lnTo>
                  <a:lnTo>
                    <a:pt x="687948" y="1811794"/>
                  </a:lnTo>
                  <a:lnTo>
                    <a:pt x="688351" y="1818844"/>
                  </a:lnTo>
                  <a:lnTo>
                    <a:pt x="688820" y="1825894"/>
                  </a:lnTo>
                  <a:lnTo>
                    <a:pt x="689359" y="1832944"/>
                  </a:lnTo>
                  <a:lnTo>
                    <a:pt x="689971" y="1839993"/>
                  </a:lnTo>
                  <a:lnTo>
                    <a:pt x="690669" y="1847043"/>
                  </a:lnTo>
                  <a:lnTo>
                    <a:pt x="691458" y="1854093"/>
                  </a:lnTo>
                  <a:lnTo>
                    <a:pt x="692331" y="1861143"/>
                  </a:lnTo>
                  <a:lnTo>
                    <a:pt x="693291" y="1868192"/>
                  </a:lnTo>
                  <a:lnTo>
                    <a:pt x="694340" y="1875242"/>
                  </a:lnTo>
                  <a:lnTo>
                    <a:pt x="695481" y="1882292"/>
                  </a:lnTo>
                  <a:lnTo>
                    <a:pt x="696728" y="1889342"/>
                  </a:lnTo>
                  <a:lnTo>
                    <a:pt x="698083" y="1896392"/>
                  </a:lnTo>
                  <a:lnTo>
                    <a:pt x="699534" y="1903441"/>
                  </a:lnTo>
                  <a:lnTo>
                    <a:pt x="701083" y="1910491"/>
                  </a:lnTo>
                  <a:lnTo>
                    <a:pt x="702729" y="1917541"/>
                  </a:lnTo>
                  <a:lnTo>
                    <a:pt x="704470" y="1924591"/>
                  </a:lnTo>
                  <a:lnTo>
                    <a:pt x="706318" y="1931640"/>
                  </a:lnTo>
                  <a:lnTo>
                    <a:pt x="708264" y="1938690"/>
                  </a:lnTo>
                  <a:lnTo>
                    <a:pt x="710291" y="1945740"/>
                  </a:lnTo>
                  <a:lnTo>
                    <a:pt x="712394" y="1952790"/>
                  </a:lnTo>
                  <a:lnTo>
                    <a:pt x="714564" y="1959840"/>
                  </a:lnTo>
                  <a:lnTo>
                    <a:pt x="716792" y="1966889"/>
                  </a:lnTo>
                  <a:lnTo>
                    <a:pt x="719073" y="1973939"/>
                  </a:lnTo>
                  <a:lnTo>
                    <a:pt x="721385" y="1980989"/>
                  </a:lnTo>
                  <a:lnTo>
                    <a:pt x="723711" y="1988039"/>
                  </a:lnTo>
                  <a:lnTo>
                    <a:pt x="726036" y="1995089"/>
                  </a:lnTo>
                  <a:lnTo>
                    <a:pt x="728343" y="2002138"/>
                  </a:lnTo>
                  <a:lnTo>
                    <a:pt x="730618" y="2009188"/>
                  </a:lnTo>
                  <a:lnTo>
                    <a:pt x="732832" y="2016238"/>
                  </a:lnTo>
                  <a:lnTo>
                    <a:pt x="734964" y="2023288"/>
                  </a:lnTo>
                  <a:lnTo>
                    <a:pt x="737005" y="2030337"/>
                  </a:lnTo>
                  <a:lnTo>
                    <a:pt x="738939" y="2037387"/>
                  </a:lnTo>
                  <a:lnTo>
                    <a:pt x="740753" y="2044437"/>
                  </a:lnTo>
                  <a:lnTo>
                    <a:pt x="742433" y="2051487"/>
                  </a:lnTo>
                  <a:lnTo>
                    <a:pt x="743944" y="2058537"/>
                  </a:lnTo>
                  <a:lnTo>
                    <a:pt x="745283" y="2065586"/>
                  </a:lnTo>
                  <a:lnTo>
                    <a:pt x="746459" y="2072636"/>
                  </a:lnTo>
                  <a:lnTo>
                    <a:pt x="747467" y="2079686"/>
                  </a:lnTo>
                  <a:lnTo>
                    <a:pt x="748308" y="2086736"/>
                  </a:lnTo>
                  <a:lnTo>
                    <a:pt x="748981" y="2093786"/>
                  </a:lnTo>
                  <a:lnTo>
                    <a:pt x="749467" y="2100835"/>
                  </a:lnTo>
                  <a:lnTo>
                    <a:pt x="749787" y="2107885"/>
                  </a:lnTo>
                  <a:lnTo>
                    <a:pt x="749966" y="2114935"/>
                  </a:lnTo>
                  <a:lnTo>
                    <a:pt x="750016" y="2121985"/>
                  </a:lnTo>
                  <a:lnTo>
                    <a:pt x="749952" y="2129034"/>
                  </a:lnTo>
                  <a:lnTo>
                    <a:pt x="749787" y="2136084"/>
                  </a:lnTo>
                  <a:lnTo>
                    <a:pt x="749529" y="2143134"/>
                  </a:lnTo>
                  <a:lnTo>
                    <a:pt x="749213" y="2150184"/>
                  </a:lnTo>
                  <a:lnTo>
                    <a:pt x="748863" y="2157234"/>
                  </a:lnTo>
                  <a:lnTo>
                    <a:pt x="748499" y="2164283"/>
                  </a:lnTo>
                  <a:lnTo>
                    <a:pt x="748142" y="2171333"/>
                  </a:lnTo>
                  <a:lnTo>
                    <a:pt x="747810" y="2178383"/>
                  </a:lnTo>
                  <a:lnTo>
                    <a:pt x="747538" y="2185433"/>
                  </a:lnTo>
                  <a:lnTo>
                    <a:pt x="747347" y="2192483"/>
                  </a:lnTo>
                  <a:lnTo>
                    <a:pt x="747252" y="2199532"/>
                  </a:lnTo>
                  <a:lnTo>
                    <a:pt x="747271" y="2206582"/>
                  </a:lnTo>
                  <a:lnTo>
                    <a:pt x="747419" y="2213632"/>
                  </a:lnTo>
                  <a:lnTo>
                    <a:pt x="747713" y="2220682"/>
                  </a:lnTo>
                  <a:lnTo>
                    <a:pt x="748201" y="2227731"/>
                  </a:lnTo>
                  <a:lnTo>
                    <a:pt x="748883" y="2234781"/>
                  </a:lnTo>
                  <a:lnTo>
                    <a:pt x="749759" y="2241831"/>
                  </a:lnTo>
                  <a:lnTo>
                    <a:pt x="750841" y="2248881"/>
                  </a:lnTo>
                  <a:lnTo>
                    <a:pt x="752137" y="2255931"/>
                  </a:lnTo>
                  <a:lnTo>
                    <a:pt x="753656" y="2262980"/>
                  </a:lnTo>
                  <a:lnTo>
                    <a:pt x="755449" y="2270030"/>
                  </a:lnTo>
                  <a:lnTo>
                    <a:pt x="757495" y="2277080"/>
                  </a:lnTo>
                  <a:lnTo>
                    <a:pt x="759780" y="2284130"/>
                  </a:lnTo>
                  <a:lnTo>
                    <a:pt x="762304" y="2291180"/>
                  </a:lnTo>
                  <a:lnTo>
                    <a:pt x="765066" y="2298229"/>
                  </a:lnTo>
                  <a:lnTo>
                    <a:pt x="768064" y="2305279"/>
                  </a:lnTo>
                  <a:lnTo>
                    <a:pt x="771332" y="2312329"/>
                  </a:lnTo>
                  <a:lnTo>
                    <a:pt x="774829" y="2319379"/>
                  </a:lnTo>
                  <a:lnTo>
                    <a:pt x="778528" y="2326428"/>
                  </a:lnTo>
                  <a:lnTo>
                    <a:pt x="782415" y="2333478"/>
                  </a:lnTo>
                  <a:lnTo>
                    <a:pt x="786473" y="2340528"/>
                  </a:lnTo>
                  <a:lnTo>
                    <a:pt x="790685" y="2347578"/>
                  </a:lnTo>
                  <a:lnTo>
                    <a:pt x="795050" y="2354628"/>
                  </a:lnTo>
                  <a:lnTo>
                    <a:pt x="799517" y="2361677"/>
                  </a:lnTo>
                  <a:lnTo>
                    <a:pt x="804055" y="2368727"/>
                  </a:lnTo>
                  <a:lnTo>
                    <a:pt x="808639" y="2375777"/>
                  </a:lnTo>
                  <a:lnTo>
                    <a:pt x="813244" y="2382827"/>
                  </a:lnTo>
                  <a:lnTo>
                    <a:pt x="817843" y="2389876"/>
                  </a:lnTo>
                  <a:lnTo>
                    <a:pt x="822399" y="2396926"/>
                  </a:lnTo>
                  <a:lnTo>
                    <a:pt x="826884" y="2403976"/>
                  </a:lnTo>
                  <a:lnTo>
                    <a:pt x="831278" y="2411026"/>
                  </a:lnTo>
                  <a:lnTo>
                    <a:pt x="835562" y="2418076"/>
                  </a:lnTo>
                  <a:lnTo>
                    <a:pt x="839719" y="2425125"/>
                  </a:lnTo>
                  <a:lnTo>
                    <a:pt x="843734" y="2432175"/>
                  </a:lnTo>
                  <a:lnTo>
                    <a:pt x="847559" y="2439225"/>
                  </a:lnTo>
                  <a:lnTo>
                    <a:pt x="851211" y="2446275"/>
                  </a:lnTo>
                  <a:lnTo>
                    <a:pt x="854694" y="2453325"/>
                  </a:lnTo>
                  <a:lnTo>
                    <a:pt x="858009" y="2460374"/>
                  </a:lnTo>
                  <a:lnTo>
                    <a:pt x="861157" y="2467424"/>
                  </a:lnTo>
                  <a:lnTo>
                    <a:pt x="864146" y="2474474"/>
                  </a:lnTo>
                  <a:lnTo>
                    <a:pt x="866955" y="2481524"/>
                  </a:lnTo>
                  <a:lnTo>
                    <a:pt x="869628" y="2488573"/>
                  </a:lnTo>
                  <a:lnTo>
                    <a:pt x="872186" y="2495623"/>
                  </a:lnTo>
                  <a:lnTo>
                    <a:pt x="874646" y="2502673"/>
                  </a:lnTo>
                  <a:lnTo>
                    <a:pt x="877025" y="2509723"/>
                  </a:lnTo>
                  <a:lnTo>
                    <a:pt x="879342" y="2516773"/>
                  </a:lnTo>
                  <a:lnTo>
                    <a:pt x="881613" y="2523822"/>
                  </a:lnTo>
                  <a:lnTo>
                    <a:pt x="883872" y="2530872"/>
                  </a:lnTo>
                  <a:lnTo>
                    <a:pt x="886137" y="2537922"/>
                  </a:lnTo>
                  <a:lnTo>
                    <a:pt x="888425" y="2544972"/>
                  </a:lnTo>
                  <a:lnTo>
                    <a:pt x="890754" y="2552022"/>
                  </a:lnTo>
                  <a:lnTo>
                    <a:pt x="893136" y="2559071"/>
                  </a:lnTo>
                  <a:lnTo>
                    <a:pt x="895606" y="2566121"/>
                  </a:lnTo>
                  <a:lnTo>
                    <a:pt x="898162" y="2573171"/>
                  </a:lnTo>
                  <a:lnTo>
                    <a:pt x="900810" y="2580221"/>
                  </a:lnTo>
                  <a:lnTo>
                    <a:pt x="903556" y="2587270"/>
                  </a:lnTo>
                  <a:lnTo>
                    <a:pt x="906404" y="2594320"/>
                  </a:lnTo>
                  <a:lnTo>
                    <a:pt x="909358" y="2601370"/>
                  </a:lnTo>
                  <a:lnTo>
                    <a:pt x="912442" y="2608420"/>
                  </a:lnTo>
                  <a:lnTo>
                    <a:pt x="915635" y="2615470"/>
                  </a:lnTo>
                  <a:lnTo>
                    <a:pt x="918932" y="2622519"/>
                  </a:lnTo>
                  <a:lnTo>
                    <a:pt x="922332" y="2629569"/>
                  </a:lnTo>
                  <a:lnTo>
                    <a:pt x="925833" y="2636619"/>
                  </a:lnTo>
                  <a:lnTo>
                    <a:pt x="929434" y="2643669"/>
                  </a:lnTo>
                  <a:lnTo>
                    <a:pt x="933158" y="2650719"/>
                  </a:lnTo>
                  <a:lnTo>
                    <a:pt x="936985" y="2657768"/>
                  </a:lnTo>
                  <a:lnTo>
                    <a:pt x="940917" y="2664818"/>
                  </a:lnTo>
                  <a:lnTo>
                    <a:pt x="944958" y="2671868"/>
                  </a:lnTo>
                  <a:lnTo>
                    <a:pt x="949117" y="2678918"/>
                  </a:lnTo>
                  <a:lnTo>
                    <a:pt x="953402" y="2685967"/>
                  </a:lnTo>
                  <a:lnTo>
                    <a:pt x="957862" y="2693017"/>
                  </a:lnTo>
                  <a:lnTo>
                    <a:pt x="962485" y="2700067"/>
                  </a:lnTo>
                  <a:lnTo>
                    <a:pt x="967286" y="2707117"/>
                  </a:lnTo>
                  <a:lnTo>
                    <a:pt x="972283" y="2714167"/>
                  </a:lnTo>
                  <a:lnTo>
                    <a:pt x="977496" y="2721216"/>
                  </a:lnTo>
                  <a:lnTo>
                    <a:pt x="982945" y="2728266"/>
                  </a:lnTo>
                  <a:lnTo>
                    <a:pt x="988722" y="2735316"/>
                  </a:lnTo>
                  <a:lnTo>
                    <a:pt x="994791" y="2742366"/>
                  </a:lnTo>
                  <a:lnTo>
                    <a:pt x="1001167" y="2749416"/>
                  </a:lnTo>
                  <a:lnTo>
                    <a:pt x="1007868" y="2756465"/>
                  </a:lnTo>
                  <a:lnTo>
                    <a:pt x="1014908" y="2763515"/>
                  </a:lnTo>
                  <a:lnTo>
                    <a:pt x="1022299" y="2770565"/>
                  </a:lnTo>
                  <a:lnTo>
                    <a:pt x="1030141" y="2777615"/>
                  </a:lnTo>
                  <a:lnTo>
                    <a:pt x="1038345" y="2784664"/>
                  </a:lnTo>
                  <a:lnTo>
                    <a:pt x="1046908" y="2791714"/>
                  </a:lnTo>
                  <a:lnTo>
                    <a:pt x="1055821" y="2798764"/>
                  </a:lnTo>
                  <a:lnTo>
                    <a:pt x="1065073" y="2805814"/>
                  </a:lnTo>
                  <a:lnTo>
                    <a:pt x="1074648" y="2812864"/>
                  </a:lnTo>
                  <a:lnTo>
                    <a:pt x="1084587" y="2819913"/>
                  </a:lnTo>
                  <a:lnTo>
                    <a:pt x="1094780" y="2826963"/>
                  </a:lnTo>
                  <a:lnTo>
                    <a:pt x="1105196" y="2834013"/>
                  </a:lnTo>
                  <a:lnTo>
                    <a:pt x="1115798" y="2841063"/>
                  </a:lnTo>
                  <a:lnTo>
                    <a:pt x="1126550" y="2848112"/>
                  </a:lnTo>
                  <a:lnTo>
                    <a:pt x="1137412" y="2855162"/>
                  </a:lnTo>
                  <a:lnTo>
                    <a:pt x="1148341" y="2862212"/>
                  </a:lnTo>
                  <a:lnTo>
                    <a:pt x="1159269" y="2869262"/>
                  </a:lnTo>
                  <a:lnTo>
                    <a:pt x="1170155" y="2876312"/>
                  </a:lnTo>
                  <a:lnTo>
                    <a:pt x="1180959" y="2883361"/>
                  </a:lnTo>
                  <a:lnTo>
                    <a:pt x="1191641" y="2890411"/>
                  </a:lnTo>
                  <a:lnTo>
                    <a:pt x="1202161" y="2897461"/>
                  </a:lnTo>
                  <a:lnTo>
                    <a:pt x="1212429" y="2904511"/>
                  </a:lnTo>
                  <a:lnTo>
                    <a:pt x="1222452" y="2911561"/>
                  </a:lnTo>
                  <a:lnTo>
                    <a:pt x="1232206" y="2918610"/>
                  </a:lnTo>
                  <a:lnTo>
                    <a:pt x="1241666" y="2925660"/>
                  </a:lnTo>
                  <a:lnTo>
                    <a:pt x="1250814" y="2932710"/>
                  </a:lnTo>
                  <a:lnTo>
                    <a:pt x="1259623" y="2939760"/>
                  </a:lnTo>
                  <a:lnTo>
                    <a:pt x="1268006" y="2946809"/>
                  </a:lnTo>
                  <a:lnTo>
                    <a:pt x="1276028" y="2953859"/>
                  </a:lnTo>
                  <a:lnTo>
                    <a:pt x="1283685" y="2960909"/>
                  </a:lnTo>
                  <a:lnTo>
                    <a:pt x="1290972" y="2967959"/>
                  </a:lnTo>
                  <a:lnTo>
                    <a:pt x="1297885" y="2975009"/>
                  </a:lnTo>
                  <a:lnTo>
                    <a:pt x="1304414" y="2982058"/>
                  </a:lnTo>
                  <a:lnTo>
                    <a:pt x="1310485" y="2989108"/>
                  </a:lnTo>
                  <a:lnTo>
                    <a:pt x="1316182" y="2996158"/>
                  </a:lnTo>
                  <a:lnTo>
                    <a:pt x="1321506" y="3003208"/>
                  </a:lnTo>
                  <a:lnTo>
                    <a:pt x="1326457" y="3010258"/>
                  </a:lnTo>
                  <a:lnTo>
                    <a:pt x="1331035" y="3017307"/>
                  </a:lnTo>
                  <a:lnTo>
                    <a:pt x="1335228" y="3024357"/>
                  </a:lnTo>
                  <a:lnTo>
                    <a:pt x="1338965" y="3031407"/>
                  </a:lnTo>
                  <a:lnTo>
                    <a:pt x="1342324" y="3038457"/>
                  </a:lnTo>
                  <a:lnTo>
                    <a:pt x="1345302" y="3045506"/>
                  </a:lnTo>
                  <a:lnTo>
                    <a:pt x="1347896" y="3052556"/>
                  </a:lnTo>
                  <a:lnTo>
                    <a:pt x="1350103" y="3059606"/>
                  </a:lnTo>
                  <a:lnTo>
                    <a:pt x="1351902" y="3066656"/>
                  </a:lnTo>
                  <a:lnTo>
                    <a:pt x="1353219" y="3073706"/>
                  </a:lnTo>
                  <a:lnTo>
                    <a:pt x="1354132" y="3080755"/>
                  </a:lnTo>
                  <a:lnTo>
                    <a:pt x="1354639" y="3087805"/>
                  </a:lnTo>
                  <a:lnTo>
                    <a:pt x="1354738" y="3094855"/>
                  </a:lnTo>
                  <a:lnTo>
                    <a:pt x="1354425" y="3101905"/>
                  </a:lnTo>
                  <a:lnTo>
                    <a:pt x="1353682" y="3108955"/>
                  </a:lnTo>
                  <a:lnTo>
                    <a:pt x="1352443" y="3116004"/>
                  </a:lnTo>
                  <a:lnTo>
                    <a:pt x="1350794" y="3123054"/>
                  </a:lnTo>
                  <a:lnTo>
                    <a:pt x="1348741" y="3130104"/>
                  </a:lnTo>
                  <a:lnTo>
                    <a:pt x="1346288" y="3137154"/>
                  </a:lnTo>
                  <a:lnTo>
                    <a:pt x="1343441" y="3144203"/>
                  </a:lnTo>
                  <a:lnTo>
                    <a:pt x="1340189" y="3151253"/>
                  </a:lnTo>
                  <a:lnTo>
                    <a:pt x="1336487" y="3158303"/>
                  </a:lnTo>
                  <a:lnTo>
                    <a:pt x="1332423" y="3165353"/>
                  </a:lnTo>
                  <a:lnTo>
                    <a:pt x="1328010" y="3172403"/>
                  </a:lnTo>
                  <a:lnTo>
                    <a:pt x="1323259" y="3179452"/>
                  </a:lnTo>
                  <a:lnTo>
                    <a:pt x="1318182" y="3186502"/>
                  </a:lnTo>
                  <a:lnTo>
                    <a:pt x="1312776" y="3193552"/>
                  </a:lnTo>
                  <a:lnTo>
                    <a:pt x="1307019" y="3200602"/>
                  </a:lnTo>
                  <a:lnTo>
                    <a:pt x="1300985" y="3207652"/>
                  </a:lnTo>
                  <a:lnTo>
                    <a:pt x="1294688" y="3214701"/>
                  </a:lnTo>
                  <a:lnTo>
                    <a:pt x="1288142" y="3221751"/>
                  </a:lnTo>
                  <a:lnTo>
                    <a:pt x="1281360" y="3228801"/>
                  </a:lnTo>
                  <a:lnTo>
                    <a:pt x="1274342" y="3235851"/>
                  </a:lnTo>
                  <a:lnTo>
                    <a:pt x="1267080" y="3242900"/>
                  </a:lnTo>
                  <a:lnTo>
                    <a:pt x="1259627" y="3249950"/>
                  </a:lnTo>
                  <a:lnTo>
                    <a:pt x="1251996" y="3257000"/>
                  </a:lnTo>
                  <a:lnTo>
                    <a:pt x="1244197" y="3264050"/>
                  </a:lnTo>
                  <a:lnTo>
                    <a:pt x="1236241" y="3271100"/>
                  </a:lnTo>
                  <a:lnTo>
                    <a:pt x="1228129" y="3278149"/>
                  </a:lnTo>
                  <a:lnTo>
                    <a:pt x="1219860" y="3285199"/>
                  </a:lnTo>
                  <a:lnTo>
                    <a:pt x="1211469" y="3292249"/>
                  </a:lnTo>
                  <a:lnTo>
                    <a:pt x="1202966" y="3299299"/>
                  </a:lnTo>
                  <a:lnTo>
                    <a:pt x="1194361" y="3306348"/>
                  </a:lnTo>
                  <a:lnTo>
                    <a:pt x="1185661" y="3313398"/>
                  </a:lnTo>
                  <a:lnTo>
                    <a:pt x="1176873" y="3320448"/>
                  </a:lnTo>
                  <a:lnTo>
                    <a:pt x="1168000" y="3327498"/>
                  </a:lnTo>
                  <a:lnTo>
                    <a:pt x="1159068" y="3334548"/>
                  </a:lnTo>
                  <a:lnTo>
                    <a:pt x="1150087" y="3341597"/>
                  </a:lnTo>
                  <a:lnTo>
                    <a:pt x="1141066" y="3348647"/>
                  </a:lnTo>
                  <a:lnTo>
                    <a:pt x="1132016" y="3355697"/>
                  </a:lnTo>
                  <a:lnTo>
                    <a:pt x="1122945" y="3362747"/>
                  </a:lnTo>
                  <a:lnTo>
                    <a:pt x="1113867" y="3369797"/>
                  </a:lnTo>
                  <a:lnTo>
                    <a:pt x="1104793" y="3376846"/>
                  </a:lnTo>
                  <a:lnTo>
                    <a:pt x="1095733" y="3383896"/>
                  </a:lnTo>
                  <a:lnTo>
                    <a:pt x="1086693" y="3390946"/>
                  </a:lnTo>
                  <a:lnTo>
                    <a:pt x="1077681" y="3397996"/>
                  </a:lnTo>
                  <a:lnTo>
                    <a:pt x="1068703" y="3405045"/>
                  </a:lnTo>
                  <a:lnTo>
                    <a:pt x="1059770" y="3412095"/>
                  </a:lnTo>
                  <a:lnTo>
                    <a:pt x="1050877" y="3419145"/>
                  </a:lnTo>
                  <a:lnTo>
                    <a:pt x="1042022" y="3426195"/>
                  </a:lnTo>
                  <a:lnTo>
                    <a:pt x="1033205" y="3433245"/>
                  </a:lnTo>
                  <a:lnTo>
                    <a:pt x="1024422" y="3440294"/>
                  </a:lnTo>
                  <a:lnTo>
                    <a:pt x="1015669" y="3447344"/>
                  </a:lnTo>
                  <a:lnTo>
                    <a:pt x="1006940" y="3454394"/>
                  </a:lnTo>
                  <a:lnTo>
                    <a:pt x="998220" y="3461444"/>
                  </a:lnTo>
                  <a:lnTo>
                    <a:pt x="989500" y="3468494"/>
                  </a:lnTo>
                  <a:lnTo>
                    <a:pt x="980771" y="3475543"/>
                  </a:lnTo>
                  <a:lnTo>
                    <a:pt x="972022" y="3482593"/>
                  </a:lnTo>
                  <a:lnTo>
                    <a:pt x="963241" y="3489643"/>
                  </a:lnTo>
                  <a:lnTo>
                    <a:pt x="954411" y="3496693"/>
                  </a:lnTo>
                  <a:lnTo>
                    <a:pt x="945530" y="3503742"/>
                  </a:lnTo>
                  <a:lnTo>
                    <a:pt x="936590" y="3510792"/>
                  </a:lnTo>
                  <a:lnTo>
                    <a:pt x="927588" y="3517842"/>
                  </a:lnTo>
                  <a:lnTo>
                    <a:pt x="918520" y="3524892"/>
                  </a:lnTo>
                  <a:lnTo>
                    <a:pt x="909380" y="3531942"/>
                  </a:lnTo>
                  <a:lnTo>
                    <a:pt x="900168" y="3538991"/>
                  </a:lnTo>
                  <a:lnTo>
                    <a:pt x="890900" y="3546041"/>
                  </a:lnTo>
                  <a:lnTo>
                    <a:pt x="881588" y="3553091"/>
                  </a:lnTo>
                  <a:lnTo>
                    <a:pt x="872241" y="3560141"/>
                  </a:lnTo>
                  <a:lnTo>
                    <a:pt x="862875" y="3567191"/>
                  </a:lnTo>
                  <a:lnTo>
                    <a:pt x="853508" y="3574240"/>
                  </a:lnTo>
                  <a:lnTo>
                    <a:pt x="844171" y="3581290"/>
                  </a:lnTo>
                  <a:lnTo>
                    <a:pt x="834887" y="3588340"/>
                  </a:lnTo>
                  <a:lnTo>
                    <a:pt x="825682" y="3595390"/>
                  </a:lnTo>
                  <a:lnTo>
                    <a:pt x="816580" y="3602439"/>
                  </a:lnTo>
                  <a:close/>
                </a:path>
              </a:pathLst>
            </a:custGeom>
            <a:solidFill>
              <a:srgbClr val="4472C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7117773" y="6232012"/>
              <a:ext cx="37631" cy="0"/>
            </a:xfrm>
            <a:custGeom>
              <a:avLst/>
              <a:pathLst>
                <a:path w="37631" h="0">
                  <a:moveTo>
                    <a:pt x="0" y="0"/>
                  </a:moveTo>
                  <a:lnTo>
                    <a:pt x="37631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7136589" y="6232012"/>
              <a:ext cx="0" cy="1705516"/>
            </a:xfrm>
            <a:custGeom>
              <a:avLst/>
              <a:pathLst>
                <a:path w="0" h="1705516">
                  <a:moveTo>
                    <a:pt x="0" y="0"/>
                  </a:moveTo>
                  <a:lnTo>
                    <a:pt x="0" y="1705516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7117773" y="7937529"/>
              <a:ext cx="37631" cy="0"/>
            </a:xfrm>
            <a:custGeom>
              <a:avLst/>
              <a:pathLst>
                <a:path w="37631" h="0">
                  <a:moveTo>
                    <a:pt x="0" y="0"/>
                  </a:moveTo>
                  <a:lnTo>
                    <a:pt x="37631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7061326" y="7064860"/>
              <a:ext cx="150526" cy="558302"/>
            </a:xfrm>
            <a:custGeom>
              <a:avLst/>
              <a:pathLst>
                <a:path w="150526" h="558302">
                  <a:moveTo>
                    <a:pt x="0" y="0"/>
                  </a:moveTo>
                  <a:lnTo>
                    <a:pt x="0" y="558302"/>
                  </a:lnTo>
                  <a:lnTo>
                    <a:pt x="150526" y="558302"/>
                  </a:lnTo>
                  <a:lnTo>
                    <a:pt x="150526" y="0"/>
                  </a:lnTo>
                  <a:close/>
                </a:path>
              </a:pathLst>
            </a:custGeom>
            <a:solidFill>
              <a:srgbClr val="F2975A">
                <a:alpha val="29803"/>
              </a:srgbClr>
            </a:solidFill>
            <a:ln w="13550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7061326" y="7432291"/>
              <a:ext cx="150526" cy="0"/>
            </a:xfrm>
            <a:custGeom>
              <a:avLst/>
              <a:pathLst>
                <a:path w="150526" h="0">
                  <a:moveTo>
                    <a:pt x="0" y="0"/>
                  </a:moveTo>
                  <a:lnTo>
                    <a:pt x="150526" y="0"/>
                  </a:lnTo>
                </a:path>
              </a:pathLst>
            </a:custGeom>
            <a:ln w="27101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8623038" y="6559241"/>
              <a:ext cx="37631" cy="0"/>
            </a:xfrm>
            <a:custGeom>
              <a:avLst/>
              <a:pathLst>
                <a:path w="37631" h="0">
                  <a:moveTo>
                    <a:pt x="0" y="0"/>
                  </a:moveTo>
                  <a:lnTo>
                    <a:pt x="37631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8641854" y="6559241"/>
              <a:ext cx="0" cy="1378578"/>
            </a:xfrm>
            <a:custGeom>
              <a:avLst/>
              <a:pathLst>
                <a:path w="0" h="1378578">
                  <a:moveTo>
                    <a:pt x="0" y="0"/>
                  </a:moveTo>
                  <a:lnTo>
                    <a:pt x="0" y="1378578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8623038" y="7937820"/>
              <a:ext cx="37631" cy="0"/>
            </a:xfrm>
            <a:custGeom>
              <a:avLst/>
              <a:pathLst>
                <a:path w="37631" h="0">
                  <a:moveTo>
                    <a:pt x="0" y="0"/>
                  </a:moveTo>
                  <a:lnTo>
                    <a:pt x="37631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8566591" y="7143365"/>
              <a:ext cx="150526" cy="428754"/>
            </a:xfrm>
            <a:custGeom>
              <a:avLst/>
              <a:pathLst>
                <a:path w="150526" h="428754">
                  <a:moveTo>
                    <a:pt x="0" y="0"/>
                  </a:moveTo>
                  <a:lnTo>
                    <a:pt x="0" y="428754"/>
                  </a:lnTo>
                  <a:lnTo>
                    <a:pt x="150526" y="428754"/>
                  </a:lnTo>
                  <a:lnTo>
                    <a:pt x="150526" y="0"/>
                  </a:lnTo>
                  <a:close/>
                </a:path>
              </a:pathLst>
            </a:custGeom>
            <a:solidFill>
              <a:srgbClr val="4472C4">
                <a:alpha val="29803"/>
              </a:srgbClr>
            </a:solidFill>
            <a:ln w="13550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8566591" y="7382108"/>
              <a:ext cx="150526" cy="0"/>
            </a:xfrm>
            <a:custGeom>
              <a:avLst/>
              <a:pathLst>
                <a:path w="150526" h="0">
                  <a:moveTo>
                    <a:pt x="0" y="0"/>
                  </a:moveTo>
                  <a:lnTo>
                    <a:pt x="150526" y="0"/>
                  </a:lnTo>
                </a:path>
              </a:pathLst>
            </a:custGeom>
            <a:ln w="27101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7647851" y="3290639"/>
              <a:ext cx="482741" cy="1639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0.53</a:t>
              </a:r>
            </a:p>
          </p:txBody>
        </p:sp>
        <p:sp>
          <p:nvSpPr>
            <p:cNvPr id="51" name="pl51"/>
            <p:cNvSpPr/>
            <p:nvPr/>
          </p:nvSpPr>
          <p:spPr>
            <a:xfrm>
              <a:off x="8641854" y="3506383"/>
              <a:ext cx="0" cy="115151"/>
            </a:xfrm>
            <a:custGeom>
              <a:avLst/>
              <a:pathLst>
                <a:path w="0" h="115151">
                  <a:moveTo>
                    <a:pt x="0" y="115151"/>
                  </a:moveTo>
                  <a:lnTo>
                    <a:pt x="0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7136589" y="3506383"/>
              <a:ext cx="1505264" cy="0"/>
            </a:xfrm>
            <a:custGeom>
              <a:avLst/>
              <a:pathLst>
                <a:path w="1505264" h="0">
                  <a:moveTo>
                    <a:pt x="1505264" y="0"/>
                  </a:moveTo>
                  <a:lnTo>
                    <a:pt x="0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136589" y="3506383"/>
              <a:ext cx="0" cy="115151"/>
            </a:xfrm>
            <a:custGeom>
              <a:avLst/>
              <a:pathLst>
                <a:path w="0" h="115151">
                  <a:moveTo>
                    <a:pt x="0" y="0"/>
                  </a:moveTo>
                  <a:lnTo>
                    <a:pt x="0" y="115151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6233430" y="3014888"/>
              <a:ext cx="3311582" cy="5176015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9995817" y="3014888"/>
              <a:ext cx="3311582" cy="51760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9995817" y="7955630"/>
              <a:ext cx="3311582" cy="0"/>
            </a:xfrm>
            <a:custGeom>
              <a:avLst/>
              <a:pathLst>
                <a:path w="3311582" h="0">
                  <a:moveTo>
                    <a:pt x="0" y="0"/>
                  </a:moveTo>
                  <a:lnTo>
                    <a:pt x="3311582" y="0"/>
                  </a:lnTo>
                  <a:lnTo>
                    <a:pt x="3311582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9995817" y="6835280"/>
              <a:ext cx="3311582" cy="0"/>
            </a:xfrm>
            <a:custGeom>
              <a:avLst/>
              <a:pathLst>
                <a:path w="3311582" h="0">
                  <a:moveTo>
                    <a:pt x="0" y="0"/>
                  </a:moveTo>
                  <a:lnTo>
                    <a:pt x="3311582" y="0"/>
                  </a:lnTo>
                  <a:lnTo>
                    <a:pt x="3311582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9995817" y="5714931"/>
              <a:ext cx="3311582" cy="0"/>
            </a:xfrm>
            <a:custGeom>
              <a:avLst/>
              <a:pathLst>
                <a:path w="3311582" h="0">
                  <a:moveTo>
                    <a:pt x="0" y="0"/>
                  </a:moveTo>
                  <a:lnTo>
                    <a:pt x="3311582" y="0"/>
                  </a:lnTo>
                  <a:lnTo>
                    <a:pt x="3311582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9995817" y="4594581"/>
              <a:ext cx="3311582" cy="0"/>
            </a:xfrm>
            <a:custGeom>
              <a:avLst/>
              <a:pathLst>
                <a:path w="3311582" h="0">
                  <a:moveTo>
                    <a:pt x="0" y="0"/>
                  </a:moveTo>
                  <a:lnTo>
                    <a:pt x="3311582" y="0"/>
                  </a:lnTo>
                  <a:lnTo>
                    <a:pt x="3311582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9995817" y="3474231"/>
              <a:ext cx="3311582" cy="0"/>
            </a:xfrm>
            <a:custGeom>
              <a:avLst/>
              <a:pathLst>
                <a:path w="3311582" h="0">
                  <a:moveTo>
                    <a:pt x="0" y="0"/>
                  </a:moveTo>
                  <a:lnTo>
                    <a:pt x="3311582" y="0"/>
                  </a:lnTo>
                  <a:lnTo>
                    <a:pt x="3311582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0898976" y="3014888"/>
              <a:ext cx="0" cy="5176015"/>
            </a:xfrm>
            <a:custGeom>
              <a:avLst/>
              <a:pathLst>
                <a:path w="0" h="5176015">
                  <a:moveTo>
                    <a:pt x="0" y="5176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2404241" y="3014888"/>
              <a:ext cx="0" cy="5176015"/>
            </a:xfrm>
            <a:custGeom>
              <a:avLst/>
              <a:pathLst>
                <a:path w="0" h="5176015">
                  <a:moveTo>
                    <a:pt x="0" y="5176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10221607" y="4079086"/>
              <a:ext cx="1354738" cy="3862655"/>
            </a:xfrm>
            <a:custGeom>
              <a:avLst/>
              <a:pathLst>
                <a:path w="1354738" h="3862655">
                  <a:moveTo>
                    <a:pt x="671754" y="3862655"/>
                  </a:moveTo>
                  <a:lnTo>
                    <a:pt x="669461" y="3855096"/>
                  </a:lnTo>
                  <a:lnTo>
                    <a:pt x="666742" y="3847537"/>
                  </a:lnTo>
                  <a:lnTo>
                    <a:pt x="663634" y="3839978"/>
                  </a:lnTo>
                  <a:lnTo>
                    <a:pt x="660153" y="3832419"/>
                  </a:lnTo>
                  <a:lnTo>
                    <a:pt x="656253" y="3824860"/>
                  </a:lnTo>
                  <a:lnTo>
                    <a:pt x="651758" y="3817301"/>
                  </a:lnTo>
                  <a:lnTo>
                    <a:pt x="646286" y="3809742"/>
                  </a:lnTo>
                  <a:lnTo>
                    <a:pt x="639174" y="3802183"/>
                  </a:lnTo>
                  <a:lnTo>
                    <a:pt x="629430" y="3794624"/>
                  </a:lnTo>
                  <a:lnTo>
                    <a:pt x="615743" y="3787065"/>
                  </a:lnTo>
                  <a:lnTo>
                    <a:pt x="596562" y="3779506"/>
                  </a:lnTo>
                  <a:lnTo>
                    <a:pt x="570262" y="3771947"/>
                  </a:lnTo>
                  <a:lnTo>
                    <a:pt x="535398" y="3764388"/>
                  </a:lnTo>
                  <a:lnTo>
                    <a:pt x="491048" y="3756829"/>
                  </a:lnTo>
                  <a:lnTo>
                    <a:pt x="437182" y="3749270"/>
                  </a:lnTo>
                  <a:lnTo>
                    <a:pt x="374987" y="3741711"/>
                  </a:lnTo>
                  <a:lnTo>
                    <a:pt x="307013" y="3734152"/>
                  </a:lnTo>
                  <a:lnTo>
                    <a:pt x="237026" y="3726593"/>
                  </a:lnTo>
                  <a:lnTo>
                    <a:pt x="169605" y="3719034"/>
                  </a:lnTo>
                  <a:lnTo>
                    <a:pt x="109857" y="3711475"/>
                  </a:lnTo>
                  <a:lnTo>
                    <a:pt x="61413" y="3703916"/>
                  </a:lnTo>
                  <a:lnTo>
                    <a:pt x="26673" y="3696357"/>
                  </a:lnTo>
                  <a:lnTo>
                    <a:pt x="6449" y="3688798"/>
                  </a:lnTo>
                  <a:lnTo>
                    <a:pt x="0" y="3681239"/>
                  </a:lnTo>
                  <a:lnTo>
                    <a:pt x="5333" y="3673680"/>
                  </a:lnTo>
                  <a:lnTo>
                    <a:pt x="19706" y="3666121"/>
                  </a:lnTo>
                  <a:lnTo>
                    <a:pt x="40230" y="3658562"/>
                  </a:lnTo>
                  <a:lnTo>
                    <a:pt x="64415" y="3651003"/>
                  </a:lnTo>
                  <a:lnTo>
                    <a:pt x="90514" y="3643444"/>
                  </a:lnTo>
                  <a:lnTo>
                    <a:pt x="117560" y="3635885"/>
                  </a:lnTo>
                  <a:lnTo>
                    <a:pt x="145145" y="3628326"/>
                  </a:lnTo>
                  <a:lnTo>
                    <a:pt x="173093" y="3620767"/>
                  </a:lnTo>
                  <a:lnTo>
                    <a:pt x="201190" y="3613208"/>
                  </a:lnTo>
                  <a:lnTo>
                    <a:pt x="229070" y="3605649"/>
                  </a:lnTo>
                  <a:lnTo>
                    <a:pt x="256269" y="3598090"/>
                  </a:lnTo>
                  <a:lnTo>
                    <a:pt x="282341" y="3590531"/>
                  </a:lnTo>
                  <a:lnTo>
                    <a:pt x="306951" y="3582972"/>
                  </a:lnTo>
                  <a:lnTo>
                    <a:pt x="329904" y="3575413"/>
                  </a:lnTo>
                  <a:lnTo>
                    <a:pt x="351108" y="3567854"/>
                  </a:lnTo>
                  <a:lnTo>
                    <a:pt x="370531" y="3560295"/>
                  </a:lnTo>
                  <a:lnTo>
                    <a:pt x="388117" y="3552736"/>
                  </a:lnTo>
                  <a:lnTo>
                    <a:pt x="403928" y="3545177"/>
                  </a:lnTo>
                  <a:lnTo>
                    <a:pt x="418106" y="3537618"/>
                  </a:lnTo>
                  <a:lnTo>
                    <a:pt x="430852" y="3530059"/>
                  </a:lnTo>
                  <a:lnTo>
                    <a:pt x="442469" y="3522500"/>
                  </a:lnTo>
                  <a:lnTo>
                    <a:pt x="453324" y="3514941"/>
                  </a:lnTo>
                  <a:lnTo>
                    <a:pt x="463753" y="3507382"/>
                  </a:lnTo>
                  <a:lnTo>
                    <a:pt x="473944" y="3499823"/>
                  </a:lnTo>
                  <a:lnTo>
                    <a:pt x="483878" y="3492264"/>
                  </a:lnTo>
                  <a:lnTo>
                    <a:pt x="493359" y="3484705"/>
                  </a:lnTo>
                  <a:lnTo>
                    <a:pt x="502161" y="3477146"/>
                  </a:lnTo>
                  <a:lnTo>
                    <a:pt x="510183" y="3469587"/>
                  </a:lnTo>
                  <a:lnTo>
                    <a:pt x="517533" y="3462028"/>
                  </a:lnTo>
                  <a:lnTo>
                    <a:pt x="524470" y="3454469"/>
                  </a:lnTo>
                  <a:lnTo>
                    <a:pt x="531258" y="3446910"/>
                  </a:lnTo>
                  <a:lnTo>
                    <a:pt x="538014" y="3439351"/>
                  </a:lnTo>
                  <a:lnTo>
                    <a:pt x="544665" y="3431792"/>
                  </a:lnTo>
                  <a:lnTo>
                    <a:pt x="551022" y="3424233"/>
                  </a:lnTo>
                  <a:lnTo>
                    <a:pt x="556917" y="3416674"/>
                  </a:lnTo>
                  <a:lnTo>
                    <a:pt x="562305" y="3409115"/>
                  </a:lnTo>
                  <a:lnTo>
                    <a:pt x="567263" y="3401556"/>
                  </a:lnTo>
                  <a:lnTo>
                    <a:pt x="571920" y="3393997"/>
                  </a:lnTo>
                  <a:lnTo>
                    <a:pt x="576357" y="3386437"/>
                  </a:lnTo>
                  <a:lnTo>
                    <a:pt x="580603" y="3378878"/>
                  </a:lnTo>
                  <a:lnTo>
                    <a:pt x="584636" y="3371319"/>
                  </a:lnTo>
                  <a:lnTo>
                    <a:pt x="588433" y="3363760"/>
                  </a:lnTo>
                  <a:lnTo>
                    <a:pt x="591979" y="3356201"/>
                  </a:lnTo>
                  <a:lnTo>
                    <a:pt x="595244" y="3348642"/>
                  </a:lnTo>
                  <a:lnTo>
                    <a:pt x="598179" y="3341083"/>
                  </a:lnTo>
                  <a:lnTo>
                    <a:pt x="600733" y="3333524"/>
                  </a:lnTo>
                  <a:lnTo>
                    <a:pt x="602896" y="3325965"/>
                  </a:lnTo>
                  <a:lnTo>
                    <a:pt x="604737" y="3318406"/>
                  </a:lnTo>
                  <a:lnTo>
                    <a:pt x="606401" y="3310847"/>
                  </a:lnTo>
                  <a:lnTo>
                    <a:pt x="608052" y="3303288"/>
                  </a:lnTo>
                  <a:lnTo>
                    <a:pt x="609804" y="3295729"/>
                  </a:lnTo>
                  <a:lnTo>
                    <a:pt x="611660" y="3288170"/>
                  </a:lnTo>
                  <a:lnTo>
                    <a:pt x="613501" y="3280611"/>
                  </a:lnTo>
                  <a:lnTo>
                    <a:pt x="615129" y="3273052"/>
                  </a:lnTo>
                  <a:lnTo>
                    <a:pt x="616343" y="3265493"/>
                  </a:lnTo>
                  <a:lnTo>
                    <a:pt x="617014" y="3257934"/>
                  </a:lnTo>
                  <a:lnTo>
                    <a:pt x="617141" y="3250375"/>
                  </a:lnTo>
                  <a:lnTo>
                    <a:pt x="616873" y="3242816"/>
                  </a:lnTo>
                  <a:lnTo>
                    <a:pt x="616490" y="3235257"/>
                  </a:lnTo>
                  <a:lnTo>
                    <a:pt x="616363" y="3227698"/>
                  </a:lnTo>
                  <a:lnTo>
                    <a:pt x="616832" y="3220139"/>
                  </a:lnTo>
                  <a:lnTo>
                    <a:pt x="618069" y="3212580"/>
                  </a:lnTo>
                  <a:lnTo>
                    <a:pt x="620040" y="3205021"/>
                  </a:lnTo>
                  <a:lnTo>
                    <a:pt x="622507" y="3197462"/>
                  </a:lnTo>
                  <a:lnTo>
                    <a:pt x="625116" y="3189903"/>
                  </a:lnTo>
                  <a:lnTo>
                    <a:pt x="627522" y="3182344"/>
                  </a:lnTo>
                  <a:lnTo>
                    <a:pt x="629504" y="3174785"/>
                  </a:lnTo>
                  <a:lnTo>
                    <a:pt x="631025" y="3167226"/>
                  </a:lnTo>
                  <a:lnTo>
                    <a:pt x="632206" y="3159667"/>
                  </a:lnTo>
                  <a:lnTo>
                    <a:pt x="633255" y="3152108"/>
                  </a:lnTo>
                  <a:lnTo>
                    <a:pt x="634377" y="3144549"/>
                  </a:lnTo>
                  <a:lnTo>
                    <a:pt x="635709" y="3136990"/>
                  </a:lnTo>
                  <a:lnTo>
                    <a:pt x="637293" y="3129431"/>
                  </a:lnTo>
                  <a:lnTo>
                    <a:pt x="639077" y="3121872"/>
                  </a:lnTo>
                  <a:lnTo>
                    <a:pt x="640933" y="3114313"/>
                  </a:lnTo>
                  <a:lnTo>
                    <a:pt x="642683" y="3106754"/>
                  </a:lnTo>
                  <a:lnTo>
                    <a:pt x="644132" y="3099195"/>
                  </a:lnTo>
                  <a:lnTo>
                    <a:pt x="645122" y="3091636"/>
                  </a:lnTo>
                  <a:lnTo>
                    <a:pt x="645574" y="3084077"/>
                  </a:lnTo>
                  <a:lnTo>
                    <a:pt x="645527" y="3076518"/>
                  </a:lnTo>
                  <a:lnTo>
                    <a:pt x="645128" y="3068959"/>
                  </a:lnTo>
                  <a:lnTo>
                    <a:pt x="644591" y="3061400"/>
                  </a:lnTo>
                  <a:lnTo>
                    <a:pt x="644130" y="3053841"/>
                  </a:lnTo>
                  <a:lnTo>
                    <a:pt x="643876" y="3046282"/>
                  </a:lnTo>
                  <a:lnTo>
                    <a:pt x="643887" y="3038723"/>
                  </a:lnTo>
                  <a:lnTo>
                    <a:pt x="644171" y="3031164"/>
                  </a:lnTo>
                  <a:lnTo>
                    <a:pt x="644705" y="3023605"/>
                  </a:lnTo>
                  <a:lnTo>
                    <a:pt x="645458" y="3016046"/>
                  </a:lnTo>
                  <a:lnTo>
                    <a:pt x="646389" y="3008487"/>
                  </a:lnTo>
                  <a:lnTo>
                    <a:pt x="647448" y="3000928"/>
                  </a:lnTo>
                  <a:lnTo>
                    <a:pt x="648572" y="2993369"/>
                  </a:lnTo>
                  <a:lnTo>
                    <a:pt x="649691" y="2985810"/>
                  </a:lnTo>
                  <a:lnTo>
                    <a:pt x="650733" y="2978251"/>
                  </a:lnTo>
                  <a:lnTo>
                    <a:pt x="651625" y="2970692"/>
                  </a:lnTo>
                  <a:lnTo>
                    <a:pt x="652291" y="2963133"/>
                  </a:lnTo>
                  <a:lnTo>
                    <a:pt x="652660" y="2955574"/>
                  </a:lnTo>
                  <a:lnTo>
                    <a:pt x="652687" y="2948015"/>
                  </a:lnTo>
                  <a:lnTo>
                    <a:pt x="652384" y="2940456"/>
                  </a:lnTo>
                  <a:lnTo>
                    <a:pt x="651843" y="2932897"/>
                  </a:lnTo>
                  <a:lnTo>
                    <a:pt x="651240" y="2925338"/>
                  </a:lnTo>
                  <a:lnTo>
                    <a:pt x="650791" y="2917779"/>
                  </a:lnTo>
                  <a:lnTo>
                    <a:pt x="650694" y="2910220"/>
                  </a:lnTo>
                  <a:lnTo>
                    <a:pt x="651091" y="2902661"/>
                  </a:lnTo>
                  <a:lnTo>
                    <a:pt x="651991" y="2895102"/>
                  </a:lnTo>
                  <a:lnTo>
                    <a:pt x="653299" y="2887543"/>
                  </a:lnTo>
                  <a:lnTo>
                    <a:pt x="654868" y="2879984"/>
                  </a:lnTo>
                  <a:lnTo>
                    <a:pt x="656525" y="2872425"/>
                  </a:lnTo>
                  <a:lnTo>
                    <a:pt x="658098" y="2864866"/>
                  </a:lnTo>
                  <a:lnTo>
                    <a:pt x="659446" y="2857307"/>
                  </a:lnTo>
                  <a:lnTo>
                    <a:pt x="660479" y="2849748"/>
                  </a:lnTo>
                  <a:lnTo>
                    <a:pt x="661175" y="2842189"/>
                  </a:lnTo>
                  <a:lnTo>
                    <a:pt x="661571" y="2834630"/>
                  </a:lnTo>
                  <a:lnTo>
                    <a:pt x="661751" y="2827071"/>
                  </a:lnTo>
                  <a:lnTo>
                    <a:pt x="661809" y="2819511"/>
                  </a:lnTo>
                  <a:lnTo>
                    <a:pt x="661822" y="2811952"/>
                  </a:lnTo>
                  <a:lnTo>
                    <a:pt x="661824" y="2804393"/>
                  </a:lnTo>
                  <a:lnTo>
                    <a:pt x="661807" y="2796834"/>
                  </a:lnTo>
                  <a:lnTo>
                    <a:pt x="661732" y="2789275"/>
                  </a:lnTo>
                  <a:lnTo>
                    <a:pt x="661560" y="2781716"/>
                  </a:lnTo>
                  <a:lnTo>
                    <a:pt x="661275" y="2774157"/>
                  </a:lnTo>
                  <a:lnTo>
                    <a:pt x="660908" y="2766598"/>
                  </a:lnTo>
                  <a:lnTo>
                    <a:pt x="660536" y="2759039"/>
                  </a:lnTo>
                  <a:lnTo>
                    <a:pt x="660257" y="2751480"/>
                  </a:lnTo>
                  <a:lnTo>
                    <a:pt x="660161" y="2743921"/>
                  </a:lnTo>
                  <a:lnTo>
                    <a:pt x="660312" y="2736362"/>
                  </a:lnTo>
                  <a:lnTo>
                    <a:pt x="660693" y="2728803"/>
                  </a:lnTo>
                  <a:lnTo>
                    <a:pt x="661255" y="2721244"/>
                  </a:lnTo>
                  <a:lnTo>
                    <a:pt x="661916" y="2713685"/>
                  </a:lnTo>
                  <a:lnTo>
                    <a:pt x="662592" y="2706126"/>
                  </a:lnTo>
                  <a:lnTo>
                    <a:pt x="663217" y="2698567"/>
                  </a:lnTo>
                  <a:lnTo>
                    <a:pt x="663752" y="2691008"/>
                  </a:lnTo>
                  <a:lnTo>
                    <a:pt x="664187" y="2683449"/>
                  </a:lnTo>
                  <a:lnTo>
                    <a:pt x="664523" y="2675890"/>
                  </a:lnTo>
                  <a:lnTo>
                    <a:pt x="664761" y="2668331"/>
                  </a:lnTo>
                  <a:lnTo>
                    <a:pt x="664893" y="2660772"/>
                  </a:lnTo>
                  <a:lnTo>
                    <a:pt x="664908" y="2653213"/>
                  </a:lnTo>
                  <a:lnTo>
                    <a:pt x="664798" y="2645654"/>
                  </a:lnTo>
                  <a:lnTo>
                    <a:pt x="664571" y="2638095"/>
                  </a:lnTo>
                  <a:lnTo>
                    <a:pt x="664249" y="2630536"/>
                  </a:lnTo>
                  <a:lnTo>
                    <a:pt x="663866" y="2622977"/>
                  </a:lnTo>
                  <a:lnTo>
                    <a:pt x="663458" y="2615418"/>
                  </a:lnTo>
                  <a:lnTo>
                    <a:pt x="663063" y="2607859"/>
                  </a:lnTo>
                  <a:lnTo>
                    <a:pt x="662722" y="2600300"/>
                  </a:lnTo>
                  <a:lnTo>
                    <a:pt x="662479" y="2592741"/>
                  </a:lnTo>
                  <a:lnTo>
                    <a:pt x="662388" y="2585182"/>
                  </a:lnTo>
                  <a:lnTo>
                    <a:pt x="662510" y="2577623"/>
                  </a:lnTo>
                  <a:lnTo>
                    <a:pt x="662885" y="2570064"/>
                  </a:lnTo>
                  <a:lnTo>
                    <a:pt x="663503" y="2562505"/>
                  </a:lnTo>
                  <a:lnTo>
                    <a:pt x="664299" y="2554946"/>
                  </a:lnTo>
                  <a:lnTo>
                    <a:pt x="665159" y="2547387"/>
                  </a:lnTo>
                  <a:lnTo>
                    <a:pt x="665955" y="2539828"/>
                  </a:lnTo>
                  <a:lnTo>
                    <a:pt x="666596" y="2532269"/>
                  </a:lnTo>
                  <a:lnTo>
                    <a:pt x="667065" y="2524710"/>
                  </a:lnTo>
                  <a:lnTo>
                    <a:pt x="667416" y="2517151"/>
                  </a:lnTo>
                  <a:lnTo>
                    <a:pt x="667746" y="2509592"/>
                  </a:lnTo>
                  <a:lnTo>
                    <a:pt x="668139" y="2502033"/>
                  </a:lnTo>
                  <a:lnTo>
                    <a:pt x="668629" y="2494474"/>
                  </a:lnTo>
                  <a:lnTo>
                    <a:pt x="669191" y="2486915"/>
                  </a:lnTo>
                  <a:lnTo>
                    <a:pt x="669755" y="2479356"/>
                  </a:lnTo>
                  <a:lnTo>
                    <a:pt x="670234" y="2471797"/>
                  </a:lnTo>
                  <a:lnTo>
                    <a:pt x="670550" y="2464238"/>
                  </a:lnTo>
                  <a:lnTo>
                    <a:pt x="670656" y="2456679"/>
                  </a:lnTo>
                  <a:lnTo>
                    <a:pt x="670545" y="2449120"/>
                  </a:lnTo>
                  <a:lnTo>
                    <a:pt x="670260" y="2441561"/>
                  </a:lnTo>
                  <a:lnTo>
                    <a:pt x="669888" y="2434002"/>
                  </a:lnTo>
                  <a:lnTo>
                    <a:pt x="669545" y="2426443"/>
                  </a:lnTo>
                  <a:lnTo>
                    <a:pt x="669341" y="2418884"/>
                  </a:lnTo>
                  <a:lnTo>
                    <a:pt x="669349" y="2411325"/>
                  </a:lnTo>
                  <a:lnTo>
                    <a:pt x="669553" y="2403766"/>
                  </a:lnTo>
                  <a:lnTo>
                    <a:pt x="669884" y="2396207"/>
                  </a:lnTo>
                  <a:lnTo>
                    <a:pt x="670254" y="2388648"/>
                  </a:lnTo>
                  <a:lnTo>
                    <a:pt x="670587" y="2381089"/>
                  </a:lnTo>
                  <a:lnTo>
                    <a:pt x="670843" y="2373530"/>
                  </a:lnTo>
                  <a:lnTo>
                    <a:pt x="671019" y="2365971"/>
                  </a:lnTo>
                  <a:lnTo>
                    <a:pt x="671136" y="2358412"/>
                  </a:lnTo>
                  <a:lnTo>
                    <a:pt x="671226" y="2350853"/>
                  </a:lnTo>
                  <a:lnTo>
                    <a:pt x="671318" y="2343294"/>
                  </a:lnTo>
                  <a:lnTo>
                    <a:pt x="671435" y="2335735"/>
                  </a:lnTo>
                  <a:lnTo>
                    <a:pt x="671591" y="2328176"/>
                  </a:lnTo>
                  <a:lnTo>
                    <a:pt x="671797" y="2320617"/>
                  </a:lnTo>
                  <a:lnTo>
                    <a:pt x="672056" y="2313058"/>
                  </a:lnTo>
                  <a:lnTo>
                    <a:pt x="672361" y="2305499"/>
                  </a:lnTo>
                  <a:lnTo>
                    <a:pt x="672696" y="2297940"/>
                  </a:lnTo>
                  <a:lnTo>
                    <a:pt x="673028" y="2290381"/>
                  </a:lnTo>
                  <a:lnTo>
                    <a:pt x="673306" y="2282822"/>
                  </a:lnTo>
                  <a:lnTo>
                    <a:pt x="673467" y="2275263"/>
                  </a:lnTo>
                  <a:lnTo>
                    <a:pt x="673455" y="2267704"/>
                  </a:lnTo>
                  <a:lnTo>
                    <a:pt x="673243" y="2260145"/>
                  </a:lnTo>
                  <a:lnTo>
                    <a:pt x="672852" y="2252585"/>
                  </a:lnTo>
                  <a:lnTo>
                    <a:pt x="672360" y="2245026"/>
                  </a:lnTo>
                  <a:lnTo>
                    <a:pt x="671866" y="2237467"/>
                  </a:lnTo>
                  <a:lnTo>
                    <a:pt x="671445" y="2229908"/>
                  </a:lnTo>
                  <a:lnTo>
                    <a:pt x="671134" y="2222349"/>
                  </a:lnTo>
                  <a:lnTo>
                    <a:pt x="670931" y="2214790"/>
                  </a:lnTo>
                  <a:lnTo>
                    <a:pt x="670824" y="2207231"/>
                  </a:lnTo>
                  <a:lnTo>
                    <a:pt x="670802" y="2199672"/>
                  </a:lnTo>
                  <a:lnTo>
                    <a:pt x="670867" y="2192113"/>
                  </a:lnTo>
                  <a:lnTo>
                    <a:pt x="671030" y="2184554"/>
                  </a:lnTo>
                  <a:lnTo>
                    <a:pt x="671291" y="2176995"/>
                  </a:lnTo>
                  <a:lnTo>
                    <a:pt x="671636" y="2169436"/>
                  </a:lnTo>
                  <a:lnTo>
                    <a:pt x="672030" y="2161877"/>
                  </a:lnTo>
                  <a:lnTo>
                    <a:pt x="672430" y="2154318"/>
                  </a:lnTo>
                  <a:lnTo>
                    <a:pt x="672799" y="2146759"/>
                  </a:lnTo>
                  <a:lnTo>
                    <a:pt x="673115" y="2139200"/>
                  </a:lnTo>
                  <a:lnTo>
                    <a:pt x="673376" y="2131641"/>
                  </a:lnTo>
                  <a:lnTo>
                    <a:pt x="673593" y="2124082"/>
                  </a:lnTo>
                  <a:lnTo>
                    <a:pt x="673781" y="2116523"/>
                  </a:lnTo>
                  <a:lnTo>
                    <a:pt x="673947" y="2108964"/>
                  </a:lnTo>
                  <a:lnTo>
                    <a:pt x="674090" y="2101405"/>
                  </a:lnTo>
                  <a:lnTo>
                    <a:pt x="674195" y="2093846"/>
                  </a:lnTo>
                  <a:lnTo>
                    <a:pt x="674239" y="2086287"/>
                  </a:lnTo>
                  <a:lnTo>
                    <a:pt x="674206" y="2078728"/>
                  </a:lnTo>
                  <a:lnTo>
                    <a:pt x="674086" y="2071169"/>
                  </a:lnTo>
                  <a:lnTo>
                    <a:pt x="673881" y="2063610"/>
                  </a:lnTo>
                  <a:lnTo>
                    <a:pt x="673612" y="2056051"/>
                  </a:lnTo>
                  <a:lnTo>
                    <a:pt x="673314" y="2048492"/>
                  </a:lnTo>
                  <a:lnTo>
                    <a:pt x="673032" y="2040933"/>
                  </a:lnTo>
                  <a:lnTo>
                    <a:pt x="672801" y="2033374"/>
                  </a:lnTo>
                  <a:lnTo>
                    <a:pt x="672644" y="2025815"/>
                  </a:lnTo>
                  <a:lnTo>
                    <a:pt x="672565" y="2018256"/>
                  </a:lnTo>
                  <a:lnTo>
                    <a:pt x="672558" y="2010697"/>
                  </a:lnTo>
                  <a:lnTo>
                    <a:pt x="672620" y="2003138"/>
                  </a:lnTo>
                  <a:lnTo>
                    <a:pt x="672755" y="1995579"/>
                  </a:lnTo>
                  <a:lnTo>
                    <a:pt x="672973" y="1988020"/>
                  </a:lnTo>
                  <a:lnTo>
                    <a:pt x="673274" y="1980461"/>
                  </a:lnTo>
                  <a:lnTo>
                    <a:pt x="673644" y="1972902"/>
                  </a:lnTo>
                  <a:lnTo>
                    <a:pt x="674041" y="1965343"/>
                  </a:lnTo>
                  <a:lnTo>
                    <a:pt x="674403" y="1957784"/>
                  </a:lnTo>
                  <a:lnTo>
                    <a:pt x="674663" y="1950225"/>
                  </a:lnTo>
                  <a:lnTo>
                    <a:pt x="674773" y="1942666"/>
                  </a:lnTo>
                  <a:lnTo>
                    <a:pt x="674721" y="1935107"/>
                  </a:lnTo>
                  <a:lnTo>
                    <a:pt x="674537" y="1927548"/>
                  </a:lnTo>
                  <a:lnTo>
                    <a:pt x="674293" y="1919989"/>
                  </a:lnTo>
                  <a:lnTo>
                    <a:pt x="674079" y="1912430"/>
                  </a:lnTo>
                  <a:lnTo>
                    <a:pt x="673969" y="1904871"/>
                  </a:lnTo>
                  <a:lnTo>
                    <a:pt x="674012" y="1897312"/>
                  </a:lnTo>
                  <a:lnTo>
                    <a:pt x="674217" y="1889753"/>
                  </a:lnTo>
                  <a:lnTo>
                    <a:pt x="674556" y="1882194"/>
                  </a:lnTo>
                  <a:lnTo>
                    <a:pt x="674974" y="1874635"/>
                  </a:lnTo>
                  <a:lnTo>
                    <a:pt x="675402" y="1867076"/>
                  </a:lnTo>
                  <a:lnTo>
                    <a:pt x="675776" y="1859517"/>
                  </a:lnTo>
                  <a:lnTo>
                    <a:pt x="676048" y="1851958"/>
                  </a:lnTo>
                  <a:lnTo>
                    <a:pt x="676187" y="1844399"/>
                  </a:lnTo>
                  <a:lnTo>
                    <a:pt x="676188" y="1836840"/>
                  </a:lnTo>
                  <a:lnTo>
                    <a:pt x="676065" y="1829281"/>
                  </a:lnTo>
                  <a:lnTo>
                    <a:pt x="675849" y="1821722"/>
                  </a:lnTo>
                  <a:lnTo>
                    <a:pt x="675573" y="1814163"/>
                  </a:lnTo>
                  <a:lnTo>
                    <a:pt x="675274" y="1806604"/>
                  </a:lnTo>
                  <a:lnTo>
                    <a:pt x="674983" y="1799045"/>
                  </a:lnTo>
                  <a:lnTo>
                    <a:pt x="674733" y="1791486"/>
                  </a:lnTo>
                  <a:lnTo>
                    <a:pt x="674556" y="1783927"/>
                  </a:lnTo>
                  <a:lnTo>
                    <a:pt x="674481" y="1776368"/>
                  </a:lnTo>
                  <a:lnTo>
                    <a:pt x="674526" y="1768809"/>
                  </a:lnTo>
                  <a:lnTo>
                    <a:pt x="674699" y="1761250"/>
                  </a:lnTo>
                  <a:lnTo>
                    <a:pt x="674968" y="1753691"/>
                  </a:lnTo>
                  <a:lnTo>
                    <a:pt x="675294" y="1746132"/>
                  </a:lnTo>
                  <a:lnTo>
                    <a:pt x="675628" y="1738573"/>
                  </a:lnTo>
                  <a:lnTo>
                    <a:pt x="675927" y="1731014"/>
                  </a:lnTo>
                  <a:lnTo>
                    <a:pt x="676162" y="1723455"/>
                  </a:lnTo>
                  <a:lnTo>
                    <a:pt x="676324" y="1715896"/>
                  </a:lnTo>
                  <a:lnTo>
                    <a:pt x="676417" y="1708337"/>
                  </a:lnTo>
                  <a:lnTo>
                    <a:pt x="676452" y="1700778"/>
                  </a:lnTo>
                  <a:lnTo>
                    <a:pt x="676444" y="1693218"/>
                  </a:lnTo>
                  <a:lnTo>
                    <a:pt x="676399" y="1685659"/>
                  </a:lnTo>
                  <a:lnTo>
                    <a:pt x="676324" y="1678100"/>
                  </a:lnTo>
                  <a:lnTo>
                    <a:pt x="676217" y="1670541"/>
                  </a:lnTo>
                  <a:lnTo>
                    <a:pt x="676074" y="1662982"/>
                  </a:lnTo>
                  <a:lnTo>
                    <a:pt x="675890" y="1655423"/>
                  </a:lnTo>
                  <a:lnTo>
                    <a:pt x="675667" y="1647864"/>
                  </a:lnTo>
                  <a:lnTo>
                    <a:pt x="675414" y="1640305"/>
                  </a:lnTo>
                  <a:lnTo>
                    <a:pt x="675151" y="1632746"/>
                  </a:lnTo>
                  <a:lnTo>
                    <a:pt x="674903" y="1625187"/>
                  </a:lnTo>
                  <a:lnTo>
                    <a:pt x="674693" y="1617628"/>
                  </a:lnTo>
                  <a:lnTo>
                    <a:pt x="674540" y="1610069"/>
                  </a:lnTo>
                  <a:lnTo>
                    <a:pt x="674465" y="1602510"/>
                  </a:lnTo>
                  <a:lnTo>
                    <a:pt x="674484" y="1594951"/>
                  </a:lnTo>
                  <a:lnTo>
                    <a:pt x="674606" y="1587392"/>
                  </a:lnTo>
                  <a:lnTo>
                    <a:pt x="674825" y="1579833"/>
                  </a:lnTo>
                  <a:lnTo>
                    <a:pt x="675115" y="1572274"/>
                  </a:lnTo>
                  <a:lnTo>
                    <a:pt x="675432" y="1564715"/>
                  </a:lnTo>
                  <a:lnTo>
                    <a:pt x="675726" y="1557156"/>
                  </a:lnTo>
                  <a:lnTo>
                    <a:pt x="675955" y="1549597"/>
                  </a:lnTo>
                  <a:lnTo>
                    <a:pt x="676097" y="1542038"/>
                  </a:lnTo>
                  <a:lnTo>
                    <a:pt x="676161" y="1534479"/>
                  </a:lnTo>
                  <a:lnTo>
                    <a:pt x="676180" y="1526920"/>
                  </a:lnTo>
                  <a:lnTo>
                    <a:pt x="676198" y="1519361"/>
                  </a:lnTo>
                  <a:lnTo>
                    <a:pt x="676253" y="1511802"/>
                  </a:lnTo>
                  <a:lnTo>
                    <a:pt x="676365" y="1504243"/>
                  </a:lnTo>
                  <a:lnTo>
                    <a:pt x="676527" y="1496684"/>
                  </a:lnTo>
                  <a:lnTo>
                    <a:pt x="676711" y="1489125"/>
                  </a:lnTo>
                  <a:lnTo>
                    <a:pt x="676881" y="1481566"/>
                  </a:lnTo>
                  <a:lnTo>
                    <a:pt x="677007" y="1474007"/>
                  </a:lnTo>
                  <a:lnTo>
                    <a:pt x="677072" y="1466448"/>
                  </a:lnTo>
                  <a:lnTo>
                    <a:pt x="677077" y="1458889"/>
                  </a:lnTo>
                  <a:lnTo>
                    <a:pt x="677034" y="1451330"/>
                  </a:lnTo>
                  <a:lnTo>
                    <a:pt x="676967" y="1443771"/>
                  </a:lnTo>
                  <a:lnTo>
                    <a:pt x="676899" y="1436212"/>
                  </a:lnTo>
                  <a:lnTo>
                    <a:pt x="676852" y="1428653"/>
                  </a:lnTo>
                  <a:lnTo>
                    <a:pt x="676832" y="1421094"/>
                  </a:lnTo>
                  <a:lnTo>
                    <a:pt x="676838" y="1413535"/>
                  </a:lnTo>
                  <a:lnTo>
                    <a:pt x="676859" y="1405976"/>
                  </a:lnTo>
                  <a:lnTo>
                    <a:pt x="676885" y="1398417"/>
                  </a:lnTo>
                  <a:lnTo>
                    <a:pt x="676903" y="1390858"/>
                  </a:lnTo>
                  <a:lnTo>
                    <a:pt x="676906" y="1383299"/>
                  </a:lnTo>
                  <a:lnTo>
                    <a:pt x="676888" y="1375740"/>
                  </a:lnTo>
                  <a:lnTo>
                    <a:pt x="676845" y="1368181"/>
                  </a:lnTo>
                  <a:lnTo>
                    <a:pt x="676775" y="1360622"/>
                  </a:lnTo>
                  <a:lnTo>
                    <a:pt x="676684" y="1353063"/>
                  </a:lnTo>
                  <a:lnTo>
                    <a:pt x="676583" y="1345504"/>
                  </a:lnTo>
                  <a:lnTo>
                    <a:pt x="676491" y="1337945"/>
                  </a:lnTo>
                  <a:lnTo>
                    <a:pt x="676426" y="1330386"/>
                  </a:lnTo>
                  <a:lnTo>
                    <a:pt x="676403" y="1322827"/>
                  </a:lnTo>
                  <a:lnTo>
                    <a:pt x="676429" y="1315268"/>
                  </a:lnTo>
                  <a:lnTo>
                    <a:pt x="676500" y="1307709"/>
                  </a:lnTo>
                  <a:lnTo>
                    <a:pt x="676605" y="1300150"/>
                  </a:lnTo>
                  <a:lnTo>
                    <a:pt x="676722" y="1292591"/>
                  </a:lnTo>
                  <a:lnTo>
                    <a:pt x="676832" y="1285032"/>
                  </a:lnTo>
                  <a:lnTo>
                    <a:pt x="676917" y="1277473"/>
                  </a:lnTo>
                  <a:lnTo>
                    <a:pt x="676969" y="1269914"/>
                  </a:lnTo>
                  <a:lnTo>
                    <a:pt x="676990" y="1262355"/>
                  </a:lnTo>
                  <a:lnTo>
                    <a:pt x="676990" y="1254796"/>
                  </a:lnTo>
                  <a:lnTo>
                    <a:pt x="676981" y="1247237"/>
                  </a:lnTo>
                  <a:lnTo>
                    <a:pt x="676974" y="1239678"/>
                  </a:lnTo>
                  <a:lnTo>
                    <a:pt x="676977" y="1232119"/>
                  </a:lnTo>
                  <a:lnTo>
                    <a:pt x="676993" y="1224560"/>
                  </a:lnTo>
                  <a:lnTo>
                    <a:pt x="677023" y="1217001"/>
                  </a:lnTo>
                  <a:lnTo>
                    <a:pt x="677062" y="1209442"/>
                  </a:lnTo>
                  <a:lnTo>
                    <a:pt x="677100" y="1201883"/>
                  </a:lnTo>
                  <a:lnTo>
                    <a:pt x="677123" y="1194324"/>
                  </a:lnTo>
                  <a:lnTo>
                    <a:pt x="677117" y="1186765"/>
                  </a:lnTo>
                  <a:lnTo>
                    <a:pt x="677071" y="1179206"/>
                  </a:lnTo>
                  <a:lnTo>
                    <a:pt x="676984" y="1171647"/>
                  </a:lnTo>
                  <a:lnTo>
                    <a:pt x="676862" y="1164088"/>
                  </a:lnTo>
                  <a:lnTo>
                    <a:pt x="676722" y="1156529"/>
                  </a:lnTo>
                  <a:lnTo>
                    <a:pt x="676588" y="1148970"/>
                  </a:lnTo>
                  <a:lnTo>
                    <a:pt x="676484" y="1141411"/>
                  </a:lnTo>
                  <a:lnTo>
                    <a:pt x="676428" y="1133852"/>
                  </a:lnTo>
                  <a:lnTo>
                    <a:pt x="676426" y="1126292"/>
                  </a:lnTo>
                  <a:lnTo>
                    <a:pt x="676476" y="1118733"/>
                  </a:lnTo>
                  <a:lnTo>
                    <a:pt x="676563" y="1111174"/>
                  </a:lnTo>
                  <a:lnTo>
                    <a:pt x="676667" y="1103615"/>
                  </a:lnTo>
                  <a:lnTo>
                    <a:pt x="676770" y="1096056"/>
                  </a:lnTo>
                  <a:lnTo>
                    <a:pt x="676859" y="1088497"/>
                  </a:lnTo>
                  <a:lnTo>
                    <a:pt x="676925" y="1080938"/>
                  </a:lnTo>
                  <a:lnTo>
                    <a:pt x="676966" y="1073379"/>
                  </a:lnTo>
                  <a:lnTo>
                    <a:pt x="676986" y="1065820"/>
                  </a:lnTo>
                  <a:lnTo>
                    <a:pt x="676993" y="1058261"/>
                  </a:lnTo>
                  <a:lnTo>
                    <a:pt x="676993" y="1050702"/>
                  </a:lnTo>
                  <a:lnTo>
                    <a:pt x="676993" y="1043143"/>
                  </a:lnTo>
                  <a:lnTo>
                    <a:pt x="676998" y="1035584"/>
                  </a:lnTo>
                  <a:lnTo>
                    <a:pt x="677011" y="1028025"/>
                  </a:lnTo>
                  <a:lnTo>
                    <a:pt x="677034" y="1020466"/>
                  </a:lnTo>
                  <a:lnTo>
                    <a:pt x="677066" y="1012907"/>
                  </a:lnTo>
                  <a:lnTo>
                    <a:pt x="677102" y="1005348"/>
                  </a:lnTo>
                  <a:lnTo>
                    <a:pt x="677132" y="997789"/>
                  </a:lnTo>
                  <a:lnTo>
                    <a:pt x="677146" y="990230"/>
                  </a:lnTo>
                  <a:lnTo>
                    <a:pt x="677132" y="982671"/>
                  </a:lnTo>
                  <a:lnTo>
                    <a:pt x="677088" y="975112"/>
                  </a:lnTo>
                  <a:lnTo>
                    <a:pt x="677020" y="967553"/>
                  </a:lnTo>
                  <a:lnTo>
                    <a:pt x="676945" y="959994"/>
                  </a:lnTo>
                  <a:lnTo>
                    <a:pt x="676882" y="952435"/>
                  </a:lnTo>
                  <a:lnTo>
                    <a:pt x="676847" y="944876"/>
                  </a:lnTo>
                  <a:lnTo>
                    <a:pt x="676844" y="937317"/>
                  </a:lnTo>
                  <a:lnTo>
                    <a:pt x="676867" y="929758"/>
                  </a:lnTo>
                  <a:lnTo>
                    <a:pt x="676906" y="922199"/>
                  </a:lnTo>
                  <a:lnTo>
                    <a:pt x="676950" y="914640"/>
                  </a:lnTo>
                  <a:lnTo>
                    <a:pt x="676998" y="907081"/>
                  </a:lnTo>
                  <a:lnTo>
                    <a:pt x="677047" y="899522"/>
                  </a:lnTo>
                  <a:lnTo>
                    <a:pt x="677101" y="891963"/>
                  </a:lnTo>
                  <a:lnTo>
                    <a:pt x="677157" y="884404"/>
                  </a:lnTo>
                  <a:lnTo>
                    <a:pt x="677212" y="876845"/>
                  </a:lnTo>
                  <a:lnTo>
                    <a:pt x="677262" y="869286"/>
                  </a:lnTo>
                  <a:lnTo>
                    <a:pt x="677302" y="861727"/>
                  </a:lnTo>
                  <a:lnTo>
                    <a:pt x="677331" y="854168"/>
                  </a:lnTo>
                  <a:lnTo>
                    <a:pt x="677348" y="846609"/>
                  </a:lnTo>
                  <a:lnTo>
                    <a:pt x="677357" y="839050"/>
                  </a:lnTo>
                  <a:lnTo>
                    <a:pt x="677358" y="831491"/>
                  </a:lnTo>
                  <a:lnTo>
                    <a:pt x="677352" y="823932"/>
                  </a:lnTo>
                  <a:lnTo>
                    <a:pt x="677338" y="816373"/>
                  </a:lnTo>
                  <a:lnTo>
                    <a:pt x="677314" y="808814"/>
                  </a:lnTo>
                  <a:lnTo>
                    <a:pt x="677279" y="801255"/>
                  </a:lnTo>
                  <a:lnTo>
                    <a:pt x="677235" y="793696"/>
                  </a:lnTo>
                  <a:lnTo>
                    <a:pt x="677188" y="786137"/>
                  </a:lnTo>
                  <a:lnTo>
                    <a:pt x="677145" y="778578"/>
                  </a:lnTo>
                  <a:lnTo>
                    <a:pt x="677115" y="771019"/>
                  </a:lnTo>
                  <a:lnTo>
                    <a:pt x="677099" y="763460"/>
                  </a:lnTo>
                  <a:lnTo>
                    <a:pt x="677092" y="755901"/>
                  </a:lnTo>
                  <a:lnTo>
                    <a:pt x="677083" y="748342"/>
                  </a:lnTo>
                  <a:lnTo>
                    <a:pt x="677061" y="740783"/>
                  </a:lnTo>
                  <a:lnTo>
                    <a:pt x="677021" y="733224"/>
                  </a:lnTo>
                  <a:lnTo>
                    <a:pt x="676968" y="725665"/>
                  </a:lnTo>
                  <a:lnTo>
                    <a:pt x="676913" y="718106"/>
                  </a:lnTo>
                  <a:lnTo>
                    <a:pt x="676872" y="710547"/>
                  </a:lnTo>
                  <a:lnTo>
                    <a:pt x="676854" y="702988"/>
                  </a:lnTo>
                  <a:lnTo>
                    <a:pt x="676863" y="695429"/>
                  </a:lnTo>
                  <a:lnTo>
                    <a:pt x="676891" y="687870"/>
                  </a:lnTo>
                  <a:lnTo>
                    <a:pt x="676930" y="680311"/>
                  </a:lnTo>
                  <a:lnTo>
                    <a:pt x="676971" y="672752"/>
                  </a:lnTo>
                  <a:lnTo>
                    <a:pt x="677012" y="665193"/>
                  </a:lnTo>
                  <a:lnTo>
                    <a:pt x="677057" y="657634"/>
                  </a:lnTo>
                  <a:lnTo>
                    <a:pt x="677107" y="650075"/>
                  </a:lnTo>
                  <a:lnTo>
                    <a:pt x="677162" y="642516"/>
                  </a:lnTo>
                  <a:lnTo>
                    <a:pt x="677218" y="634957"/>
                  </a:lnTo>
                  <a:lnTo>
                    <a:pt x="677267" y="627398"/>
                  </a:lnTo>
                  <a:lnTo>
                    <a:pt x="677304" y="619839"/>
                  </a:lnTo>
                  <a:lnTo>
                    <a:pt x="677327" y="612280"/>
                  </a:lnTo>
                  <a:lnTo>
                    <a:pt x="677334" y="604721"/>
                  </a:lnTo>
                  <a:lnTo>
                    <a:pt x="677326" y="597162"/>
                  </a:lnTo>
                  <a:lnTo>
                    <a:pt x="677303" y="589603"/>
                  </a:lnTo>
                  <a:lnTo>
                    <a:pt x="677264" y="582044"/>
                  </a:lnTo>
                  <a:lnTo>
                    <a:pt x="677212" y="574485"/>
                  </a:lnTo>
                  <a:lnTo>
                    <a:pt x="677152" y="566926"/>
                  </a:lnTo>
                  <a:lnTo>
                    <a:pt x="677091" y="559366"/>
                  </a:lnTo>
                  <a:lnTo>
                    <a:pt x="677037" y="551807"/>
                  </a:lnTo>
                  <a:lnTo>
                    <a:pt x="676998" y="544248"/>
                  </a:lnTo>
                  <a:lnTo>
                    <a:pt x="676979" y="536689"/>
                  </a:lnTo>
                  <a:lnTo>
                    <a:pt x="676982" y="529130"/>
                  </a:lnTo>
                  <a:lnTo>
                    <a:pt x="677007" y="521571"/>
                  </a:lnTo>
                  <a:lnTo>
                    <a:pt x="677050" y="514012"/>
                  </a:lnTo>
                  <a:lnTo>
                    <a:pt x="677107" y="506453"/>
                  </a:lnTo>
                  <a:lnTo>
                    <a:pt x="677169" y="498894"/>
                  </a:lnTo>
                  <a:lnTo>
                    <a:pt x="677228" y="491335"/>
                  </a:lnTo>
                  <a:lnTo>
                    <a:pt x="677278" y="483776"/>
                  </a:lnTo>
                  <a:lnTo>
                    <a:pt x="677316" y="476217"/>
                  </a:lnTo>
                  <a:lnTo>
                    <a:pt x="677340" y="468658"/>
                  </a:lnTo>
                  <a:lnTo>
                    <a:pt x="677355" y="461099"/>
                  </a:lnTo>
                  <a:lnTo>
                    <a:pt x="677362" y="453540"/>
                  </a:lnTo>
                  <a:lnTo>
                    <a:pt x="677366" y="445981"/>
                  </a:lnTo>
                  <a:lnTo>
                    <a:pt x="677368" y="438422"/>
                  </a:lnTo>
                  <a:lnTo>
                    <a:pt x="677368" y="430863"/>
                  </a:lnTo>
                  <a:lnTo>
                    <a:pt x="677369" y="423304"/>
                  </a:lnTo>
                  <a:lnTo>
                    <a:pt x="677369" y="415745"/>
                  </a:lnTo>
                  <a:lnTo>
                    <a:pt x="677369" y="408186"/>
                  </a:lnTo>
                  <a:lnTo>
                    <a:pt x="677369" y="400627"/>
                  </a:lnTo>
                  <a:lnTo>
                    <a:pt x="677369" y="393068"/>
                  </a:lnTo>
                  <a:lnTo>
                    <a:pt x="677369" y="385509"/>
                  </a:lnTo>
                  <a:lnTo>
                    <a:pt x="677369" y="377950"/>
                  </a:lnTo>
                  <a:lnTo>
                    <a:pt x="677369" y="370391"/>
                  </a:lnTo>
                  <a:lnTo>
                    <a:pt x="677369" y="362832"/>
                  </a:lnTo>
                  <a:lnTo>
                    <a:pt x="677369" y="355273"/>
                  </a:lnTo>
                  <a:lnTo>
                    <a:pt x="677369" y="347714"/>
                  </a:lnTo>
                  <a:lnTo>
                    <a:pt x="677369" y="340155"/>
                  </a:lnTo>
                  <a:lnTo>
                    <a:pt x="677369" y="332596"/>
                  </a:lnTo>
                  <a:lnTo>
                    <a:pt x="677369" y="325037"/>
                  </a:lnTo>
                  <a:lnTo>
                    <a:pt x="677369" y="317478"/>
                  </a:lnTo>
                  <a:lnTo>
                    <a:pt x="677369" y="309919"/>
                  </a:lnTo>
                  <a:lnTo>
                    <a:pt x="677368" y="302360"/>
                  </a:lnTo>
                  <a:lnTo>
                    <a:pt x="677368" y="294801"/>
                  </a:lnTo>
                  <a:lnTo>
                    <a:pt x="677367" y="287242"/>
                  </a:lnTo>
                  <a:lnTo>
                    <a:pt x="677363" y="279683"/>
                  </a:lnTo>
                  <a:lnTo>
                    <a:pt x="677356" y="272124"/>
                  </a:lnTo>
                  <a:lnTo>
                    <a:pt x="677343" y="264565"/>
                  </a:lnTo>
                  <a:lnTo>
                    <a:pt x="677321" y="257006"/>
                  </a:lnTo>
                  <a:lnTo>
                    <a:pt x="677288" y="249447"/>
                  </a:lnTo>
                  <a:lnTo>
                    <a:pt x="677246" y="241888"/>
                  </a:lnTo>
                  <a:lnTo>
                    <a:pt x="677201" y="234329"/>
                  </a:lnTo>
                  <a:lnTo>
                    <a:pt x="677160" y="226770"/>
                  </a:lnTo>
                  <a:lnTo>
                    <a:pt x="677134" y="219211"/>
                  </a:lnTo>
                  <a:lnTo>
                    <a:pt x="677129" y="211652"/>
                  </a:lnTo>
                  <a:lnTo>
                    <a:pt x="677147" y="204093"/>
                  </a:lnTo>
                  <a:lnTo>
                    <a:pt x="677183" y="196534"/>
                  </a:lnTo>
                  <a:lnTo>
                    <a:pt x="677228" y="188975"/>
                  </a:lnTo>
                  <a:lnTo>
                    <a:pt x="677272" y="181416"/>
                  </a:lnTo>
                  <a:lnTo>
                    <a:pt x="677309" y="173857"/>
                  </a:lnTo>
                  <a:lnTo>
                    <a:pt x="677335" y="166298"/>
                  </a:lnTo>
                  <a:lnTo>
                    <a:pt x="677352" y="158739"/>
                  </a:lnTo>
                  <a:lnTo>
                    <a:pt x="677361" y="151180"/>
                  </a:lnTo>
                  <a:lnTo>
                    <a:pt x="677366" y="143621"/>
                  </a:lnTo>
                  <a:lnTo>
                    <a:pt x="677367" y="136062"/>
                  </a:lnTo>
                  <a:lnTo>
                    <a:pt x="677368" y="128503"/>
                  </a:lnTo>
                  <a:lnTo>
                    <a:pt x="677368" y="120944"/>
                  </a:lnTo>
                  <a:lnTo>
                    <a:pt x="677369" y="113385"/>
                  </a:lnTo>
                  <a:lnTo>
                    <a:pt x="677369" y="105826"/>
                  </a:lnTo>
                  <a:lnTo>
                    <a:pt x="677369" y="98267"/>
                  </a:lnTo>
                  <a:lnTo>
                    <a:pt x="677368" y="90708"/>
                  </a:lnTo>
                  <a:lnTo>
                    <a:pt x="677367" y="83149"/>
                  </a:lnTo>
                  <a:lnTo>
                    <a:pt x="677365" y="75590"/>
                  </a:lnTo>
                  <a:lnTo>
                    <a:pt x="677360" y="68031"/>
                  </a:lnTo>
                  <a:lnTo>
                    <a:pt x="677348" y="60472"/>
                  </a:lnTo>
                  <a:lnTo>
                    <a:pt x="677325" y="52913"/>
                  </a:lnTo>
                  <a:lnTo>
                    <a:pt x="677286" y="45354"/>
                  </a:lnTo>
                  <a:lnTo>
                    <a:pt x="677227" y="37795"/>
                  </a:lnTo>
                  <a:lnTo>
                    <a:pt x="677148" y="30236"/>
                  </a:lnTo>
                  <a:lnTo>
                    <a:pt x="677057" y="22677"/>
                  </a:lnTo>
                  <a:lnTo>
                    <a:pt x="676969" y="15118"/>
                  </a:lnTo>
                  <a:lnTo>
                    <a:pt x="676905" y="7559"/>
                  </a:lnTo>
                  <a:lnTo>
                    <a:pt x="676882" y="0"/>
                  </a:lnTo>
                  <a:lnTo>
                    <a:pt x="677855" y="0"/>
                  </a:lnTo>
                  <a:lnTo>
                    <a:pt x="677832" y="7559"/>
                  </a:lnTo>
                  <a:lnTo>
                    <a:pt x="677768" y="15118"/>
                  </a:lnTo>
                  <a:lnTo>
                    <a:pt x="677680" y="22677"/>
                  </a:lnTo>
                  <a:lnTo>
                    <a:pt x="677589" y="30236"/>
                  </a:lnTo>
                  <a:lnTo>
                    <a:pt x="677510" y="37795"/>
                  </a:lnTo>
                  <a:lnTo>
                    <a:pt x="677451" y="45354"/>
                  </a:lnTo>
                  <a:lnTo>
                    <a:pt x="677412" y="52913"/>
                  </a:lnTo>
                  <a:lnTo>
                    <a:pt x="677389" y="60472"/>
                  </a:lnTo>
                  <a:lnTo>
                    <a:pt x="677377" y="68031"/>
                  </a:lnTo>
                  <a:lnTo>
                    <a:pt x="677372" y="75590"/>
                  </a:lnTo>
                  <a:lnTo>
                    <a:pt x="677370" y="83149"/>
                  </a:lnTo>
                  <a:lnTo>
                    <a:pt x="677369" y="90708"/>
                  </a:lnTo>
                  <a:lnTo>
                    <a:pt x="677369" y="98267"/>
                  </a:lnTo>
                  <a:lnTo>
                    <a:pt x="677369" y="105826"/>
                  </a:lnTo>
                  <a:lnTo>
                    <a:pt x="677369" y="113385"/>
                  </a:lnTo>
                  <a:lnTo>
                    <a:pt x="677369" y="120944"/>
                  </a:lnTo>
                  <a:lnTo>
                    <a:pt x="677369" y="128503"/>
                  </a:lnTo>
                  <a:lnTo>
                    <a:pt x="677370" y="136062"/>
                  </a:lnTo>
                  <a:lnTo>
                    <a:pt x="677372" y="143621"/>
                  </a:lnTo>
                  <a:lnTo>
                    <a:pt x="677376" y="151180"/>
                  </a:lnTo>
                  <a:lnTo>
                    <a:pt x="677385" y="158739"/>
                  </a:lnTo>
                  <a:lnTo>
                    <a:pt x="677402" y="166298"/>
                  </a:lnTo>
                  <a:lnTo>
                    <a:pt x="677428" y="173857"/>
                  </a:lnTo>
                  <a:lnTo>
                    <a:pt x="677465" y="181416"/>
                  </a:lnTo>
                  <a:lnTo>
                    <a:pt x="677510" y="188975"/>
                  </a:lnTo>
                  <a:lnTo>
                    <a:pt x="677554" y="196534"/>
                  </a:lnTo>
                  <a:lnTo>
                    <a:pt x="677590" y="204093"/>
                  </a:lnTo>
                  <a:lnTo>
                    <a:pt x="677609" y="211652"/>
                  </a:lnTo>
                  <a:lnTo>
                    <a:pt x="677604" y="219211"/>
                  </a:lnTo>
                  <a:lnTo>
                    <a:pt x="677577" y="226770"/>
                  </a:lnTo>
                  <a:lnTo>
                    <a:pt x="677537" y="234329"/>
                  </a:lnTo>
                  <a:lnTo>
                    <a:pt x="677491" y="241888"/>
                  </a:lnTo>
                  <a:lnTo>
                    <a:pt x="677449" y="249447"/>
                  </a:lnTo>
                  <a:lnTo>
                    <a:pt x="677417" y="257006"/>
                  </a:lnTo>
                  <a:lnTo>
                    <a:pt x="677394" y="264565"/>
                  </a:lnTo>
                  <a:lnTo>
                    <a:pt x="677381" y="272124"/>
                  </a:lnTo>
                  <a:lnTo>
                    <a:pt x="677374" y="279683"/>
                  </a:lnTo>
                  <a:lnTo>
                    <a:pt x="677371" y="287242"/>
                  </a:lnTo>
                  <a:lnTo>
                    <a:pt x="677369" y="294801"/>
                  </a:lnTo>
                  <a:lnTo>
                    <a:pt x="677369" y="302360"/>
                  </a:lnTo>
                  <a:lnTo>
                    <a:pt x="677369" y="309919"/>
                  </a:lnTo>
                  <a:lnTo>
                    <a:pt x="677369" y="317478"/>
                  </a:lnTo>
                  <a:lnTo>
                    <a:pt x="677369" y="325037"/>
                  </a:lnTo>
                  <a:lnTo>
                    <a:pt x="677369" y="332596"/>
                  </a:lnTo>
                  <a:lnTo>
                    <a:pt x="677369" y="340155"/>
                  </a:lnTo>
                  <a:lnTo>
                    <a:pt x="677369" y="347714"/>
                  </a:lnTo>
                  <a:lnTo>
                    <a:pt x="677369" y="355273"/>
                  </a:lnTo>
                  <a:lnTo>
                    <a:pt x="677369" y="362832"/>
                  </a:lnTo>
                  <a:lnTo>
                    <a:pt x="677369" y="370391"/>
                  </a:lnTo>
                  <a:lnTo>
                    <a:pt x="677369" y="377950"/>
                  </a:lnTo>
                  <a:lnTo>
                    <a:pt x="677369" y="385509"/>
                  </a:lnTo>
                  <a:lnTo>
                    <a:pt x="677369" y="393068"/>
                  </a:lnTo>
                  <a:lnTo>
                    <a:pt x="677369" y="400627"/>
                  </a:lnTo>
                  <a:lnTo>
                    <a:pt x="677369" y="408186"/>
                  </a:lnTo>
                  <a:lnTo>
                    <a:pt x="677369" y="415745"/>
                  </a:lnTo>
                  <a:lnTo>
                    <a:pt x="677369" y="423304"/>
                  </a:lnTo>
                  <a:lnTo>
                    <a:pt x="677369" y="430863"/>
                  </a:lnTo>
                  <a:lnTo>
                    <a:pt x="677370" y="438422"/>
                  </a:lnTo>
                  <a:lnTo>
                    <a:pt x="677371" y="445981"/>
                  </a:lnTo>
                  <a:lnTo>
                    <a:pt x="677375" y="453540"/>
                  </a:lnTo>
                  <a:lnTo>
                    <a:pt x="677382" y="461099"/>
                  </a:lnTo>
                  <a:lnTo>
                    <a:pt x="677397" y="468658"/>
                  </a:lnTo>
                  <a:lnTo>
                    <a:pt x="677422" y="476217"/>
                  </a:lnTo>
                  <a:lnTo>
                    <a:pt x="677459" y="483776"/>
                  </a:lnTo>
                  <a:lnTo>
                    <a:pt x="677509" y="491335"/>
                  </a:lnTo>
                  <a:lnTo>
                    <a:pt x="677568" y="498894"/>
                  </a:lnTo>
                  <a:lnTo>
                    <a:pt x="677630" y="506453"/>
                  </a:lnTo>
                  <a:lnTo>
                    <a:pt x="677687" y="514012"/>
                  </a:lnTo>
                  <a:lnTo>
                    <a:pt x="677730" y="521571"/>
                  </a:lnTo>
                  <a:lnTo>
                    <a:pt x="677755" y="529130"/>
                  </a:lnTo>
                  <a:lnTo>
                    <a:pt x="677758" y="536689"/>
                  </a:lnTo>
                  <a:lnTo>
                    <a:pt x="677739" y="544248"/>
                  </a:lnTo>
                  <a:lnTo>
                    <a:pt x="677700" y="551807"/>
                  </a:lnTo>
                  <a:lnTo>
                    <a:pt x="677646" y="559366"/>
                  </a:lnTo>
                  <a:lnTo>
                    <a:pt x="677585" y="566926"/>
                  </a:lnTo>
                  <a:lnTo>
                    <a:pt x="677525" y="574485"/>
                  </a:lnTo>
                  <a:lnTo>
                    <a:pt x="677473" y="582044"/>
                  </a:lnTo>
                  <a:lnTo>
                    <a:pt x="677435" y="589603"/>
                  </a:lnTo>
                  <a:lnTo>
                    <a:pt x="677411" y="597162"/>
                  </a:lnTo>
                  <a:lnTo>
                    <a:pt x="677403" y="604721"/>
                  </a:lnTo>
                  <a:lnTo>
                    <a:pt x="677411" y="612280"/>
                  </a:lnTo>
                  <a:lnTo>
                    <a:pt x="677433" y="619839"/>
                  </a:lnTo>
                  <a:lnTo>
                    <a:pt x="677470" y="627398"/>
                  </a:lnTo>
                  <a:lnTo>
                    <a:pt x="677520" y="634957"/>
                  </a:lnTo>
                  <a:lnTo>
                    <a:pt x="677575" y="642516"/>
                  </a:lnTo>
                  <a:lnTo>
                    <a:pt x="677630" y="650075"/>
                  </a:lnTo>
                  <a:lnTo>
                    <a:pt x="677680" y="657634"/>
                  </a:lnTo>
                  <a:lnTo>
                    <a:pt x="677725" y="665193"/>
                  </a:lnTo>
                  <a:lnTo>
                    <a:pt x="677766" y="672752"/>
                  </a:lnTo>
                  <a:lnTo>
                    <a:pt x="677807" y="680311"/>
                  </a:lnTo>
                  <a:lnTo>
                    <a:pt x="677846" y="687870"/>
                  </a:lnTo>
                  <a:lnTo>
                    <a:pt x="677874" y="695429"/>
                  </a:lnTo>
                  <a:lnTo>
                    <a:pt x="677883" y="702988"/>
                  </a:lnTo>
                  <a:lnTo>
                    <a:pt x="677866" y="710547"/>
                  </a:lnTo>
                  <a:lnTo>
                    <a:pt x="677824" y="718106"/>
                  </a:lnTo>
                  <a:lnTo>
                    <a:pt x="677770" y="725665"/>
                  </a:lnTo>
                  <a:lnTo>
                    <a:pt x="677716" y="733224"/>
                  </a:lnTo>
                  <a:lnTo>
                    <a:pt x="677677" y="740783"/>
                  </a:lnTo>
                  <a:lnTo>
                    <a:pt x="677655" y="748342"/>
                  </a:lnTo>
                  <a:lnTo>
                    <a:pt x="677646" y="755901"/>
                  </a:lnTo>
                  <a:lnTo>
                    <a:pt x="677638" y="763460"/>
                  </a:lnTo>
                  <a:lnTo>
                    <a:pt x="677622" y="771019"/>
                  </a:lnTo>
                  <a:lnTo>
                    <a:pt x="677592" y="778578"/>
                  </a:lnTo>
                  <a:lnTo>
                    <a:pt x="677549" y="786137"/>
                  </a:lnTo>
                  <a:lnTo>
                    <a:pt x="677502" y="793696"/>
                  </a:lnTo>
                  <a:lnTo>
                    <a:pt x="677458" y="801255"/>
                  </a:lnTo>
                  <a:lnTo>
                    <a:pt x="677423" y="808814"/>
                  </a:lnTo>
                  <a:lnTo>
                    <a:pt x="677399" y="816373"/>
                  </a:lnTo>
                  <a:lnTo>
                    <a:pt x="677385" y="823932"/>
                  </a:lnTo>
                  <a:lnTo>
                    <a:pt x="677379" y="831491"/>
                  </a:lnTo>
                  <a:lnTo>
                    <a:pt x="677381" y="839050"/>
                  </a:lnTo>
                  <a:lnTo>
                    <a:pt x="677389" y="846609"/>
                  </a:lnTo>
                  <a:lnTo>
                    <a:pt x="677407" y="854168"/>
                  </a:lnTo>
                  <a:lnTo>
                    <a:pt x="677435" y="861727"/>
                  </a:lnTo>
                  <a:lnTo>
                    <a:pt x="677475" y="869286"/>
                  </a:lnTo>
                  <a:lnTo>
                    <a:pt x="677525" y="876845"/>
                  </a:lnTo>
                  <a:lnTo>
                    <a:pt x="677580" y="884404"/>
                  </a:lnTo>
                  <a:lnTo>
                    <a:pt x="677637" y="891963"/>
                  </a:lnTo>
                  <a:lnTo>
                    <a:pt x="677690" y="899522"/>
                  </a:lnTo>
                  <a:lnTo>
                    <a:pt x="677740" y="907081"/>
                  </a:lnTo>
                  <a:lnTo>
                    <a:pt x="677787" y="914640"/>
                  </a:lnTo>
                  <a:lnTo>
                    <a:pt x="677832" y="922199"/>
                  </a:lnTo>
                  <a:lnTo>
                    <a:pt x="677870" y="929758"/>
                  </a:lnTo>
                  <a:lnTo>
                    <a:pt x="677894" y="937317"/>
                  </a:lnTo>
                  <a:lnTo>
                    <a:pt x="677891" y="944876"/>
                  </a:lnTo>
                  <a:lnTo>
                    <a:pt x="677856" y="952435"/>
                  </a:lnTo>
                  <a:lnTo>
                    <a:pt x="677792" y="959994"/>
                  </a:lnTo>
                  <a:lnTo>
                    <a:pt x="677717" y="967553"/>
                  </a:lnTo>
                  <a:lnTo>
                    <a:pt x="677649" y="975112"/>
                  </a:lnTo>
                  <a:lnTo>
                    <a:pt x="677606" y="982671"/>
                  </a:lnTo>
                  <a:lnTo>
                    <a:pt x="677592" y="990230"/>
                  </a:lnTo>
                  <a:lnTo>
                    <a:pt x="677605" y="997789"/>
                  </a:lnTo>
                  <a:lnTo>
                    <a:pt x="677635" y="1005348"/>
                  </a:lnTo>
                  <a:lnTo>
                    <a:pt x="677671" y="1012907"/>
                  </a:lnTo>
                  <a:lnTo>
                    <a:pt x="677703" y="1020466"/>
                  </a:lnTo>
                  <a:lnTo>
                    <a:pt x="677726" y="1028025"/>
                  </a:lnTo>
                  <a:lnTo>
                    <a:pt x="677739" y="1035584"/>
                  </a:lnTo>
                  <a:lnTo>
                    <a:pt x="677744" y="1043143"/>
                  </a:lnTo>
                  <a:lnTo>
                    <a:pt x="677745" y="1050702"/>
                  </a:lnTo>
                  <a:lnTo>
                    <a:pt x="677745" y="1058261"/>
                  </a:lnTo>
                  <a:lnTo>
                    <a:pt x="677751" y="1065820"/>
                  </a:lnTo>
                  <a:lnTo>
                    <a:pt x="677771" y="1073379"/>
                  </a:lnTo>
                  <a:lnTo>
                    <a:pt x="677812" y="1080938"/>
                  </a:lnTo>
                  <a:lnTo>
                    <a:pt x="677878" y="1088497"/>
                  </a:lnTo>
                  <a:lnTo>
                    <a:pt x="677967" y="1096056"/>
                  </a:lnTo>
                  <a:lnTo>
                    <a:pt x="678070" y="1103615"/>
                  </a:lnTo>
                  <a:lnTo>
                    <a:pt x="678175" y="1111174"/>
                  </a:lnTo>
                  <a:lnTo>
                    <a:pt x="678262" y="1118733"/>
                  </a:lnTo>
                  <a:lnTo>
                    <a:pt x="678311" y="1126292"/>
                  </a:lnTo>
                  <a:lnTo>
                    <a:pt x="678310" y="1133852"/>
                  </a:lnTo>
                  <a:lnTo>
                    <a:pt x="678253" y="1141411"/>
                  </a:lnTo>
                  <a:lnTo>
                    <a:pt x="678149" y="1148970"/>
                  </a:lnTo>
                  <a:lnTo>
                    <a:pt x="678015" y="1156529"/>
                  </a:lnTo>
                  <a:lnTo>
                    <a:pt x="677876" y="1164088"/>
                  </a:lnTo>
                  <a:lnTo>
                    <a:pt x="677753" y="1171647"/>
                  </a:lnTo>
                  <a:lnTo>
                    <a:pt x="677666" y="1179206"/>
                  </a:lnTo>
                  <a:lnTo>
                    <a:pt x="677621" y="1186765"/>
                  </a:lnTo>
                  <a:lnTo>
                    <a:pt x="677615" y="1194324"/>
                  </a:lnTo>
                  <a:lnTo>
                    <a:pt x="677638" y="1201883"/>
                  </a:lnTo>
                  <a:lnTo>
                    <a:pt x="677675" y="1209442"/>
                  </a:lnTo>
                  <a:lnTo>
                    <a:pt x="677714" y="1217001"/>
                  </a:lnTo>
                  <a:lnTo>
                    <a:pt x="677744" y="1224560"/>
                  </a:lnTo>
                  <a:lnTo>
                    <a:pt x="677760" y="1232119"/>
                  </a:lnTo>
                  <a:lnTo>
                    <a:pt x="677763" y="1239678"/>
                  </a:lnTo>
                  <a:lnTo>
                    <a:pt x="677756" y="1247237"/>
                  </a:lnTo>
                  <a:lnTo>
                    <a:pt x="677747" y="1254796"/>
                  </a:lnTo>
                  <a:lnTo>
                    <a:pt x="677747" y="1262355"/>
                  </a:lnTo>
                  <a:lnTo>
                    <a:pt x="677769" y="1269914"/>
                  </a:lnTo>
                  <a:lnTo>
                    <a:pt x="677820" y="1277473"/>
                  </a:lnTo>
                  <a:lnTo>
                    <a:pt x="677905" y="1285032"/>
                  </a:lnTo>
                  <a:lnTo>
                    <a:pt x="678015" y="1292591"/>
                  </a:lnTo>
                  <a:lnTo>
                    <a:pt x="678133" y="1300150"/>
                  </a:lnTo>
                  <a:lnTo>
                    <a:pt x="678237" y="1307709"/>
                  </a:lnTo>
                  <a:lnTo>
                    <a:pt x="678308" y="1315268"/>
                  </a:lnTo>
                  <a:lnTo>
                    <a:pt x="678334" y="1322827"/>
                  </a:lnTo>
                  <a:lnTo>
                    <a:pt x="678311" y="1330386"/>
                  </a:lnTo>
                  <a:lnTo>
                    <a:pt x="678246" y="1337945"/>
                  </a:lnTo>
                  <a:lnTo>
                    <a:pt x="678154" y="1345504"/>
                  </a:lnTo>
                  <a:lnTo>
                    <a:pt x="678054" y="1353063"/>
                  </a:lnTo>
                  <a:lnTo>
                    <a:pt x="677963" y="1360622"/>
                  </a:lnTo>
                  <a:lnTo>
                    <a:pt x="677893" y="1368181"/>
                  </a:lnTo>
                  <a:lnTo>
                    <a:pt x="677849" y="1375740"/>
                  </a:lnTo>
                  <a:lnTo>
                    <a:pt x="677831" y="1383299"/>
                  </a:lnTo>
                  <a:lnTo>
                    <a:pt x="677834" y="1390858"/>
                  </a:lnTo>
                  <a:lnTo>
                    <a:pt x="677852" y="1398417"/>
                  </a:lnTo>
                  <a:lnTo>
                    <a:pt x="677878" y="1405976"/>
                  </a:lnTo>
                  <a:lnTo>
                    <a:pt x="677899" y="1413535"/>
                  </a:lnTo>
                  <a:lnTo>
                    <a:pt x="677905" y="1421094"/>
                  </a:lnTo>
                  <a:lnTo>
                    <a:pt x="677885" y="1428653"/>
                  </a:lnTo>
                  <a:lnTo>
                    <a:pt x="677838" y="1436212"/>
                  </a:lnTo>
                  <a:lnTo>
                    <a:pt x="677771" y="1443771"/>
                  </a:lnTo>
                  <a:lnTo>
                    <a:pt x="677703" y="1451330"/>
                  </a:lnTo>
                  <a:lnTo>
                    <a:pt x="677661" y="1458889"/>
                  </a:lnTo>
                  <a:lnTo>
                    <a:pt x="677665" y="1466448"/>
                  </a:lnTo>
                  <a:lnTo>
                    <a:pt x="677730" y="1474007"/>
                  </a:lnTo>
                  <a:lnTo>
                    <a:pt x="677856" y="1481566"/>
                  </a:lnTo>
                  <a:lnTo>
                    <a:pt x="678026" y="1489125"/>
                  </a:lnTo>
                  <a:lnTo>
                    <a:pt x="678210" y="1496684"/>
                  </a:lnTo>
                  <a:lnTo>
                    <a:pt x="678372" y="1504243"/>
                  </a:lnTo>
                  <a:lnTo>
                    <a:pt x="678484" y="1511802"/>
                  </a:lnTo>
                  <a:lnTo>
                    <a:pt x="678539" y="1519361"/>
                  </a:lnTo>
                  <a:lnTo>
                    <a:pt x="678557" y="1526920"/>
                  </a:lnTo>
                  <a:lnTo>
                    <a:pt x="678576" y="1534479"/>
                  </a:lnTo>
                  <a:lnTo>
                    <a:pt x="678640" y="1542038"/>
                  </a:lnTo>
                  <a:lnTo>
                    <a:pt x="678783" y="1549597"/>
                  </a:lnTo>
                  <a:lnTo>
                    <a:pt x="679011" y="1557156"/>
                  </a:lnTo>
                  <a:lnTo>
                    <a:pt x="679305" y="1564715"/>
                  </a:lnTo>
                  <a:lnTo>
                    <a:pt x="679623" y="1572274"/>
                  </a:lnTo>
                  <a:lnTo>
                    <a:pt x="679913" y="1579833"/>
                  </a:lnTo>
                  <a:lnTo>
                    <a:pt x="680131" y="1587392"/>
                  </a:lnTo>
                  <a:lnTo>
                    <a:pt x="680253" y="1594951"/>
                  </a:lnTo>
                  <a:lnTo>
                    <a:pt x="680272" y="1602510"/>
                  </a:lnTo>
                  <a:lnTo>
                    <a:pt x="680197" y="1610069"/>
                  </a:lnTo>
                  <a:lnTo>
                    <a:pt x="680045" y="1617628"/>
                  </a:lnTo>
                  <a:lnTo>
                    <a:pt x="679834" y="1625187"/>
                  </a:lnTo>
                  <a:lnTo>
                    <a:pt x="679586" y="1632746"/>
                  </a:lnTo>
                  <a:lnTo>
                    <a:pt x="679323" y="1640305"/>
                  </a:lnTo>
                  <a:lnTo>
                    <a:pt x="679070" y="1647864"/>
                  </a:lnTo>
                  <a:lnTo>
                    <a:pt x="678847" y="1655423"/>
                  </a:lnTo>
                  <a:lnTo>
                    <a:pt x="678663" y="1662982"/>
                  </a:lnTo>
                  <a:lnTo>
                    <a:pt x="678520" y="1670541"/>
                  </a:lnTo>
                  <a:lnTo>
                    <a:pt x="678413" y="1678100"/>
                  </a:lnTo>
                  <a:lnTo>
                    <a:pt x="678338" y="1685659"/>
                  </a:lnTo>
                  <a:lnTo>
                    <a:pt x="678294" y="1693218"/>
                  </a:lnTo>
                  <a:lnTo>
                    <a:pt x="678285" y="1700778"/>
                  </a:lnTo>
                  <a:lnTo>
                    <a:pt x="678321" y="1708337"/>
                  </a:lnTo>
                  <a:lnTo>
                    <a:pt x="678413" y="1715896"/>
                  </a:lnTo>
                  <a:lnTo>
                    <a:pt x="678575" y="1723455"/>
                  </a:lnTo>
                  <a:lnTo>
                    <a:pt x="678810" y="1731014"/>
                  </a:lnTo>
                  <a:lnTo>
                    <a:pt x="679109" y="1738573"/>
                  </a:lnTo>
                  <a:lnTo>
                    <a:pt x="679443" y="1746132"/>
                  </a:lnTo>
                  <a:lnTo>
                    <a:pt x="679769" y="1753691"/>
                  </a:lnTo>
                  <a:lnTo>
                    <a:pt x="680039" y="1761250"/>
                  </a:lnTo>
                  <a:lnTo>
                    <a:pt x="680211" y="1768809"/>
                  </a:lnTo>
                  <a:lnTo>
                    <a:pt x="680257" y="1776368"/>
                  </a:lnTo>
                  <a:lnTo>
                    <a:pt x="680181" y="1783927"/>
                  </a:lnTo>
                  <a:lnTo>
                    <a:pt x="680004" y="1791486"/>
                  </a:lnTo>
                  <a:lnTo>
                    <a:pt x="679754" y="1799045"/>
                  </a:lnTo>
                  <a:lnTo>
                    <a:pt x="679464" y="1806604"/>
                  </a:lnTo>
                  <a:lnTo>
                    <a:pt x="679164" y="1814163"/>
                  </a:lnTo>
                  <a:lnTo>
                    <a:pt x="678888" y="1821722"/>
                  </a:lnTo>
                  <a:lnTo>
                    <a:pt x="678672" y="1829281"/>
                  </a:lnTo>
                  <a:lnTo>
                    <a:pt x="678550" y="1836840"/>
                  </a:lnTo>
                  <a:lnTo>
                    <a:pt x="678551" y="1844399"/>
                  </a:lnTo>
                  <a:lnTo>
                    <a:pt x="678690" y="1851958"/>
                  </a:lnTo>
                  <a:lnTo>
                    <a:pt x="678961" y="1859517"/>
                  </a:lnTo>
                  <a:lnTo>
                    <a:pt x="679335" y="1867076"/>
                  </a:lnTo>
                  <a:lnTo>
                    <a:pt x="679764" y="1874635"/>
                  </a:lnTo>
                  <a:lnTo>
                    <a:pt x="680181" y="1882194"/>
                  </a:lnTo>
                  <a:lnTo>
                    <a:pt x="680520" y="1889753"/>
                  </a:lnTo>
                  <a:lnTo>
                    <a:pt x="680725" y="1897312"/>
                  </a:lnTo>
                  <a:lnTo>
                    <a:pt x="680768" y="1904871"/>
                  </a:lnTo>
                  <a:lnTo>
                    <a:pt x="680658" y="1912430"/>
                  </a:lnTo>
                  <a:lnTo>
                    <a:pt x="680444" y="1919989"/>
                  </a:lnTo>
                  <a:lnTo>
                    <a:pt x="680201" y="1927548"/>
                  </a:lnTo>
                  <a:lnTo>
                    <a:pt x="680016" y="1935107"/>
                  </a:lnTo>
                  <a:lnTo>
                    <a:pt x="679964" y="1942666"/>
                  </a:lnTo>
                  <a:lnTo>
                    <a:pt x="680074" y="1950225"/>
                  </a:lnTo>
                  <a:lnTo>
                    <a:pt x="680334" y="1957784"/>
                  </a:lnTo>
                  <a:lnTo>
                    <a:pt x="680696" y="1965343"/>
                  </a:lnTo>
                  <a:lnTo>
                    <a:pt x="681093" y="1972902"/>
                  </a:lnTo>
                  <a:lnTo>
                    <a:pt x="681463" y="1980461"/>
                  </a:lnTo>
                  <a:lnTo>
                    <a:pt x="681765" y="1988020"/>
                  </a:lnTo>
                  <a:lnTo>
                    <a:pt x="681982" y="1995579"/>
                  </a:lnTo>
                  <a:lnTo>
                    <a:pt x="682117" y="2003138"/>
                  </a:lnTo>
                  <a:lnTo>
                    <a:pt x="682180" y="2010697"/>
                  </a:lnTo>
                  <a:lnTo>
                    <a:pt x="682173" y="2018256"/>
                  </a:lnTo>
                  <a:lnTo>
                    <a:pt x="682093" y="2025815"/>
                  </a:lnTo>
                  <a:lnTo>
                    <a:pt x="681936" y="2033374"/>
                  </a:lnTo>
                  <a:lnTo>
                    <a:pt x="681705" y="2040933"/>
                  </a:lnTo>
                  <a:lnTo>
                    <a:pt x="681423" y="2048492"/>
                  </a:lnTo>
                  <a:lnTo>
                    <a:pt x="681125" y="2056051"/>
                  </a:lnTo>
                  <a:lnTo>
                    <a:pt x="680856" y="2063610"/>
                  </a:lnTo>
                  <a:lnTo>
                    <a:pt x="680651" y="2071169"/>
                  </a:lnTo>
                  <a:lnTo>
                    <a:pt x="680531" y="2078728"/>
                  </a:lnTo>
                  <a:lnTo>
                    <a:pt x="680498" y="2086287"/>
                  </a:lnTo>
                  <a:lnTo>
                    <a:pt x="680543" y="2093846"/>
                  </a:lnTo>
                  <a:lnTo>
                    <a:pt x="680647" y="2101405"/>
                  </a:lnTo>
                  <a:lnTo>
                    <a:pt x="680790" y="2108964"/>
                  </a:lnTo>
                  <a:lnTo>
                    <a:pt x="680956" y="2116523"/>
                  </a:lnTo>
                  <a:lnTo>
                    <a:pt x="681144" y="2124082"/>
                  </a:lnTo>
                  <a:lnTo>
                    <a:pt x="681361" y="2131641"/>
                  </a:lnTo>
                  <a:lnTo>
                    <a:pt x="681622" y="2139200"/>
                  </a:lnTo>
                  <a:lnTo>
                    <a:pt x="681938" y="2146759"/>
                  </a:lnTo>
                  <a:lnTo>
                    <a:pt x="682307" y="2154318"/>
                  </a:lnTo>
                  <a:lnTo>
                    <a:pt x="682708" y="2161877"/>
                  </a:lnTo>
                  <a:lnTo>
                    <a:pt x="683101" y="2169436"/>
                  </a:lnTo>
                  <a:lnTo>
                    <a:pt x="683446" y="2176995"/>
                  </a:lnTo>
                  <a:lnTo>
                    <a:pt x="683707" y="2184554"/>
                  </a:lnTo>
                  <a:lnTo>
                    <a:pt x="683870" y="2192113"/>
                  </a:lnTo>
                  <a:lnTo>
                    <a:pt x="683935" y="2199672"/>
                  </a:lnTo>
                  <a:lnTo>
                    <a:pt x="683913" y="2207231"/>
                  </a:lnTo>
                  <a:lnTo>
                    <a:pt x="683806" y="2214790"/>
                  </a:lnTo>
                  <a:lnTo>
                    <a:pt x="683604" y="2222349"/>
                  </a:lnTo>
                  <a:lnTo>
                    <a:pt x="683292" y="2229908"/>
                  </a:lnTo>
                  <a:lnTo>
                    <a:pt x="682871" y="2237467"/>
                  </a:lnTo>
                  <a:lnTo>
                    <a:pt x="682377" y="2245026"/>
                  </a:lnTo>
                  <a:lnTo>
                    <a:pt x="681886" y="2252585"/>
                  </a:lnTo>
                  <a:lnTo>
                    <a:pt x="681494" y="2260145"/>
                  </a:lnTo>
                  <a:lnTo>
                    <a:pt x="681282" y="2267704"/>
                  </a:lnTo>
                  <a:lnTo>
                    <a:pt x="681270" y="2275263"/>
                  </a:lnTo>
                  <a:lnTo>
                    <a:pt x="681431" y="2282822"/>
                  </a:lnTo>
                  <a:lnTo>
                    <a:pt x="681709" y="2290381"/>
                  </a:lnTo>
                  <a:lnTo>
                    <a:pt x="682041" y="2297940"/>
                  </a:lnTo>
                  <a:lnTo>
                    <a:pt x="682376" y="2305499"/>
                  </a:lnTo>
                  <a:lnTo>
                    <a:pt x="682682" y="2313058"/>
                  </a:lnTo>
                  <a:lnTo>
                    <a:pt x="682940" y="2320617"/>
                  </a:lnTo>
                  <a:lnTo>
                    <a:pt x="683146" y="2328176"/>
                  </a:lnTo>
                  <a:lnTo>
                    <a:pt x="683302" y="2335735"/>
                  </a:lnTo>
                  <a:lnTo>
                    <a:pt x="683419" y="2343294"/>
                  </a:lnTo>
                  <a:lnTo>
                    <a:pt x="683511" y="2350853"/>
                  </a:lnTo>
                  <a:lnTo>
                    <a:pt x="683601" y="2358412"/>
                  </a:lnTo>
                  <a:lnTo>
                    <a:pt x="683719" y="2365971"/>
                  </a:lnTo>
                  <a:lnTo>
                    <a:pt x="683895" y="2373530"/>
                  </a:lnTo>
                  <a:lnTo>
                    <a:pt x="684150" y="2381089"/>
                  </a:lnTo>
                  <a:lnTo>
                    <a:pt x="684483" y="2388648"/>
                  </a:lnTo>
                  <a:lnTo>
                    <a:pt x="684853" y="2396207"/>
                  </a:lnTo>
                  <a:lnTo>
                    <a:pt x="685184" y="2403766"/>
                  </a:lnTo>
                  <a:lnTo>
                    <a:pt x="685388" y="2411325"/>
                  </a:lnTo>
                  <a:lnTo>
                    <a:pt x="685397" y="2418884"/>
                  </a:lnTo>
                  <a:lnTo>
                    <a:pt x="685192" y="2426443"/>
                  </a:lnTo>
                  <a:lnTo>
                    <a:pt x="684849" y="2434002"/>
                  </a:lnTo>
                  <a:lnTo>
                    <a:pt x="684477" y="2441561"/>
                  </a:lnTo>
                  <a:lnTo>
                    <a:pt x="684192" y="2449120"/>
                  </a:lnTo>
                  <a:lnTo>
                    <a:pt x="684081" y="2456679"/>
                  </a:lnTo>
                  <a:lnTo>
                    <a:pt x="684187" y="2464238"/>
                  </a:lnTo>
                  <a:lnTo>
                    <a:pt x="684503" y="2471797"/>
                  </a:lnTo>
                  <a:lnTo>
                    <a:pt x="684982" y="2479356"/>
                  </a:lnTo>
                  <a:lnTo>
                    <a:pt x="685547" y="2486915"/>
                  </a:lnTo>
                  <a:lnTo>
                    <a:pt x="686109" y="2494474"/>
                  </a:lnTo>
                  <a:lnTo>
                    <a:pt x="686599" y="2502033"/>
                  </a:lnTo>
                  <a:lnTo>
                    <a:pt x="686991" y="2509592"/>
                  </a:lnTo>
                  <a:lnTo>
                    <a:pt x="687321" y="2517151"/>
                  </a:lnTo>
                  <a:lnTo>
                    <a:pt x="687673" y="2524710"/>
                  </a:lnTo>
                  <a:lnTo>
                    <a:pt x="688141" y="2532269"/>
                  </a:lnTo>
                  <a:lnTo>
                    <a:pt x="688782" y="2539828"/>
                  </a:lnTo>
                  <a:lnTo>
                    <a:pt x="689578" y="2547387"/>
                  </a:lnTo>
                  <a:lnTo>
                    <a:pt x="690438" y="2554946"/>
                  </a:lnTo>
                  <a:lnTo>
                    <a:pt x="691235" y="2562505"/>
                  </a:lnTo>
                  <a:lnTo>
                    <a:pt x="691852" y="2570064"/>
                  </a:lnTo>
                  <a:lnTo>
                    <a:pt x="692227" y="2577623"/>
                  </a:lnTo>
                  <a:lnTo>
                    <a:pt x="692349" y="2585182"/>
                  </a:lnTo>
                  <a:lnTo>
                    <a:pt x="692258" y="2592741"/>
                  </a:lnTo>
                  <a:lnTo>
                    <a:pt x="692015" y="2600300"/>
                  </a:lnTo>
                  <a:lnTo>
                    <a:pt x="691674" y="2607859"/>
                  </a:lnTo>
                  <a:lnTo>
                    <a:pt x="691279" y="2615418"/>
                  </a:lnTo>
                  <a:lnTo>
                    <a:pt x="690871" y="2622977"/>
                  </a:lnTo>
                  <a:lnTo>
                    <a:pt x="690488" y="2630536"/>
                  </a:lnTo>
                  <a:lnTo>
                    <a:pt x="690167" y="2638095"/>
                  </a:lnTo>
                  <a:lnTo>
                    <a:pt x="689940" y="2645654"/>
                  </a:lnTo>
                  <a:lnTo>
                    <a:pt x="689829" y="2653213"/>
                  </a:lnTo>
                  <a:lnTo>
                    <a:pt x="689844" y="2660772"/>
                  </a:lnTo>
                  <a:lnTo>
                    <a:pt x="689976" y="2668331"/>
                  </a:lnTo>
                  <a:lnTo>
                    <a:pt x="690215" y="2675890"/>
                  </a:lnTo>
                  <a:lnTo>
                    <a:pt x="690551" y="2683449"/>
                  </a:lnTo>
                  <a:lnTo>
                    <a:pt x="690985" y="2691008"/>
                  </a:lnTo>
                  <a:lnTo>
                    <a:pt x="691520" y="2698567"/>
                  </a:lnTo>
                  <a:lnTo>
                    <a:pt x="692145" y="2706126"/>
                  </a:lnTo>
                  <a:lnTo>
                    <a:pt x="692821" y="2713685"/>
                  </a:lnTo>
                  <a:lnTo>
                    <a:pt x="693483" y="2721244"/>
                  </a:lnTo>
                  <a:lnTo>
                    <a:pt x="694044" y="2728803"/>
                  </a:lnTo>
                  <a:lnTo>
                    <a:pt x="694426" y="2736362"/>
                  </a:lnTo>
                  <a:lnTo>
                    <a:pt x="694576" y="2743921"/>
                  </a:lnTo>
                  <a:lnTo>
                    <a:pt x="694480" y="2751480"/>
                  </a:lnTo>
                  <a:lnTo>
                    <a:pt x="694201" y="2759039"/>
                  </a:lnTo>
                  <a:lnTo>
                    <a:pt x="693829" y="2766598"/>
                  </a:lnTo>
                  <a:lnTo>
                    <a:pt x="693463" y="2774157"/>
                  </a:lnTo>
                  <a:lnTo>
                    <a:pt x="693178" y="2781716"/>
                  </a:lnTo>
                  <a:lnTo>
                    <a:pt x="693005" y="2789275"/>
                  </a:lnTo>
                  <a:lnTo>
                    <a:pt x="692931" y="2796834"/>
                  </a:lnTo>
                  <a:lnTo>
                    <a:pt x="692914" y="2804393"/>
                  </a:lnTo>
                  <a:lnTo>
                    <a:pt x="692916" y="2811952"/>
                  </a:lnTo>
                  <a:lnTo>
                    <a:pt x="692928" y="2819511"/>
                  </a:lnTo>
                  <a:lnTo>
                    <a:pt x="692986" y="2827071"/>
                  </a:lnTo>
                  <a:lnTo>
                    <a:pt x="693166" y="2834630"/>
                  </a:lnTo>
                  <a:lnTo>
                    <a:pt x="693563" y="2842189"/>
                  </a:lnTo>
                  <a:lnTo>
                    <a:pt x="694258" y="2849748"/>
                  </a:lnTo>
                  <a:lnTo>
                    <a:pt x="695291" y="2857307"/>
                  </a:lnTo>
                  <a:lnTo>
                    <a:pt x="696639" y="2864866"/>
                  </a:lnTo>
                  <a:lnTo>
                    <a:pt x="698212" y="2872425"/>
                  </a:lnTo>
                  <a:lnTo>
                    <a:pt x="699869" y="2879984"/>
                  </a:lnTo>
                  <a:lnTo>
                    <a:pt x="701438" y="2887543"/>
                  </a:lnTo>
                  <a:lnTo>
                    <a:pt x="702746" y="2895102"/>
                  </a:lnTo>
                  <a:lnTo>
                    <a:pt x="703647" y="2902661"/>
                  </a:lnTo>
                  <a:lnTo>
                    <a:pt x="704043" y="2910220"/>
                  </a:lnTo>
                  <a:lnTo>
                    <a:pt x="703946" y="2917779"/>
                  </a:lnTo>
                  <a:lnTo>
                    <a:pt x="703497" y="2925338"/>
                  </a:lnTo>
                  <a:lnTo>
                    <a:pt x="702894" y="2932897"/>
                  </a:lnTo>
                  <a:lnTo>
                    <a:pt x="702354" y="2940456"/>
                  </a:lnTo>
                  <a:lnTo>
                    <a:pt x="702050" y="2948015"/>
                  </a:lnTo>
                  <a:lnTo>
                    <a:pt x="702077" y="2955574"/>
                  </a:lnTo>
                  <a:lnTo>
                    <a:pt x="702447" y="2963133"/>
                  </a:lnTo>
                  <a:lnTo>
                    <a:pt x="703112" y="2970692"/>
                  </a:lnTo>
                  <a:lnTo>
                    <a:pt x="704004" y="2978251"/>
                  </a:lnTo>
                  <a:lnTo>
                    <a:pt x="705046" y="2985810"/>
                  </a:lnTo>
                  <a:lnTo>
                    <a:pt x="706165" y="2993369"/>
                  </a:lnTo>
                  <a:lnTo>
                    <a:pt x="707289" y="3000928"/>
                  </a:lnTo>
                  <a:lnTo>
                    <a:pt x="708348" y="3008487"/>
                  </a:lnTo>
                  <a:lnTo>
                    <a:pt x="709279" y="3016046"/>
                  </a:lnTo>
                  <a:lnTo>
                    <a:pt x="710032" y="3023605"/>
                  </a:lnTo>
                  <a:lnTo>
                    <a:pt x="710566" y="3031164"/>
                  </a:lnTo>
                  <a:lnTo>
                    <a:pt x="710850" y="3038723"/>
                  </a:lnTo>
                  <a:lnTo>
                    <a:pt x="710862" y="3046282"/>
                  </a:lnTo>
                  <a:lnTo>
                    <a:pt x="710607" y="3053841"/>
                  </a:lnTo>
                  <a:lnTo>
                    <a:pt x="710146" y="3061400"/>
                  </a:lnTo>
                  <a:lnTo>
                    <a:pt x="709610" y="3068959"/>
                  </a:lnTo>
                  <a:lnTo>
                    <a:pt x="709211" y="3076518"/>
                  </a:lnTo>
                  <a:lnTo>
                    <a:pt x="709164" y="3084077"/>
                  </a:lnTo>
                  <a:lnTo>
                    <a:pt x="709616" y="3091636"/>
                  </a:lnTo>
                  <a:lnTo>
                    <a:pt x="710605" y="3099195"/>
                  </a:lnTo>
                  <a:lnTo>
                    <a:pt x="712055" y="3106754"/>
                  </a:lnTo>
                  <a:lnTo>
                    <a:pt x="713804" y="3114313"/>
                  </a:lnTo>
                  <a:lnTo>
                    <a:pt x="715660" y="3121872"/>
                  </a:lnTo>
                  <a:lnTo>
                    <a:pt x="717444" y="3129431"/>
                  </a:lnTo>
                  <a:lnTo>
                    <a:pt x="719028" y="3136990"/>
                  </a:lnTo>
                  <a:lnTo>
                    <a:pt x="720360" y="3144549"/>
                  </a:lnTo>
                  <a:lnTo>
                    <a:pt x="721482" y="3152108"/>
                  </a:lnTo>
                  <a:lnTo>
                    <a:pt x="722531" y="3159667"/>
                  </a:lnTo>
                  <a:lnTo>
                    <a:pt x="723712" y="3167226"/>
                  </a:lnTo>
                  <a:lnTo>
                    <a:pt x="725233" y="3174785"/>
                  </a:lnTo>
                  <a:lnTo>
                    <a:pt x="727215" y="3182344"/>
                  </a:lnTo>
                  <a:lnTo>
                    <a:pt x="729621" y="3189903"/>
                  </a:lnTo>
                  <a:lnTo>
                    <a:pt x="732230" y="3197462"/>
                  </a:lnTo>
                  <a:lnTo>
                    <a:pt x="734697" y="3205021"/>
                  </a:lnTo>
                  <a:lnTo>
                    <a:pt x="736668" y="3212580"/>
                  </a:lnTo>
                  <a:lnTo>
                    <a:pt x="737905" y="3220139"/>
                  </a:lnTo>
                  <a:lnTo>
                    <a:pt x="738375" y="3227698"/>
                  </a:lnTo>
                  <a:lnTo>
                    <a:pt x="738247" y="3235257"/>
                  </a:lnTo>
                  <a:lnTo>
                    <a:pt x="737864" y="3242816"/>
                  </a:lnTo>
                  <a:lnTo>
                    <a:pt x="737596" y="3250375"/>
                  </a:lnTo>
                  <a:lnTo>
                    <a:pt x="737723" y="3257934"/>
                  </a:lnTo>
                  <a:lnTo>
                    <a:pt x="738394" y="3265493"/>
                  </a:lnTo>
                  <a:lnTo>
                    <a:pt x="739608" y="3273052"/>
                  </a:lnTo>
                  <a:lnTo>
                    <a:pt x="741237" y="3280611"/>
                  </a:lnTo>
                  <a:lnTo>
                    <a:pt x="743078" y="3288170"/>
                  </a:lnTo>
                  <a:lnTo>
                    <a:pt x="744933" y="3295729"/>
                  </a:lnTo>
                  <a:lnTo>
                    <a:pt x="746685" y="3303288"/>
                  </a:lnTo>
                  <a:lnTo>
                    <a:pt x="748336" y="3310847"/>
                  </a:lnTo>
                  <a:lnTo>
                    <a:pt x="750000" y="3318406"/>
                  </a:lnTo>
                  <a:lnTo>
                    <a:pt x="751842" y="3325965"/>
                  </a:lnTo>
                  <a:lnTo>
                    <a:pt x="754005" y="3333524"/>
                  </a:lnTo>
                  <a:lnTo>
                    <a:pt x="756558" y="3341083"/>
                  </a:lnTo>
                  <a:lnTo>
                    <a:pt x="759493" y="3348642"/>
                  </a:lnTo>
                  <a:lnTo>
                    <a:pt x="762759" y="3356201"/>
                  </a:lnTo>
                  <a:lnTo>
                    <a:pt x="766304" y="3363760"/>
                  </a:lnTo>
                  <a:lnTo>
                    <a:pt x="770102" y="3371319"/>
                  </a:lnTo>
                  <a:lnTo>
                    <a:pt x="774134" y="3378878"/>
                  </a:lnTo>
                  <a:lnTo>
                    <a:pt x="778380" y="3386437"/>
                  </a:lnTo>
                  <a:lnTo>
                    <a:pt x="782817" y="3393997"/>
                  </a:lnTo>
                  <a:lnTo>
                    <a:pt x="787474" y="3401556"/>
                  </a:lnTo>
                  <a:lnTo>
                    <a:pt x="792433" y="3409115"/>
                  </a:lnTo>
                  <a:lnTo>
                    <a:pt x="797820" y="3416674"/>
                  </a:lnTo>
                  <a:lnTo>
                    <a:pt x="803716" y="3424233"/>
                  </a:lnTo>
                  <a:lnTo>
                    <a:pt x="810072" y="3431792"/>
                  </a:lnTo>
                  <a:lnTo>
                    <a:pt x="816723" y="3439351"/>
                  </a:lnTo>
                  <a:lnTo>
                    <a:pt x="823479" y="3446910"/>
                  </a:lnTo>
                  <a:lnTo>
                    <a:pt x="830267" y="3454469"/>
                  </a:lnTo>
                  <a:lnTo>
                    <a:pt x="837205" y="3462028"/>
                  </a:lnTo>
                  <a:lnTo>
                    <a:pt x="844554" y="3469587"/>
                  </a:lnTo>
                  <a:lnTo>
                    <a:pt x="852576" y="3477146"/>
                  </a:lnTo>
                  <a:lnTo>
                    <a:pt x="861378" y="3484705"/>
                  </a:lnTo>
                  <a:lnTo>
                    <a:pt x="870859" y="3492264"/>
                  </a:lnTo>
                  <a:lnTo>
                    <a:pt x="880793" y="3499823"/>
                  </a:lnTo>
                  <a:lnTo>
                    <a:pt x="890985" y="3507382"/>
                  </a:lnTo>
                  <a:lnTo>
                    <a:pt x="901413" y="3514941"/>
                  </a:lnTo>
                  <a:lnTo>
                    <a:pt x="912268" y="3522500"/>
                  </a:lnTo>
                  <a:lnTo>
                    <a:pt x="923885" y="3530059"/>
                  </a:lnTo>
                  <a:lnTo>
                    <a:pt x="936631" y="3537618"/>
                  </a:lnTo>
                  <a:lnTo>
                    <a:pt x="950809" y="3545177"/>
                  </a:lnTo>
                  <a:lnTo>
                    <a:pt x="966620" y="3552736"/>
                  </a:lnTo>
                  <a:lnTo>
                    <a:pt x="984206" y="3560295"/>
                  </a:lnTo>
                  <a:lnTo>
                    <a:pt x="1003630" y="3567854"/>
                  </a:lnTo>
                  <a:lnTo>
                    <a:pt x="1024833" y="3575413"/>
                  </a:lnTo>
                  <a:lnTo>
                    <a:pt x="1047786" y="3582972"/>
                  </a:lnTo>
                  <a:lnTo>
                    <a:pt x="1072396" y="3590531"/>
                  </a:lnTo>
                  <a:lnTo>
                    <a:pt x="1098468" y="3598090"/>
                  </a:lnTo>
                  <a:lnTo>
                    <a:pt x="1125667" y="3605649"/>
                  </a:lnTo>
                  <a:lnTo>
                    <a:pt x="1153547" y="3613208"/>
                  </a:lnTo>
                  <a:lnTo>
                    <a:pt x="1181644" y="3620767"/>
                  </a:lnTo>
                  <a:lnTo>
                    <a:pt x="1209592" y="3628326"/>
                  </a:lnTo>
                  <a:lnTo>
                    <a:pt x="1237178" y="3635885"/>
                  </a:lnTo>
                  <a:lnTo>
                    <a:pt x="1264223" y="3643444"/>
                  </a:lnTo>
                  <a:lnTo>
                    <a:pt x="1290322" y="3651003"/>
                  </a:lnTo>
                  <a:lnTo>
                    <a:pt x="1314507" y="3658562"/>
                  </a:lnTo>
                  <a:lnTo>
                    <a:pt x="1335031" y="3666121"/>
                  </a:lnTo>
                  <a:lnTo>
                    <a:pt x="1349405" y="3673680"/>
                  </a:lnTo>
                  <a:lnTo>
                    <a:pt x="1354738" y="3681239"/>
                  </a:lnTo>
                  <a:lnTo>
                    <a:pt x="1348288" y="3688798"/>
                  </a:lnTo>
                  <a:lnTo>
                    <a:pt x="1328064" y="3696357"/>
                  </a:lnTo>
                  <a:lnTo>
                    <a:pt x="1293324" y="3703916"/>
                  </a:lnTo>
                  <a:lnTo>
                    <a:pt x="1244880" y="3711475"/>
                  </a:lnTo>
                  <a:lnTo>
                    <a:pt x="1185132" y="3719034"/>
                  </a:lnTo>
                  <a:lnTo>
                    <a:pt x="1117711" y="3726593"/>
                  </a:lnTo>
                  <a:lnTo>
                    <a:pt x="1047724" y="3734152"/>
                  </a:lnTo>
                  <a:lnTo>
                    <a:pt x="979750" y="3741711"/>
                  </a:lnTo>
                  <a:lnTo>
                    <a:pt x="917556" y="3749270"/>
                  </a:lnTo>
                  <a:lnTo>
                    <a:pt x="863690" y="3756829"/>
                  </a:lnTo>
                  <a:lnTo>
                    <a:pt x="819339" y="3764388"/>
                  </a:lnTo>
                  <a:lnTo>
                    <a:pt x="784476" y="3771947"/>
                  </a:lnTo>
                  <a:lnTo>
                    <a:pt x="758175" y="3779506"/>
                  </a:lnTo>
                  <a:lnTo>
                    <a:pt x="738994" y="3787065"/>
                  </a:lnTo>
                  <a:lnTo>
                    <a:pt x="725307" y="3794624"/>
                  </a:lnTo>
                  <a:lnTo>
                    <a:pt x="715564" y="3802183"/>
                  </a:lnTo>
                  <a:lnTo>
                    <a:pt x="708452" y="3809742"/>
                  </a:lnTo>
                  <a:lnTo>
                    <a:pt x="702979" y="3817301"/>
                  </a:lnTo>
                  <a:lnTo>
                    <a:pt x="698484" y="3824860"/>
                  </a:lnTo>
                  <a:lnTo>
                    <a:pt x="694584" y="3832419"/>
                  </a:lnTo>
                  <a:lnTo>
                    <a:pt x="691104" y="3839978"/>
                  </a:lnTo>
                  <a:lnTo>
                    <a:pt x="687995" y="3847537"/>
                  </a:lnTo>
                  <a:lnTo>
                    <a:pt x="685276" y="3855096"/>
                  </a:lnTo>
                  <a:lnTo>
                    <a:pt x="682983" y="3862655"/>
                  </a:lnTo>
                  <a:close/>
                </a:path>
              </a:pathLst>
            </a:custGeom>
            <a:solidFill>
              <a:srgbClr val="F2975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12096637" y="4525400"/>
              <a:ext cx="615206" cy="3422953"/>
            </a:xfrm>
            <a:custGeom>
              <a:avLst/>
              <a:pathLst>
                <a:path w="615206" h="3422953">
                  <a:moveTo>
                    <a:pt x="300414" y="3422953"/>
                  </a:moveTo>
                  <a:lnTo>
                    <a:pt x="298525" y="3416255"/>
                  </a:lnTo>
                  <a:lnTo>
                    <a:pt x="296322" y="3409556"/>
                  </a:lnTo>
                  <a:lnTo>
                    <a:pt x="293785" y="3402858"/>
                  </a:lnTo>
                  <a:lnTo>
                    <a:pt x="290899" y="3396159"/>
                  </a:lnTo>
                  <a:lnTo>
                    <a:pt x="287620" y="3389461"/>
                  </a:lnTo>
                  <a:lnTo>
                    <a:pt x="283945" y="3382762"/>
                  </a:lnTo>
                  <a:lnTo>
                    <a:pt x="279858" y="3376064"/>
                  </a:lnTo>
                  <a:lnTo>
                    <a:pt x="275334" y="3369365"/>
                  </a:lnTo>
                  <a:lnTo>
                    <a:pt x="270346" y="3362667"/>
                  </a:lnTo>
                  <a:lnTo>
                    <a:pt x="264865" y="3355968"/>
                  </a:lnTo>
                  <a:lnTo>
                    <a:pt x="258867" y="3349269"/>
                  </a:lnTo>
                  <a:lnTo>
                    <a:pt x="252332" y="3342571"/>
                  </a:lnTo>
                  <a:lnTo>
                    <a:pt x="245244" y="3335872"/>
                  </a:lnTo>
                  <a:lnTo>
                    <a:pt x="237598" y="3329174"/>
                  </a:lnTo>
                  <a:lnTo>
                    <a:pt x="229395" y="3322475"/>
                  </a:lnTo>
                  <a:lnTo>
                    <a:pt x="220645" y="3315777"/>
                  </a:lnTo>
                  <a:lnTo>
                    <a:pt x="211364" y="3309078"/>
                  </a:lnTo>
                  <a:lnTo>
                    <a:pt x="201557" y="3302380"/>
                  </a:lnTo>
                  <a:lnTo>
                    <a:pt x="191270" y="3295681"/>
                  </a:lnTo>
                  <a:lnTo>
                    <a:pt x="180572" y="3288983"/>
                  </a:lnTo>
                  <a:lnTo>
                    <a:pt x="169521" y="3282284"/>
                  </a:lnTo>
                  <a:lnTo>
                    <a:pt x="158189" y="3275585"/>
                  </a:lnTo>
                  <a:lnTo>
                    <a:pt x="146657" y="3268887"/>
                  </a:lnTo>
                  <a:lnTo>
                    <a:pt x="135016" y="3262188"/>
                  </a:lnTo>
                  <a:lnTo>
                    <a:pt x="123363" y="3255490"/>
                  </a:lnTo>
                  <a:lnTo>
                    <a:pt x="111803" y="3248791"/>
                  </a:lnTo>
                  <a:lnTo>
                    <a:pt x="100441" y="3242093"/>
                  </a:lnTo>
                  <a:lnTo>
                    <a:pt x="89384" y="3235394"/>
                  </a:lnTo>
                  <a:lnTo>
                    <a:pt x="78732" y="3228696"/>
                  </a:lnTo>
                  <a:lnTo>
                    <a:pt x="68581" y="3221997"/>
                  </a:lnTo>
                  <a:lnTo>
                    <a:pt x="59031" y="3215299"/>
                  </a:lnTo>
                  <a:lnTo>
                    <a:pt x="50172" y="3208600"/>
                  </a:lnTo>
                  <a:lnTo>
                    <a:pt x="42013" y="3201902"/>
                  </a:lnTo>
                  <a:lnTo>
                    <a:pt x="34578" y="3195203"/>
                  </a:lnTo>
                  <a:lnTo>
                    <a:pt x="27878" y="3188504"/>
                  </a:lnTo>
                  <a:lnTo>
                    <a:pt x="21913" y="3181806"/>
                  </a:lnTo>
                  <a:lnTo>
                    <a:pt x="16679" y="3175107"/>
                  </a:lnTo>
                  <a:lnTo>
                    <a:pt x="12168" y="3168409"/>
                  </a:lnTo>
                  <a:lnTo>
                    <a:pt x="8375" y="3161710"/>
                  </a:lnTo>
                  <a:lnTo>
                    <a:pt x="5295" y="3155012"/>
                  </a:lnTo>
                  <a:lnTo>
                    <a:pt x="2927" y="3148313"/>
                  </a:lnTo>
                  <a:lnTo>
                    <a:pt x="1263" y="3141615"/>
                  </a:lnTo>
                  <a:lnTo>
                    <a:pt x="293" y="3134916"/>
                  </a:lnTo>
                  <a:lnTo>
                    <a:pt x="0" y="3128218"/>
                  </a:lnTo>
                  <a:lnTo>
                    <a:pt x="382" y="3121519"/>
                  </a:lnTo>
                  <a:lnTo>
                    <a:pt x="1323" y="3114821"/>
                  </a:lnTo>
                  <a:lnTo>
                    <a:pt x="2741" y="3108122"/>
                  </a:lnTo>
                  <a:lnTo>
                    <a:pt x="4536" y="3101423"/>
                  </a:lnTo>
                  <a:lnTo>
                    <a:pt x="6599" y="3094725"/>
                  </a:lnTo>
                  <a:lnTo>
                    <a:pt x="8815" y="3088026"/>
                  </a:lnTo>
                  <a:lnTo>
                    <a:pt x="11077" y="3081328"/>
                  </a:lnTo>
                  <a:lnTo>
                    <a:pt x="13291" y="3074629"/>
                  </a:lnTo>
                  <a:lnTo>
                    <a:pt x="15384" y="3067931"/>
                  </a:lnTo>
                  <a:lnTo>
                    <a:pt x="17316" y="3061232"/>
                  </a:lnTo>
                  <a:lnTo>
                    <a:pt x="19080" y="3054534"/>
                  </a:lnTo>
                  <a:lnTo>
                    <a:pt x="20705" y="3047835"/>
                  </a:lnTo>
                  <a:lnTo>
                    <a:pt x="22257" y="3041137"/>
                  </a:lnTo>
                  <a:lnTo>
                    <a:pt x="23838" y="3034438"/>
                  </a:lnTo>
                  <a:lnTo>
                    <a:pt x="25570" y="3027740"/>
                  </a:lnTo>
                  <a:lnTo>
                    <a:pt x="27565" y="3021041"/>
                  </a:lnTo>
                  <a:lnTo>
                    <a:pt x="29920" y="3014342"/>
                  </a:lnTo>
                  <a:lnTo>
                    <a:pt x="32702" y="3007644"/>
                  </a:lnTo>
                  <a:lnTo>
                    <a:pt x="35942" y="3000945"/>
                  </a:lnTo>
                  <a:lnTo>
                    <a:pt x="39628" y="2994247"/>
                  </a:lnTo>
                  <a:lnTo>
                    <a:pt x="43705" y="2987548"/>
                  </a:lnTo>
                  <a:lnTo>
                    <a:pt x="48088" y="2980850"/>
                  </a:lnTo>
                  <a:lnTo>
                    <a:pt x="52669" y="2974151"/>
                  </a:lnTo>
                  <a:lnTo>
                    <a:pt x="57331" y="2967453"/>
                  </a:lnTo>
                  <a:lnTo>
                    <a:pt x="61965" y="2960754"/>
                  </a:lnTo>
                  <a:lnTo>
                    <a:pt x="66480" y="2954056"/>
                  </a:lnTo>
                  <a:lnTo>
                    <a:pt x="70799" y="2947357"/>
                  </a:lnTo>
                  <a:lnTo>
                    <a:pt x="74893" y="2940658"/>
                  </a:lnTo>
                  <a:lnTo>
                    <a:pt x="78766" y="2933960"/>
                  </a:lnTo>
                  <a:lnTo>
                    <a:pt x="82437" y="2927261"/>
                  </a:lnTo>
                  <a:lnTo>
                    <a:pt x="85935" y="2920563"/>
                  </a:lnTo>
                  <a:lnTo>
                    <a:pt x="89294" y="2913864"/>
                  </a:lnTo>
                  <a:lnTo>
                    <a:pt x="92549" y="2907166"/>
                  </a:lnTo>
                  <a:lnTo>
                    <a:pt x="95734" y="2900467"/>
                  </a:lnTo>
                  <a:lnTo>
                    <a:pt x="98879" y="2893769"/>
                  </a:lnTo>
                  <a:lnTo>
                    <a:pt x="102016" y="2887070"/>
                  </a:lnTo>
                  <a:lnTo>
                    <a:pt x="105177" y="2880372"/>
                  </a:lnTo>
                  <a:lnTo>
                    <a:pt x="108395" y="2873673"/>
                  </a:lnTo>
                  <a:lnTo>
                    <a:pt x="111708" y="2866975"/>
                  </a:lnTo>
                  <a:lnTo>
                    <a:pt x="115158" y="2860276"/>
                  </a:lnTo>
                  <a:lnTo>
                    <a:pt x="118780" y="2853577"/>
                  </a:lnTo>
                  <a:lnTo>
                    <a:pt x="122586" y="2846879"/>
                  </a:lnTo>
                  <a:lnTo>
                    <a:pt x="126575" y="2840180"/>
                  </a:lnTo>
                  <a:lnTo>
                    <a:pt x="130733" y="2833482"/>
                  </a:lnTo>
                  <a:lnTo>
                    <a:pt x="135027" y="2826783"/>
                  </a:lnTo>
                  <a:lnTo>
                    <a:pt x="139410" y="2820085"/>
                  </a:lnTo>
                  <a:lnTo>
                    <a:pt x="143828" y="2813386"/>
                  </a:lnTo>
                  <a:lnTo>
                    <a:pt x="148225" y="2806688"/>
                  </a:lnTo>
                  <a:lnTo>
                    <a:pt x="152546" y="2799989"/>
                  </a:lnTo>
                  <a:lnTo>
                    <a:pt x="156746" y="2793291"/>
                  </a:lnTo>
                  <a:lnTo>
                    <a:pt x="160794" y="2786592"/>
                  </a:lnTo>
                  <a:lnTo>
                    <a:pt x="164672" y="2779894"/>
                  </a:lnTo>
                  <a:lnTo>
                    <a:pt x="168375" y="2773195"/>
                  </a:lnTo>
                  <a:lnTo>
                    <a:pt x="171910" y="2766496"/>
                  </a:lnTo>
                  <a:lnTo>
                    <a:pt x="175319" y="2759798"/>
                  </a:lnTo>
                  <a:lnTo>
                    <a:pt x="178635" y="2753099"/>
                  </a:lnTo>
                  <a:lnTo>
                    <a:pt x="181894" y="2746401"/>
                  </a:lnTo>
                  <a:lnTo>
                    <a:pt x="185129" y="2739702"/>
                  </a:lnTo>
                  <a:lnTo>
                    <a:pt x="188361" y="2733004"/>
                  </a:lnTo>
                  <a:lnTo>
                    <a:pt x="191604" y="2726305"/>
                  </a:lnTo>
                  <a:lnTo>
                    <a:pt x="194855" y="2719607"/>
                  </a:lnTo>
                  <a:lnTo>
                    <a:pt x="198093" y="2712908"/>
                  </a:lnTo>
                  <a:lnTo>
                    <a:pt x="201286" y="2706210"/>
                  </a:lnTo>
                  <a:lnTo>
                    <a:pt x="204390" y="2699511"/>
                  </a:lnTo>
                  <a:lnTo>
                    <a:pt x="207352" y="2692813"/>
                  </a:lnTo>
                  <a:lnTo>
                    <a:pt x="210120" y="2686114"/>
                  </a:lnTo>
                  <a:lnTo>
                    <a:pt x="212625" y="2679415"/>
                  </a:lnTo>
                  <a:lnTo>
                    <a:pt x="214859" y="2672717"/>
                  </a:lnTo>
                  <a:lnTo>
                    <a:pt x="216817" y="2666018"/>
                  </a:lnTo>
                  <a:lnTo>
                    <a:pt x="218522" y="2659320"/>
                  </a:lnTo>
                  <a:lnTo>
                    <a:pt x="220019" y="2652621"/>
                  </a:lnTo>
                  <a:lnTo>
                    <a:pt x="221374" y="2645923"/>
                  </a:lnTo>
                  <a:lnTo>
                    <a:pt x="222668" y="2639224"/>
                  </a:lnTo>
                  <a:lnTo>
                    <a:pt x="223984" y="2632526"/>
                  </a:lnTo>
                  <a:lnTo>
                    <a:pt x="225401" y="2625827"/>
                  </a:lnTo>
                  <a:lnTo>
                    <a:pt x="226979" y="2619129"/>
                  </a:lnTo>
                  <a:lnTo>
                    <a:pt x="228758" y="2612430"/>
                  </a:lnTo>
                  <a:lnTo>
                    <a:pt x="230746" y="2605732"/>
                  </a:lnTo>
                  <a:lnTo>
                    <a:pt x="232921" y="2599033"/>
                  </a:lnTo>
                  <a:lnTo>
                    <a:pt x="235240" y="2592334"/>
                  </a:lnTo>
                  <a:lnTo>
                    <a:pt x="237618" y="2585636"/>
                  </a:lnTo>
                  <a:lnTo>
                    <a:pt x="239973" y="2578937"/>
                  </a:lnTo>
                  <a:lnTo>
                    <a:pt x="242230" y="2572239"/>
                  </a:lnTo>
                  <a:lnTo>
                    <a:pt x="244325" y="2565540"/>
                  </a:lnTo>
                  <a:lnTo>
                    <a:pt x="246213" y="2558842"/>
                  </a:lnTo>
                  <a:lnTo>
                    <a:pt x="247871" y="2552143"/>
                  </a:lnTo>
                  <a:lnTo>
                    <a:pt x="249299" y="2545445"/>
                  </a:lnTo>
                  <a:lnTo>
                    <a:pt x="250515" y="2538746"/>
                  </a:lnTo>
                  <a:lnTo>
                    <a:pt x="251556" y="2532048"/>
                  </a:lnTo>
                  <a:lnTo>
                    <a:pt x="252470" y="2525349"/>
                  </a:lnTo>
                  <a:lnTo>
                    <a:pt x="253306" y="2518650"/>
                  </a:lnTo>
                  <a:lnTo>
                    <a:pt x="254114" y="2511952"/>
                  </a:lnTo>
                  <a:lnTo>
                    <a:pt x="254935" y="2505253"/>
                  </a:lnTo>
                  <a:lnTo>
                    <a:pt x="255797" y="2498555"/>
                  </a:lnTo>
                  <a:lnTo>
                    <a:pt x="256707" y="2491856"/>
                  </a:lnTo>
                  <a:lnTo>
                    <a:pt x="257661" y="2485158"/>
                  </a:lnTo>
                  <a:lnTo>
                    <a:pt x="258643" y="2478459"/>
                  </a:lnTo>
                  <a:lnTo>
                    <a:pt x="259635" y="2471761"/>
                  </a:lnTo>
                  <a:lnTo>
                    <a:pt x="260619" y="2465062"/>
                  </a:lnTo>
                  <a:lnTo>
                    <a:pt x="261578" y="2458364"/>
                  </a:lnTo>
                  <a:lnTo>
                    <a:pt x="262504" y="2451665"/>
                  </a:lnTo>
                  <a:lnTo>
                    <a:pt x="263396" y="2444967"/>
                  </a:lnTo>
                  <a:lnTo>
                    <a:pt x="264259" y="2438268"/>
                  </a:lnTo>
                  <a:lnTo>
                    <a:pt x="265103" y="2431569"/>
                  </a:lnTo>
                  <a:lnTo>
                    <a:pt x="265940" y="2424871"/>
                  </a:lnTo>
                  <a:lnTo>
                    <a:pt x="266784" y="2418172"/>
                  </a:lnTo>
                  <a:lnTo>
                    <a:pt x="267650" y="2411474"/>
                  </a:lnTo>
                  <a:lnTo>
                    <a:pt x="268543" y="2404775"/>
                  </a:lnTo>
                  <a:lnTo>
                    <a:pt x="269467" y="2398077"/>
                  </a:lnTo>
                  <a:lnTo>
                    <a:pt x="270422" y="2391378"/>
                  </a:lnTo>
                  <a:lnTo>
                    <a:pt x="271402" y="2384680"/>
                  </a:lnTo>
                  <a:lnTo>
                    <a:pt x="272400" y="2377981"/>
                  </a:lnTo>
                  <a:lnTo>
                    <a:pt x="273407" y="2371283"/>
                  </a:lnTo>
                  <a:lnTo>
                    <a:pt x="274412" y="2364584"/>
                  </a:lnTo>
                  <a:lnTo>
                    <a:pt x="275403" y="2357886"/>
                  </a:lnTo>
                  <a:lnTo>
                    <a:pt x="276372" y="2351187"/>
                  </a:lnTo>
                  <a:lnTo>
                    <a:pt x="277312" y="2344488"/>
                  </a:lnTo>
                  <a:lnTo>
                    <a:pt x="278218" y="2337790"/>
                  </a:lnTo>
                  <a:lnTo>
                    <a:pt x="279090" y="2331091"/>
                  </a:lnTo>
                  <a:lnTo>
                    <a:pt x="279927" y="2324393"/>
                  </a:lnTo>
                  <a:lnTo>
                    <a:pt x="280737" y="2317694"/>
                  </a:lnTo>
                  <a:lnTo>
                    <a:pt x="281524" y="2310996"/>
                  </a:lnTo>
                  <a:lnTo>
                    <a:pt x="282293" y="2304297"/>
                  </a:lnTo>
                  <a:lnTo>
                    <a:pt x="283046" y="2297599"/>
                  </a:lnTo>
                  <a:lnTo>
                    <a:pt x="283782" y="2290900"/>
                  </a:lnTo>
                  <a:lnTo>
                    <a:pt x="284500" y="2284202"/>
                  </a:lnTo>
                  <a:lnTo>
                    <a:pt x="285197" y="2277503"/>
                  </a:lnTo>
                  <a:lnTo>
                    <a:pt x="285869" y="2270805"/>
                  </a:lnTo>
                  <a:lnTo>
                    <a:pt x="286513" y="2264106"/>
                  </a:lnTo>
                  <a:lnTo>
                    <a:pt x="287127" y="2257407"/>
                  </a:lnTo>
                  <a:lnTo>
                    <a:pt x="287709" y="2250709"/>
                  </a:lnTo>
                  <a:lnTo>
                    <a:pt x="288263" y="2244010"/>
                  </a:lnTo>
                  <a:lnTo>
                    <a:pt x="288789" y="2237312"/>
                  </a:lnTo>
                  <a:lnTo>
                    <a:pt x="289293" y="2230613"/>
                  </a:lnTo>
                  <a:lnTo>
                    <a:pt x="289781" y="2223915"/>
                  </a:lnTo>
                  <a:lnTo>
                    <a:pt x="290258" y="2217216"/>
                  </a:lnTo>
                  <a:lnTo>
                    <a:pt x="290727" y="2210518"/>
                  </a:lnTo>
                  <a:lnTo>
                    <a:pt x="291190" y="2203819"/>
                  </a:lnTo>
                  <a:lnTo>
                    <a:pt x="291648" y="2197121"/>
                  </a:lnTo>
                  <a:lnTo>
                    <a:pt x="292100" y="2190422"/>
                  </a:lnTo>
                  <a:lnTo>
                    <a:pt x="292541" y="2183723"/>
                  </a:lnTo>
                  <a:lnTo>
                    <a:pt x="292968" y="2177025"/>
                  </a:lnTo>
                  <a:lnTo>
                    <a:pt x="293374" y="2170326"/>
                  </a:lnTo>
                  <a:lnTo>
                    <a:pt x="293756" y="2163628"/>
                  </a:lnTo>
                  <a:lnTo>
                    <a:pt x="294110" y="2156929"/>
                  </a:lnTo>
                  <a:lnTo>
                    <a:pt x="294435" y="2150231"/>
                  </a:lnTo>
                  <a:lnTo>
                    <a:pt x="294735" y="2143532"/>
                  </a:lnTo>
                  <a:lnTo>
                    <a:pt x="295017" y="2136834"/>
                  </a:lnTo>
                  <a:lnTo>
                    <a:pt x="295288" y="2130135"/>
                  </a:lnTo>
                  <a:lnTo>
                    <a:pt x="295553" y="2123437"/>
                  </a:lnTo>
                  <a:lnTo>
                    <a:pt x="295817" y="2116738"/>
                  </a:lnTo>
                  <a:lnTo>
                    <a:pt x="296079" y="2110040"/>
                  </a:lnTo>
                  <a:lnTo>
                    <a:pt x="296338" y="2103341"/>
                  </a:lnTo>
                  <a:lnTo>
                    <a:pt x="296586" y="2096642"/>
                  </a:lnTo>
                  <a:lnTo>
                    <a:pt x="296817" y="2089944"/>
                  </a:lnTo>
                  <a:lnTo>
                    <a:pt x="297020" y="2083245"/>
                  </a:lnTo>
                  <a:lnTo>
                    <a:pt x="297188" y="2076547"/>
                  </a:lnTo>
                  <a:lnTo>
                    <a:pt x="297317" y="2069848"/>
                  </a:lnTo>
                  <a:lnTo>
                    <a:pt x="297404" y="2063150"/>
                  </a:lnTo>
                  <a:lnTo>
                    <a:pt x="297455" y="2056451"/>
                  </a:lnTo>
                  <a:lnTo>
                    <a:pt x="297481" y="2049753"/>
                  </a:lnTo>
                  <a:lnTo>
                    <a:pt x="297493" y="2043054"/>
                  </a:lnTo>
                  <a:lnTo>
                    <a:pt x="297504" y="2036356"/>
                  </a:lnTo>
                  <a:lnTo>
                    <a:pt x="297526" y="2029657"/>
                  </a:lnTo>
                  <a:lnTo>
                    <a:pt x="297569" y="2022959"/>
                  </a:lnTo>
                  <a:lnTo>
                    <a:pt x="297638" y="2016260"/>
                  </a:lnTo>
                  <a:lnTo>
                    <a:pt x="297736" y="2009561"/>
                  </a:lnTo>
                  <a:lnTo>
                    <a:pt x="297861" y="2002863"/>
                  </a:lnTo>
                  <a:lnTo>
                    <a:pt x="298010" y="1996164"/>
                  </a:lnTo>
                  <a:lnTo>
                    <a:pt x="298180" y="1989466"/>
                  </a:lnTo>
                  <a:lnTo>
                    <a:pt x="298366" y="1982767"/>
                  </a:lnTo>
                  <a:lnTo>
                    <a:pt x="298567" y="1976069"/>
                  </a:lnTo>
                  <a:lnTo>
                    <a:pt x="298786" y="1969370"/>
                  </a:lnTo>
                  <a:lnTo>
                    <a:pt x="299024" y="1962672"/>
                  </a:lnTo>
                  <a:lnTo>
                    <a:pt x="299286" y="1955973"/>
                  </a:lnTo>
                  <a:lnTo>
                    <a:pt x="299576" y="1949275"/>
                  </a:lnTo>
                  <a:lnTo>
                    <a:pt x="299895" y="1942576"/>
                  </a:lnTo>
                  <a:lnTo>
                    <a:pt x="300240" y="1935878"/>
                  </a:lnTo>
                  <a:lnTo>
                    <a:pt x="300606" y="1929179"/>
                  </a:lnTo>
                  <a:lnTo>
                    <a:pt x="300981" y="1922480"/>
                  </a:lnTo>
                  <a:lnTo>
                    <a:pt x="301352" y="1915782"/>
                  </a:lnTo>
                  <a:lnTo>
                    <a:pt x="301706" y="1909083"/>
                  </a:lnTo>
                  <a:lnTo>
                    <a:pt x="302029" y="1902385"/>
                  </a:lnTo>
                  <a:lnTo>
                    <a:pt x="302311" y="1895686"/>
                  </a:lnTo>
                  <a:lnTo>
                    <a:pt x="302547" y="1888988"/>
                  </a:lnTo>
                  <a:lnTo>
                    <a:pt x="302731" y="1882289"/>
                  </a:lnTo>
                  <a:lnTo>
                    <a:pt x="302875" y="1875591"/>
                  </a:lnTo>
                  <a:lnTo>
                    <a:pt x="302987" y="1868892"/>
                  </a:lnTo>
                  <a:lnTo>
                    <a:pt x="303081" y="1862194"/>
                  </a:lnTo>
                  <a:lnTo>
                    <a:pt x="303165" y="1855495"/>
                  </a:lnTo>
                  <a:lnTo>
                    <a:pt x="303251" y="1848797"/>
                  </a:lnTo>
                  <a:lnTo>
                    <a:pt x="303344" y="1842098"/>
                  </a:lnTo>
                  <a:lnTo>
                    <a:pt x="303450" y="1835399"/>
                  </a:lnTo>
                  <a:lnTo>
                    <a:pt x="303569" y="1828701"/>
                  </a:lnTo>
                  <a:lnTo>
                    <a:pt x="303699" y="1822002"/>
                  </a:lnTo>
                  <a:lnTo>
                    <a:pt x="303837" y="1815304"/>
                  </a:lnTo>
                  <a:lnTo>
                    <a:pt x="303982" y="1808605"/>
                  </a:lnTo>
                  <a:lnTo>
                    <a:pt x="304128" y="1801907"/>
                  </a:lnTo>
                  <a:lnTo>
                    <a:pt x="304274" y="1795208"/>
                  </a:lnTo>
                  <a:lnTo>
                    <a:pt x="304417" y="1788510"/>
                  </a:lnTo>
                  <a:lnTo>
                    <a:pt x="304556" y="1781811"/>
                  </a:lnTo>
                  <a:lnTo>
                    <a:pt x="304689" y="1775113"/>
                  </a:lnTo>
                  <a:lnTo>
                    <a:pt x="304814" y="1768414"/>
                  </a:lnTo>
                  <a:lnTo>
                    <a:pt x="304930" y="1761715"/>
                  </a:lnTo>
                  <a:lnTo>
                    <a:pt x="305035" y="1755017"/>
                  </a:lnTo>
                  <a:lnTo>
                    <a:pt x="305128" y="1748318"/>
                  </a:lnTo>
                  <a:lnTo>
                    <a:pt x="305208" y="1741620"/>
                  </a:lnTo>
                  <a:lnTo>
                    <a:pt x="305277" y="1734921"/>
                  </a:lnTo>
                  <a:lnTo>
                    <a:pt x="305334" y="1728223"/>
                  </a:lnTo>
                  <a:lnTo>
                    <a:pt x="305381" y="1721524"/>
                  </a:lnTo>
                  <a:lnTo>
                    <a:pt x="305421" y="1714826"/>
                  </a:lnTo>
                  <a:lnTo>
                    <a:pt x="305455" y="1708127"/>
                  </a:lnTo>
                  <a:lnTo>
                    <a:pt x="305485" y="1701429"/>
                  </a:lnTo>
                  <a:lnTo>
                    <a:pt x="305514" y="1694730"/>
                  </a:lnTo>
                  <a:lnTo>
                    <a:pt x="305543" y="1688032"/>
                  </a:lnTo>
                  <a:lnTo>
                    <a:pt x="305572" y="1681333"/>
                  </a:lnTo>
                  <a:lnTo>
                    <a:pt x="305604" y="1674634"/>
                  </a:lnTo>
                  <a:lnTo>
                    <a:pt x="305638" y="1667936"/>
                  </a:lnTo>
                  <a:lnTo>
                    <a:pt x="305675" y="1661237"/>
                  </a:lnTo>
                  <a:lnTo>
                    <a:pt x="305713" y="1654539"/>
                  </a:lnTo>
                  <a:lnTo>
                    <a:pt x="305750" y="1647840"/>
                  </a:lnTo>
                  <a:lnTo>
                    <a:pt x="305785" y="1641142"/>
                  </a:lnTo>
                  <a:lnTo>
                    <a:pt x="305814" y="1634443"/>
                  </a:lnTo>
                  <a:lnTo>
                    <a:pt x="305835" y="1627745"/>
                  </a:lnTo>
                  <a:lnTo>
                    <a:pt x="305846" y="1621046"/>
                  </a:lnTo>
                  <a:lnTo>
                    <a:pt x="305847" y="1614348"/>
                  </a:lnTo>
                  <a:lnTo>
                    <a:pt x="305839" y="1607649"/>
                  </a:lnTo>
                  <a:lnTo>
                    <a:pt x="305827" y="1600951"/>
                  </a:lnTo>
                  <a:lnTo>
                    <a:pt x="305814" y="1594252"/>
                  </a:lnTo>
                  <a:lnTo>
                    <a:pt x="305802" y="1587553"/>
                  </a:lnTo>
                  <a:lnTo>
                    <a:pt x="305796" y="1580855"/>
                  </a:lnTo>
                  <a:lnTo>
                    <a:pt x="305798" y="1574156"/>
                  </a:lnTo>
                  <a:lnTo>
                    <a:pt x="305808" y="1567458"/>
                  </a:lnTo>
                  <a:lnTo>
                    <a:pt x="305828" y="1560759"/>
                  </a:lnTo>
                  <a:lnTo>
                    <a:pt x="305856" y="1554061"/>
                  </a:lnTo>
                  <a:lnTo>
                    <a:pt x="305892" y="1547362"/>
                  </a:lnTo>
                  <a:lnTo>
                    <a:pt x="305934" y="1540664"/>
                  </a:lnTo>
                  <a:lnTo>
                    <a:pt x="305981" y="1533965"/>
                  </a:lnTo>
                  <a:lnTo>
                    <a:pt x="306033" y="1527267"/>
                  </a:lnTo>
                  <a:lnTo>
                    <a:pt x="306088" y="1520568"/>
                  </a:lnTo>
                  <a:lnTo>
                    <a:pt x="306145" y="1513870"/>
                  </a:lnTo>
                  <a:lnTo>
                    <a:pt x="306203" y="1507171"/>
                  </a:lnTo>
                  <a:lnTo>
                    <a:pt x="306261" y="1500472"/>
                  </a:lnTo>
                  <a:lnTo>
                    <a:pt x="306317" y="1493774"/>
                  </a:lnTo>
                  <a:lnTo>
                    <a:pt x="306372" y="1487075"/>
                  </a:lnTo>
                  <a:lnTo>
                    <a:pt x="306424" y="1480377"/>
                  </a:lnTo>
                  <a:lnTo>
                    <a:pt x="306476" y="1473678"/>
                  </a:lnTo>
                  <a:lnTo>
                    <a:pt x="306526" y="1466980"/>
                  </a:lnTo>
                  <a:lnTo>
                    <a:pt x="306576" y="1460281"/>
                  </a:lnTo>
                  <a:lnTo>
                    <a:pt x="306625" y="1453583"/>
                  </a:lnTo>
                  <a:lnTo>
                    <a:pt x="306672" y="1446884"/>
                  </a:lnTo>
                  <a:lnTo>
                    <a:pt x="306716" y="1440186"/>
                  </a:lnTo>
                  <a:lnTo>
                    <a:pt x="306754" y="1433487"/>
                  </a:lnTo>
                  <a:lnTo>
                    <a:pt x="306786" y="1426788"/>
                  </a:lnTo>
                  <a:lnTo>
                    <a:pt x="306809" y="1420090"/>
                  </a:lnTo>
                  <a:lnTo>
                    <a:pt x="306824" y="1413391"/>
                  </a:lnTo>
                  <a:lnTo>
                    <a:pt x="306829" y="1406693"/>
                  </a:lnTo>
                  <a:lnTo>
                    <a:pt x="306828" y="1399994"/>
                  </a:lnTo>
                  <a:lnTo>
                    <a:pt x="306822" y="1393296"/>
                  </a:lnTo>
                  <a:lnTo>
                    <a:pt x="306813" y="1386597"/>
                  </a:lnTo>
                  <a:lnTo>
                    <a:pt x="306805" y="1379899"/>
                  </a:lnTo>
                  <a:lnTo>
                    <a:pt x="306800" y="1373200"/>
                  </a:lnTo>
                  <a:lnTo>
                    <a:pt x="306803" y="1366502"/>
                  </a:lnTo>
                  <a:lnTo>
                    <a:pt x="306814" y="1359803"/>
                  </a:lnTo>
                  <a:lnTo>
                    <a:pt x="306836" y="1353105"/>
                  </a:lnTo>
                  <a:lnTo>
                    <a:pt x="306869" y="1346406"/>
                  </a:lnTo>
                  <a:lnTo>
                    <a:pt x="306913" y="1339707"/>
                  </a:lnTo>
                  <a:lnTo>
                    <a:pt x="306966" y="1333009"/>
                  </a:lnTo>
                  <a:lnTo>
                    <a:pt x="307024" y="1326310"/>
                  </a:lnTo>
                  <a:lnTo>
                    <a:pt x="307085" y="1319612"/>
                  </a:lnTo>
                  <a:lnTo>
                    <a:pt x="307145" y="1312913"/>
                  </a:lnTo>
                  <a:lnTo>
                    <a:pt x="307200" y="1306215"/>
                  </a:lnTo>
                  <a:lnTo>
                    <a:pt x="307249" y="1299516"/>
                  </a:lnTo>
                  <a:lnTo>
                    <a:pt x="307288" y="1292818"/>
                  </a:lnTo>
                  <a:lnTo>
                    <a:pt x="307318" y="1286119"/>
                  </a:lnTo>
                  <a:lnTo>
                    <a:pt x="307338" y="1279421"/>
                  </a:lnTo>
                  <a:lnTo>
                    <a:pt x="307350" y="1272722"/>
                  </a:lnTo>
                  <a:lnTo>
                    <a:pt x="307354" y="1266024"/>
                  </a:lnTo>
                  <a:lnTo>
                    <a:pt x="307354" y="1259325"/>
                  </a:lnTo>
                  <a:lnTo>
                    <a:pt x="307352" y="1252626"/>
                  </a:lnTo>
                  <a:lnTo>
                    <a:pt x="307350" y="1245928"/>
                  </a:lnTo>
                  <a:lnTo>
                    <a:pt x="307348" y="1239229"/>
                  </a:lnTo>
                  <a:lnTo>
                    <a:pt x="307347" y="1232531"/>
                  </a:lnTo>
                  <a:lnTo>
                    <a:pt x="307349" y="1225832"/>
                  </a:lnTo>
                  <a:lnTo>
                    <a:pt x="307354" y="1219134"/>
                  </a:lnTo>
                  <a:lnTo>
                    <a:pt x="307362" y="1212435"/>
                  </a:lnTo>
                  <a:lnTo>
                    <a:pt x="307373" y="1205737"/>
                  </a:lnTo>
                  <a:lnTo>
                    <a:pt x="307387" y="1199038"/>
                  </a:lnTo>
                  <a:lnTo>
                    <a:pt x="307402" y="1192340"/>
                  </a:lnTo>
                  <a:lnTo>
                    <a:pt x="307417" y="1185641"/>
                  </a:lnTo>
                  <a:lnTo>
                    <a:pt x="307431" y="1178943"/>
                  </a:lnTo>
                  <a:lnTo>
                    <a:pt x="307441" y="1172244"/>
                  </a:lnTo>
                  <a:lnTo>
                    <a:pt x="307446" y="1165545"/>
                  </a:lnTo>
                  <a:lnTo>
                    <a:pt x="307444" y="1158847"/>
                  </a:lnTo>
                  <a:lnTo>
                    <a:pt x="307434" y="1152148"/>
                  </a:lnTo>
                  <a:lnTo>
                    <a:pt x="307417" y="1145450"/>
                  </a:lnTo>
                  <a:lnTo>
                    <a:pt x="307394" y="1138751"/>
                  </a:lnTo>
                  <a:lnTo>
                    <a:pt x="307365" y="1132053"/>
                  </a:lnTo>
                  <a:lnTo>
                    <a:pt x="307335" y="1125354"/>
                  </a:lnTo>
                  <a:lnTo>
                    <a:pt x="307305" y="1118656"/>
                  </a:lnTo>
                  <a:lnTo>
                    <a:pt x="307279" y="1111957"/>
                  </a:lnTo>
                  <a:lnTo>
                    <a:pt x="307258" y="1105259"/>
                  </a:lnTo>
                  <a:lnTo>
                    <a:pt x="307245" y="1098560"/>
                  </a:lnTo>
                  <a:lnTo>
                    <a:pt x="307240" y="1091861"/>
                  </a:lnTo>
                  <a:lnTo>
                    <a:pt x="307243" y="1085163"/>
                  </a:lnTo>
                  <a:lnTo>
                    <a:pt x="307252" y="1078464"/>
                  </a:lnTo>
                  <a:lnTo>
                    <a:pt x="307266" y="1071766"/>
                  </a:lnTo>
                  <a:lnTo>
                    <a:pt x="307282" y="1065067"/>
                  </a:lnTo>
                  <a:lnTo>
                    <a:pt x="307299" y="1058369"/>
                  </a:lnTo>
                  <a:lnTo>
                    <a:pt x="307316" y="1051670"/>
                  </a:lnTo>
                  <a:lnTo>
                    <a:pt x="307332" y="1044972"/>
                  </a:lnTo>
                  <a:lnTo>
                    <a:pt x="307347" y="1038273"/>
                  </a:lnTo>
                  <a:lnTo>
                    <a:pt x="307361" y="1031575"/>
                  </a:lnTo>
                  <a:lnTo>
                    <a:pt x="307374" y="1024876"/>
                  </a:lnTo>
                  <a:lnTo>
                    <a:pt x="307384" y="1018178"/>
                  </a:lnTo>
                  <a:lnTo>
                    <a:pt x="307393" y="1011479"/>
                  </a:lnTo>
                  <a:lnTo>
                    <a:pt x="307399" y="1004780"/>
                  </a:lnTo>
                  <a:lnTo>
                    <a:pt x="307403" y="998082"/>
                  </a:lnTo>
                  <a:lnTo>
                    <a:pt x="307405" y="991383"/>
                  </a:lnTo>
                  <a:lnTo>
                    <a:pt x="307405" y="984685"/>
                  </a:lnTo>
                  <a:lnTo>
                    <a:pt x="307405" y="977986"/>
                  </a:lnTo>
                  <a:lnTo>
                    <a:pt x="307406" y="971288"/>
                  </a:lnTo>
                  <a:lnTo>
                    <a:pt x="307408" y="964589"/>
                  </a:lnTo>
                  <a:lnTo>
                    <a:pt x="307412" y="957891"/>
                  </a:lnTo>
                  <a:lnTo>
                    <a:pt x="307417" y="951192"/>
                  </a:lnTo>
                  <a:lnTo>
                    <a:pt x="307424" y="944494"/>
                  </a:lnTo>
                  <a:lnTo>
                    <a:pt x="307430" y="937795"/>
                  </a:lnTo>
                  <a:lnTo>
                    <a:pt x="307436" y="931097"/>
                  </a:lnTo>
                  <a:lnTo>
                    <a:pt x="307440" y="924398"/>
                  </a:lnTo>
                  <a:lnTo>
                    <a:pt x="307442" y="917699"/>
                  </a:lnTo>
                  <a:lnTo>
                    <a:pt x="307440" y="911001"/>
                  </a:lnTo>
                  <a:lnTo>
                    <a:pt x="307437" y="904302"/>
                  </a:lnTo>
                  <a:lnTo>
                    <a:pt x="307432" y="897604"/>
                  </a:lnTo>
                  <a:lnTo>
                    <a:pt x="307429" y="890905"/>
                  </a:lnTo>
                  <a:lnTo>
                    <a:pt x="307428" y="884207"/>
                  </a:lnTo>
                  <a:lnTo>
                    <a:pt x="307430" y="877508"/>
                  </a:lnTo>
                  <a:lnTo>
                    <a:pt x="307436" y="870810"/>
                  </a:lnTo>
                  <a:lnTo>
                    <a:pt x="307447" y="864111"/>
                  </a:lnTo>
                  <a:lnTo>
                    <a:pt x="307461" y="857413"/>
                  </a:lnTo>
                  <a:lnTo>
                    <a:pt x="307478" y="850714"/>
                  </a:lnTo>
                  <a:lnTo>
                    <a:pt x="307496" y="844016"/>
                  </a:lnTo>
                  <a:lnTo>
                    <a:pt x="307514" y="837317"/>
                  </a:lnTo>
                  <a:lnTo>
                    <a:pt x="307531" y="830618"/>
                  </a:lnTo>
                  <a:lnTo>
                    <a:pt x="307544" y="823920"/>
                  </a:lnTo>
                  <a:lnTo>
                    <a:pt x="307554" y="817221"/>
                  </a:lnTo>
                  <a:lnTo>
                    <a:pt x="307559" y="810523"/>
                  </a:lnTo>
                  <a:lnTo>
                    <a:pt x="307559" y="803824"/>
                  </a:lnTo>
                  <a:lnTo>
                    <a:pt x="307555" y="797126"/>
                  </a:lnTo>
                  <a:lnTo>
                    <a:pt x="307546" y="790427"/>
                  </a:lnTo>
                  <a:lnTo>
                    <a:pt x="307534" y="783729"/>
                  </a:lnTo>
                  <a:lnTo>
                    <a:pt x="307518" y="777030"/>
                  </a:lnTo>
                  <a:lnTo>
                    <a:pt x="307501" y="770332"/>
                  </a:lnTo>
                  <a:lnTo>
                    <a:pt x="307483" y="763633"/>
                  </a:lnTo>
                  <a:lnTo>
                    <a:pt x="307466" y="756935"/>
                  </a:lnTo>
                  <a:lnTo>
                    <a:pt x="307452" y="750236"/>
                  </a:lnTo>
                  <a:lnTo>
                    <a:pt x="307443" y="743537"/>
                  </a:lnTo>
                  <a:lnTo>
                    <a:pt x="307438" y="736839"/>
                  </a:lnTo>
                  <a:lnTo>
                    <a:pt x="307440" y="730140"/>
                  </a:lnTo>
                  <a:lnTo>
                    <a:pt x="307448" y="723442"/>
                  </a:lnTo>
                  <a:lnTo>
                    <a:pt x="307460" y="716743"/>
                  </a:lnTo>
                  <a:lnTo>
                    <a:pt x="307476" y="710045"/>
                  </a:lnTo>
                  <a:lnTo>
                    <a:pt x="307494" y="703346"/>
                  </a:lnTo>
                  <a:lnTo>
                    <a:pt x="307513" y="696648"/>
                  </a:lnTo>
                  <a:lnTo>
                    <a:pt x="307531" y="689949"/>
                  </a:lnTo>
                  <a:lnTo>
                    <a:pt x="307548" y="683251"/>
                  </a:lnTo>
                  <a:lnTo>
                    <a:pt x="307562" y="676552"/>
                  </a:lnTo>
                  <a:lnTo>
                    <a:pt x="307574" y="669853"/>
                  </a:lnTo>
                  <a:lnTo>
                    <a:pt x="307583" y="663155"/>
                  </a:lnTo>
                  <a:lnTo>
                    <a:pt x="307590" y="656456"/>
                  </a:lnTo>
                  <a:lnTo>
                    <a:pt x="307594" y="649758"/>
                  </a:lnTo>
                  <a:lnTo>
                    <a:pt x="307598" y="643059"/>
                  </a:lnTo>
                  <a:lnTo>
                    <a:pt x="307600" y="636361"/>
                  </a:lnTo>
                  <a:lnTo>
                    <a:pt x="307601" y="629662"/>
                  </a:lnTo>
                  <a:lnTo>
                    <a:pt x="307602" y="622964"/>
                  </a:lnTo>
                  <a:lnTo>
                    <a:pt x="307602" y="616265"/>
                  </a:lnTo>
                  <a:lnTo>
                    <a:pt x="307603" y="609567"/>
                  </a:lnTo>
                  <a:lnTo>
                    <a:pt x="307603" y="602868"/>
                  </a:lnTo>
                  <a:lnTo>
                    <a:pt x="307603" y="596170"/>
                  </a:lnTo>
                  <a:lnTo>
                    <a:pt x="307603" y="589471"/>
                  </a:lnTo>
                  <a:lnTo>
                    <a:pt x="307603" y="582772"/>
                  </a:lnTo>
                  <a:lnTo>
                    <a:pt x="307603" y="576074"/>
                  </a:lnTo>
                  <a:lnTo>
                    <a:pt x="307603" y="569375"/>
                  </a:lnTo>
                  <a:lnTo>
                    <a:pt x="307603" y="562677"/>
                  </a:lnTo>
                  <a:lnTo>
                    <a:pt x="307603" y="555978"/>
                  </a:lnTo>
                  <a:lnTo>
                    <a:pt x="307603" y="549280"/>
                  </a:lnTo>
                  <a:lnTo>
                    <a:pt x="307603" y="542581"/>
                  </a:lnTo>
                  <a:lnTo>
                    <a:pt x="307603" y="535883"/>
                  </a:lnTo>
                  <a:lnTo>
                    <a:pt x="307603" y="529184"/>
                  </a:lnTo>
                  <a:lnTo>
                    <a:pt x="307603" y="522486"/>
                  </a:lnTo>
                  <a:lnTo>
                    <a:pt x="307603" y="515787"/>
                  </a:lnTo>
                  <a:lnTo>
                    <a:pt x="307603" y="509089"/>
                  </a:lnTo>
                  <a:lnTo>
                    <a:pt x="307603" y="502390"/>
                  </a:lnTo>
                  <a:lnTo>
                    <a:pt x="307603" y="495691"/>
                  </a:lnTo>
                  <a:lnTo>
                    <a:pt x="307603" y="488993"/>
                  </a:lnTo>
                  <a:lnTo>
                    <a:pt x="307603" y="482294"/>
                  </a:lnTo>
                  <a:lnTo>
                    <a:pt x="307603" y="475596"/>
                  </a:lnTo>
                  <a:lnTo>
                    <a:pt x="307603" y="468897"/>
                  </a:lnTo>
                  <a:lnTo>
                    <a:pt x="307603" y="462199"/>
                  </a:lnTo>
                  <a:lnTo>
                    <a:pt x="307603" y="455500"/>
                  </a:lnTo>
                  <a:lnTo>
                    <a:pt x="307603" y="448802"/>
                  </a:lnTo>
                  <a:lnTo>
                    <a:pt x="307603" y="442103"/>
                  </a:lnTo>
                  <a:lnTo>
                    <a:pt x="307603" y="435405"/>
                  </a:lnTo>
                  <a:lnTo>
                    <a:pt x="307603" y="428706"/>
                  </a:lnTo>
                  <a:lnTo>
                    <a:pt x="307603" y="422008"/>
                  </a:lnTo>
                  <a:lnTo>
                    <a:pt x="307603" y="415309"/>
                  </a:lnTo>
                  <a:lnTo>
                    <a:pt x="307603" y="408610"/>
                  </a:lnTo>
                  <a:lnTo>
                    <a:pt x="307603" y="401912"/>
                  </a:lnTo>
                  <a:lnTo>
                    <a:pt x="307603" y="395213"/>
                  </a:lnTo>
                  <a:lnTo>
                    <a:pt x="307603" y="388515"/>
                  </a:lnTo>
                  <a:lnTo>
                    <a:pt x="307603" y="381816"/>
                  </a:lnTo>
                  <a:lnTo>
                    <a:pt x="307603" y="375118"/>
                  </a:lnTo>
                  <a:lnTo>
                    <a:pt x="307603" y="368419"/>
                  </a:lnTo>
                  <a:lnTo>
                    <a:pt x="307603" y="361721"/>
                  </a:lnTo>
                  <a:lnTo>
                    <a:pt x="307603" y="355022"/>
                  </a:lnTo>
                  <a:lnTo>
                    <a:pt x="307603" y="348324"/>
                  </a:lnTo>
                  <a:lnTo>
                    <a:pt x="307603" y="341625"/>
                  </a:lnTo>
                  <a:lnTo>
                    <a:pt x="307603" y="334926"/>
                  </a:lnTo>
                  <a:lnTo>
                    <a:pt x="307603" y="328228"/>
                  </a:lnTo>
                  <a:lnTo>
                    <a:pt x="307603" y="321529"/>
                  </a:lnTo>
                  <a:lnTo>
                    <a:pt x="307603" y="314831"/>
                  </a:lnTo>
                  <a:lnTo>
                    <a:pt x="307603" y="308132"/>
                  </a:lnTo>
                  <a:lnTo>
                    <a:pt x="307603" y="301434"/>
                  </a:lnTo>
                  <a:lnTo>
                    <a:pt x="307603" y="294735"/>
                  </a:lnTo>
                  <a:lnTo>
                    <a:pt x="307603" y="288037"/>
                  </a:lnTo>
                  <a:lnTo>
                    <a:pt x="307603" y="281338"/>
                  </a:lnTo>
                  <a:lnTo>
                    <a:pt x="307603" y="274640"/>
                  </a:lnTo>
                  <a:lnTo>
                    <a:pt x="307603" y="267941"/>
                  </a:lnTo>
                  <a:lnTo>
                    <a:pt x="307603" y="261243"/>
                  </a:lnTo>
                  <a:lnTo>
                    <a:pt x="307603" y="254544"/>
                  </a:lnTo>
                  <a:lnTo>
                    <a:pt x="307603" y="247845"/>
                  </a:lnTo>
                  <a:lnTo>
                    <a:pt x="307603" y="241147"/>
                  </a:lnTo>
                  <a:lnTo>
                    <a:pt x="307603" y="234448"/>
                  </a:lnTo>
                  <a:lnTo>
                    <a:pt x="307603" y="227750"/>
                  </a:lnTo>
                  <a:lnTo>
                    <a:pt x="307603" y="221051"/>
                  </a:lnTo>
                  <a:lnTo>
                    <a:pt x="307603" y="214353"/>
                  </a:lnTo>
                  <a:lnTo>
                    <a:pt x="307603" y="207654"/>
                  </a:lnTo>
                  <a:lnTo>
                    <a:pt x="307603" y="200956"/>
                  </a:lnTo>
                  <a:lnTo>
                    <a:pt x="307603" y="194257"/>
                  </a:lnTo>
                  <a:lnTo>
                    <a:pt x="307603" y="187559"/>
                  </a:lnTo>
                  <a:lnTo>
                    <a:pt x="307603" y="180860"/>
                  </a:lnTo>
                  <a:lnTo>
                    <a:pt x="307603" y="174162"/>
                  </a:lnTo>
                  <a:lnTo>
                    <a:pt x="307603" y="167463"/>
                  </a:lnTo>
                  <a:lnTo>
                    <a:pt x="307603" y="160764"/>
                  </a:lnTo>
                  <a:lnTo>
                    <a:pt x="307603" y="154066"/>
                  </a:lnTo>
                  <a:lnTo>
                    <a:pt x="307603" y="147367"/>
                  </a:lnTo>
                  <a:lnTo>
                    <a:pt x="307603" y="140669"/>
                  </a:lnTo>
                  <a:lnTo>
                    <a:pt x="307603" y="133970"/>
                  </a:lnTo>
                  <a:lnTo>
                    <a:pt x="307603" y="127272"/>
                  </a:lnTo>
                  <a:lnTo>
                    <a:pt x="307602" y="120573"/>
                  </a:lnTo>
                  <a:lnTo>
                    <a:pt x="307602" y="113875"/>
                  </a:lnTo>
                  <a:lnTo>
                    <a:pt x="307601" y="107176"/>
                  </a:lnTo>
                  <a:lnTo>
                    <a:pt x="307600" y="100478"/>
                  </a:lnTo>
                  <a:lnTo>
                    <a:pt x="307598" y="93779"/>
                  </a:lnTo>
                  <a:lnTo>
                    <a:pt x="307595" y="87081"/>
                  </a:lnTo>
                  <a:lnTo>
                    <a:pt x="307591" y="80382"/>
                  </a:lnTo>
                  <a:lnTo>
                    <a:pt x="307584" y="73683"/>
                  </a:lnTo>
                  <a:lnTo>
                    <a:pt x="307576" y="66985"/>
                  </a:lnTo>
                  <a:lnTo>
                    <a:pt x="307565" y="60286"/>
                  </a:lnTo>
                  <a:lnTo>
                    <a:pt x="307551" y="53588"/>
                  </a:lnTo>
                  <a:lnTo>
                    <a:pt x="307535" y="46889"/>
                  </a:lnTo>
                  <a:lnTo>
                    <a:pt x="307517" y="40191"/>
                  </a:lnTo>
                  <a:lnTo>
                    <a:pt x="307498" y="33492"/>
                  </a:lnTo>
                  <a:lnTo>
                    <a:pt x="307480" y="26794"/>
                  </a:lnTo>
                  <a:lnTo>
                    <a:pt x="307463" y="20095"/>
                  </a:lnTo>
                  <a:lnTo>
                    <a:pt x="307450" y="13397"/>
                  </a:lnTo>
                  <a:lnTo>
                    <a:pt x="307442" y="6698"/>
                  </a:lnTo>
                  <a:lnTo>
                    <a:pt x="307439" y="0"/>
                  </a:lnTo>
                  <a:lnTo>
                    <a:pt x="307767" y="0"/>
                  </a:lnTo>
                  <a:lnTo>
                    <a:pt x="307764" y="6698"/>
                  </a:lnTo>
                  <a:lnTo>
                    <a:pt x="307756" y="13397"/>
                  </a:lnTo>
                  <a:lnTo>
                    <a:pt x="307743" y="20095"/>
                  </a:lnTo>
                  <a:lnTo>
                    <a:pt x="307726" y="26794"/>
                  </a:lnTo>
                  <a:lnTo>
                    <a:pt x="307708" y="33492"/>
                  </a:lnTo>
                  <a:lnTo>
                    <a:pt x="307689" y="40191"/>
                  </a:lnTo>
                  <a:lnTo>
                    <a:pt x="307671" y="46889"/>
                  </a:lnTo>
                  <a:lnTo>
                    <a:pt x="307655" y="53588"/>
                  </a:lnTo>
                  <a:lnTo>
                    <a:pt x="307641" y="60286"/>
                  </a:lnTo>
                  <a:lnTo>
                    <a:pt x="307630" y="66985"/>
                  </a:lnTo>
                  <a:lnTo>
                    <a:pt x="307622" y="73683"/>
                  </a:lnTo>
                  <a:lnTo>
                    <a:pt x="307615" y="80382"/>
                  </a:lnTo>
                  <a:lnTo>
                    <a:pt x="307611" y="87081"/>
                  </a:lnTo>
                  <a:lnTo>
                    <a:pt x="307608" y="93779"/>
                  </a:lnTo>
                  <a:lnTo>
                    <a:pt x="307606" y="100478"/>
                  </a:lnTo>
                  <a:lnTo>
                    <a:pt x="307605" y="107176"/>
                  </a:lnTo>
                  <a:lnTo>
                    <a:pt x="307604" y="113875"/>
                  </a:lnTo>
                  <a:lnTo>
                    <a:pt x="307603" y="120573"/>
                  </a:lnTo>
                  <a:lnTo>
                    <a:pt x="307603" y="127272"/>
                  </a:lnTo>
                  <a:lnTo>
                    <a:pt x="307603" y="133970"/>
                  </a:lnTo>
                  <a:lnTo>
                    <a:pt x="307603" y="140669"/>
                  </a:lnTo>
                  <a:lnTo>
                    <a:pt x="307603" y="147367"/>
                  </a:lnTo>
                  <a:lnTo>
                    <a:pt x="307603" y="154066"/>
                  </a:lnTo>
                  <a:lnTo>
                    <a:pt x="307603" y="160764"/>
                  </a:lnTo>
                  <a:lnTo>
                    <a:pt x="307603" y="167463"/>
                  </a:lnTo>
                  <a:lnTo>
                    <a:pt x="307603" y="174162"/>
                  </a:lnTo>
                  <a:lnTo>
                    <a:pt x="307603" y="180860"/>
                  </a:lnTo>
                  <a:lnTo>
                    <a:pt x="307603" y="187559"/>
                  </a:lnTo>
                  <a:lnTo>
                    <a:pt x="307603" y="194257"/>
                  </a:lnTo>
                  <a:lnTo>
                    <a:pt x="307603" y="200956"/>
                  </a:lnTo>
                  <a:lnTo>
                    <a:pt x="307603" y="207654"/>
                  </a:lnTo>
                  <a:lnTo>
                    <a:pt x="307603" y="214353"/>
                  </a:lnTo>
                  <a:lnTo>
                    <a:pt x="307603" y="221051"/>
                  </a:lnTo>
                  <a:lnTo>
                    <a:pt x="307603" y="227750"/>
                  </a:lnTo>
                  <a:lnTo>
                    <a:pt x="307603" y="234448"/>
                  </a:lnTo>
                  <a:lnTo>
                    <a:pt x="307603" y="241147"/>
                  </a:lnTo>
                  <a:lnTo>
                    <a:pt x="307603" y="247845"/>
                  </a:lnTo>
                  <a:lnTo>
                    <a:pt x="307603" y="254544"/>
                  </a:lnTo>
                  <a:lnTo>
                    <a:pt x="307603" y="261243"/>
                  </a:lnTo>
                  <a:lnTo>
                    <a:pt x="307603" y="267941"/>
                  </a:lnTo>
                  <a:lnTo>
                    <a:pt x="307603" y="274640"/>
                  </a:lnTo>
                  <a:lnTo>
                    <a:pt x="307603" y="281338"/>
                  </a:lnTo>
                  <a:lnTo>
                    <a:pt x="307603" y="288037"/>
                  </a:lnTo>
                  <a:lnTo>
                    <a:pt x="307603" y="294735"/>
                  </a:lnTo>
                  <a:lnTo>
                    <a:pt x="307603" y="301434"/>
                  </a:lnTo>
                  <a:lnTo>
                    <a:pt x="307603" y="308132"/>
                  </a:lnTo>
                  <a:lnTo>
                    <a:pt x="307603" y="314831"/>
                  </a:lnTo>
                  <a:lnTo>
                    <a:pt x="307603" y="321529"/>
                  </a:lnTo>
                  <a:lnTo>
                    <a:pt x="307603" y="328228"/>
                  </a:lnTo>
                  <a:lnTo>
                    <a:pt x="307603" y="334926"/>
                  </a:lnTo>
                  <a:lnTo>
                    <a:pt x="307603" y="341625"/>
                  </a:lnTo>
                  <a:lnTo>
                    <a:pt x="307603" y="348324"/>
                  </a:lnTo>
                  <a:lnTo>
                    <a:pt x="307603" y="355022"/>
                  </a:lnTo>
                  <a:lnTo>
                    <a:pt x="307603" y="361721"/>
                  </a:lnTo>
                  <a:lnTo>
                    <a:pt x="307603" y="368419"/>
                  </a:lnTo>
                  <a:lnTo>
                    <a:pt x="307603" y="375118"/>
                  </a:lnTo>
                  <a:lnTo>
                    <a:pt x="307603" y="381816"/>
                  </a:lnTo>
                  <a:lnTo>
                    <a:pt x="307603" y="388515"/>
                  </a:lnTo>
                  <a:lnTo>
                    <a:pt x="307603" y="395213"/>
                  </a:lnTo>
                  <a:lnTo>
                    <a:pt x="307603" y="401912"/>
                  </a:lnTo>
                  <a:lnTo>
                    <a:pt x="307603" y="408610"/>
                  </a:lnTo>
                  <a:lnTo>
                    <a:pt x="307603" y="415309"/>
                  </a:lnTo>
                  <a:lnTo>
                    <a:pt x="307603" y="422008"/>
                  </a:lnTo>
                  <a:lnTo>
                    <a:pt x="307603" y="428706"/>
                  </a:lnTo>
                  <a:lnTo>
                    <a:pt x="307603" y="435405"/>
                  </a:lnTo>
                  <a:lnTo>
                    <a:pt x="307603" y="442103"/>
                  </a:lnTo>
                  <a:lnTo>
                    <a:pt x="307603" y="448802"/>
                  </a:lnTo>
                  <a:lnTo>
                    <a:pt x="307603" y="455500"/>
                  </a:lnTo>
                  <a:lnTo>
                    <a:pt x="307603" y="462199"/>
                  </a:lnTo>
                  <a:lnTo>
                    <a:pt x="307603" y="468897"/>
                  </a:lnTo>
                  <a:lnTo>
                    <a:pt x="307603" y="475596"/>
                  </a:lnTo>
                  <a:lnTo>
                    <a:pt x="307603" y="482294"/>
                  </a:lnTo>
                  <a:lnTo>
                    <a:pt x="307603" y="488993"/>
                  </a:lnTo>
                  <a:lnTo>
                    <a:pt x="307603" y="495691"/>
                  </a:lnTo>
                  <a:lnTo>
                    <a:pt x="307603" y="502390"/>
                  </a:lnTo>
                  <a:lnTo>
                    <a:pt x="307603" y="509089"/>
                  </a:lnTo>
                  <a:lnTo>
                    <a:pt x="307603" y="515787"/>
                  </a:lnTo>
                  <a:lnTo>
                    <a:pt x="307603" y="522486"/>
                  </a:lnTo>
                  <a:lnTo>
                    <a:pt x="307603" y="529184"/>
                  </a:lnTo>
                  <a:lnTo>
                    <a:pt x="307603" y="535883"/>
                  </a:lnTo>
                  <a:lnTo>
                    <a:pt x="307603" y="542581"/>
                  </a:lnTo>
                  <a:lnTo>
                    <a:pt x="307603" y="549280"/>
                  </a:lnTo>
                  <a:lnTo>
                    <a:pt x="307603" y="555978"/>
                  </a:lnTo>
                  <a:lnTo>
                    <a:pt x="307603" y="562677"/>
                  </a:lnTo>
                  <a:lnTo>
                    <a:pt x="307603" y="569375"/>
                  </a:lnTo>
                  <a:lnTo>
                    <a:pt x="307603" y="576074"/>
                  </a:lnTo>
                  <a:lnTo>
                    <a:pt x="307603" y="582772"/>
                  </a:lnTo>
                  <a:lnTo>
                    <a:pt x="307603" y="589471"/>
                  </a:lnTo>
                  <a:lnTo>
                    <a:pt x="307603" y="596170"/>
                  </a:lnTo>
                  <a:lnTo>
                    <a:pt x="307603" y="602868"/>
                  </a:lnTo>
                  <a:lnTo>
                    <a:pt x="307603" y="609567"/>
                  </a:lnTo>
                  <a:lnTo>
                    <a:pt x="307603" y="616265"/>
                  </a:lnTo>
                  <a:lnTo>
                    <a:pt x="307604" y="622964"/>
                  </a:lnTo>
                  <a:lnTo>
                    <a:pt x="307605" y="629662"/>
                  </a:lnTo>
                  <a:lnTo>
                    <a:pt x="307606" y="636361"/>
                  </a:lnTo>
                  <a:lnTo>
                    <a:pt x="307608" y="643059"/>
                  </a:lnTo>
                  <a:lnTo>
                    <a:pt x="307611" y="649758"/>
                  </a:lnTo>
                  <a:lnTo>
                    <a:pt x="307616" y="656456"/>
                  </a:lnTo>
                  <a:lnTo>
                    <a:pt x="307623" y="663155"/>
                  </a:lnTo>
                  <a:lnTo>
                    <a:pt x="307632" y="669853"/>
                  </a:lnTo>
                  <a:lnTo>
                    <a:pt x="307644" y="676552"/>
                  </a:lnTo>
                  <a:lnTo>
                    <a:pt x="307658" y="683251"/>
                  </a:lnTo>
                  <a:lnTo>
                    <a:pt x="307675" y="689949"/>
                  </a:lnTo>
                  <a:lnTo>
                    <a:pt x="307693" y="696648"/>
                  </a:lnTo>
                  <a:lnTo>
                    <a:pt x="307712" y="703346"/>
                  </a:lnTo>
                  <a:lnTo>
                    <a:pt x="307730" y="710045"/>
                  </a:lnTo>
                  <a:lnTo>
                    <a:pt x="307746" y="716743"/>
                  </a:lnTo>
                  <a:lnTo>
                    <a:pt x="307758" y="723442"/>
                  </a:lnTo>
                  <a:lnTo>
                    <a:pt x="307766" y="730140"/>
                  </a:lnTo>
                  <a:lnTo>
                    <a:pt x="307768" y="736839"/>
                  </a:lnTo>
                  <a:lnTo>
                    <a:pt x="307763" y="743537"/>
                  </a:lnTo>
                  <a:lnTo>
                    <a:pt x="307753" y="750236"/>
                  </a:lnTo>
                  <a:lnTo>
                    <a:pt x="307740" y="756935"/>
                  </a:lnTo>
                  <a:lnTo>
                    <a:pt x="307723" y="763633"/>
                  </a:lnTo>
                  <a:lnTo>
                    <a:pt x="307705" y="770332"/>
                  </a:lnTo>
                  <a:lnTo>
                    <a:pt x="307688" y="777030"/>
                  </a:lnTo>
                  <a:lnTo>
                    <a:pt x="307672" y="783729"/>
                  </a:lnTo>
                  <a:lnTo>
                    <a:pt x="307659" y="790427"/>
                  </a:lnTo>
                  <a:lnTo>
                    <a:pt x="307651" y="797126"/>
                  </a:lnTo>
                  <a:lnTo>
                    <a:pt x="307647" y="803824"/>
                  </a:lnTo>
                  <a:lnTo>
                    <a:pt x="307647" y="810523"/>
                  </a:lnTo>
                  <a:lnTo>
                    <a:pt x="307652" y="817221"/>
                  </a:lnTo>
                  <a:lnTo>
                    <a:pt x="307662" y="823920"/>
                  </a:lnTo>
                  <a:lnTo>
                    <a:pt x="307675" y="830618"/>
                  </a:lnTo>
                  <a:lnTo>
                    <a:pt x="307692" y="837317"/>
                  </a:lnTo>
                  <a:lnTo>
                    <a:pt x="307710" y="844016"/>
                  </a:lnTo>
                  <a:lnTo>
                    <a:pt x="307728" y="850714"/>
                  </a:lnTo>
                  <a:lnTo>
                    <a:pt x="307745" y="857413"/>
                  </a:lnTo>
                  <a:lnTo>
                    <a:pt x="307759" y="864111"/>
                  </a:lnTo>
                  <a:lnTo>
                    <a:pt x="307770" y="870810"/>
                  </a:lnTo>
                  <a:lnTo>
                    <a:pt x="307776" y="877508"/>
                  </a:lnTo>
                  <a:lnTo>
                    <a:pt x="307778" y="884207"/>
                  </a:lnTo>
                  <a:lnTo>
                    <a:pt x="307777" y="890905"/>
                  </a:lnTo>
                  <a:lnTo>
                    <a:pt x="307774" y="897604"/>
                  </a:lnTo>
                  <a:lnTo>
                    <a:pt x="307769" y="904302"/>
                  </a:lnTo>
                  <a:lnTo>
                    <a:pt x="307766" y="911001"/>
                  </a:lnTo>
                  <a:lnTo>
                    <a:pt x="307764" y="917699"/>
                  </a:lnTo>
                  <a:lnTo>
                    <a:pt x="307765" y="924398"/>
                  </a:lnTo>
                  <a:lnTo>
                    <a:pt x="307769" y="931097"/>
                  </a:lnTo>
                  <a:lnTo>
                    <a:pt x="307775" y="937795"/>
                  </a:lnTo>
                  <a:lnTo>
                    <a:pt x="307782" y="944494"/>
                  </a:lnTo>
                  <a:lnTo>
                    <a:pt x="307789" y="951192"/>
                  </a:lnTo>
                  <a:lnTo>
                    <a:pt x="307794" y="957891"/>
                  </a:lnTo>
                  <a:lnTo>
                    <a:pt x="307798" y="964589"/>
                  </a:lnTo>
                  <a:lnTo>
                    <a:pt x="307800" y="971288"/>
                  </a:lnTo>
                  <a:lnTo>
                    <a:pt x="307800" y="977986"/>
                  </a:lnTo>
                  <a:lnTo>
                    <a:pt x="307800" y="984685"/>
                  </a:lnTo>
                  <a:lnTo>
                    <a:pt x="307801" y="991383"/>
                  </a:lnTo>
                  <a:lnTo>
                    <a:pt x="307803" y="998082"/>
                  </a:lnTo>
                  <a:lnTo>
                    <a:pt x="307806" y="1004780"/>
                  </a:lnTo>
                  <a:lnTo>
                    <a:pt x="307813" y="1011479"/>
                  </a:lnTo>
                  <a:lnTo>
                    <a:pt x="307822" y="1018178"/>
                  </a:lnTo>
                  <a:lnTo>
                    <a:pt x="307832" y="1024876"/>
                  </a:lnTo>
                  <a:lnTo>
                    <a:pt x="307845" y="1031575"/>
                  </a:lnTo>
                  <a:lnTo>
                    <a:pt x="307859" y="1038273"/>
                  </a:lnTo>
                  <a:lnTo>
                    <a:pt x="307874" y="1044972"/>
                  </a:lnTo>
                  <a:lnTo>
                    <a:pt x="307890" y="1051670"/>
                  </a:lnTo>
                  <a:lnTo>
                    <a:pt x="307907" y="1058369"/>
                  </a:lnTo>
                  <a:lnTo>
                    <a:pt x="307924" y="1065067"/>
                  </a:lnTo>
                  <a:lnTo>
                    <a:pt x="307940" y="1071766"/>
                  </a:lnTo>
                  <a:lnTo>
                    <a:pt x="307954" y="1078464"/>
                  </a:lnTo>
                  <a:lnTo>
                    <a:pt x="307963" y="1085163"/>
                  </a:lnTo>
                  <a:lnTo>
                    <a:pt x="307966" y="1091861"/>
                  </a:lnTo>
                  <a:lnTo>
                    <a:pt x="307961" y="1098560"/>
                  </a:lnTo>
                  <a:lnTo>
                    <a:pt x="307947" y="1105259"/>
                  </a:lnTo>
                  <a:lnTo>
                    <a:pt x="307927" y="1111957"/>
                  </a:lnTo>
                  <a:lnTo>
                    <a:pt x="307900" y="1118656"/>
                  </a:lnTo>
                  <a:lnTo>
                    <a:pt x="307871" y="1125354"/>
                  </a:lnTo>
                  <a:lnTo>
                    <a:pt x="307840" y="1132053"/>
                  </a:lnTo>
                  <a:lnTo>
                    <a:pt x="307812" y="1138751"/>
                  </a:lnTo>
                  <a:lnTo>
                    <a:pt x="307789" y="1145450"/>
                  </a:lnTo>
                  <a:lnTo>
                    <a:pt x="307772" y="1152148"/>
                  </a:lnTo>
                  <a:lnTo>
                    <a:pt x="307762" y="1158847"/>
                  </a:lnTo>
                  <a:lnTo>
                    <a:pt x="307760" y="1165545"/>
                  </a:lnTo>
                  <a:lnTo>
                    <a:pt x="307765" y="1172244"/>
                  </a:lnTo>
                  <a:lnTo>
                    <a:pt x="307775" y="1178943"/>
                  </a:lnTo>
                  <a:lnTo>
                    <a:pt x="307789" y="1185641"/>
                  </a:lnTo>
                  <a:lnTo>
                    <a:pt x="307804" y="1192340"/>
                  </a:lnTo>
                  <a:lnTo>
                    <a:pt x="307819" y="1199038"/>
                  </a:lnTo>
                  <a:lnTo>
                    <a:pt x="307833" y="1205737"/>
                  </a:lnTo>
                  <a:lnTo>
                    <a:pt x="307843" y="1212435"/>
                  </a:lnTo>
                  <a:lnTo>
                    <a:pt x="307851" y="1219134"/>
                  </a:lnTo>
                  <a:lnTo>
                    <a:pt x="307856" y="1225832"/>
                  </a:lnTo>
                  <a:lnTo>
                    <a:pt x="307859" y="1232531"/>
                  </a:lnTo>
                  <a:lnTo>
                    <a:pt x="307858" y="1239229"/>
                  </a:lnTo>
                  <a:lnTo>
                    <a:pt x="307856" y="1245928"/>
                  </a:lnTo>
                  <a:lnTo>
                    <a:pt x="307854" y="1252626"/>
                  </a:lnTo>
                  <a:lnTo>
                    <a:pt x="307851" y="1259325"/>
                  </a:lnTo>
                  <a:lnTo>
                    <a:pt x="307851" y="1266024"/>
                  </a:lnTo>
                  <a:lnTo>
                    <a:pt x="307856" y="1272722"/>
                  </a:lnTo>
                  <a:lnTo>
                    <a:pt x="307868" y="1279421"/>
                  </a:lnTo>
                  <a:lnTo>
                    <a:pt x="307888" y="1286119"/>
                  </a:lnTo>
                  <a:lnTo>
                    <a:pt x="307918" y="1292818"/>
                  </a:lnTo>
                  <a:lnTo>
                    <a:pt x="307957" y="1299516"/>
                  </a:lnTo>
                  <a:lnTo>
                    <a:pt x="308006" y="1306215"/>
                  </a:lnTo>
                  <a:lnTo>
                    <a:pt x="308061" y="1312913"/>
                  </a:lnTo>
                  <a:lnTo>
                    <a:pt x="308121" y="1319612"/>
                  </a:lnTo>
                  <a:lnTo>
                    <a:pt x="308182" y="1326310"/>
                  </a:lnTo>
                  <a:lnTo>
                    <a:pt x="308240" y="1333009"/>
                  </a:lnTo>
                  <a:lnTo>
                    <a:pt x="308293" y="1339707"/>
                  </a:lnTo>
                  <a:lnTo>
                    <a:pt x="308336" y="1346406"/>
                  </a:lnTo>
                  <a:lnTo>
                    <a:pt x="308370" y="1353105"/>
                  </a:lnTo>
                  <a:lnTo>
                    <a:pt x="308392" y="1359803"/>
                  </a:lnTo>
                  <a:lnTo>
                    <a:pt x="308403" y="1366502"/>
                  </a:lnTo>
                  <a:lnTo>
                    <a:pt x="308406" y="1373200"/>
                  </a:lnTo>
                  <a:lnTo>
                    <a:pt x="308401" y="1379899"/>
                  </a:lnTo>
                  <a:lnTo>
                    <a:pt x="308393" y="1386597"/>
                  </a:lnTo>
                  <a:lnTo>
                    <a:pt x="308384" y="1393296"/>
                  </a:lnTo>
                  <a:lnTo>
                    <a:pt x="308378" y="1399994"/>
                  </a:lnTo>
                  <a:lnTo>
                    <a:pt x="308376" y="1406693"/>
                  </a:lnTo>
                  <a:lnTo>
                    <a:pt x="308382" y="1413391"/>
                  </a:lnTo>
                  <a:lnTo>
                    <a:pt x="308397" y="1420090"/>
                  </a:lnTo>
                  <a:lnTo>
                    <a:pt x="308420" y="1426788"/>
                  </a:lnTo>
                  <a:lnTo>
                    <a:pt x="308451" y="1433487"/>
                  </a:lnTo>
                  <a:lnTo>
                    <a:pt x="308490" y="1440186"/>
                  </a:lnTo>
                  <a:lnTo>
                    <a:pt x="308534" y="1446884"/>
                  </a:lnTo>
                  <a:lnTo>
                    <a:pt x="308581" y="1453583"/>
                  </a:lnTo>
                  <a:lnTo>
                    <a:pt x="308630" y="1460281"/>
                  </a:lnTo>
                  <a:lnTo>
                    <a:pt x="308679" y="1466980"/>
                  </a:lnTo>
                  <a:lnTo>
                    <a:pt x="308730" y="1473678"/>
                  </a:lnTo>
                  <a:lnTo>
                    <a:pt x="308781" y="1480377"/>
                  </a:lnTo>
                  <a:lnTo>
                    <a:pt x="308834" y="1487075"/>
                  </a:lnTo>
                  <a:lnTo>
                    <a:pt x="308889" y="1493774"/>
                  </a:lnTo>
                  <a:lnTo>
                    <a:pt x="308945" y="1500472"/>
                  </a:lnTo>
                  <a:lnTo>
                    <a:pt x="309003" y="1507171"/>
                  </a:lnTo>
                  <a:lnTo>
                    <a:pt x="309061" y="1513870"/>
                  </a:lnTo>
                  <a:lnTo>
                    <a:pt x="309118" y="1520568"/>
                  </a:lnTo>
                  <a:lnTo>
                    <a:pt x="309173" y="1527267"/>
                  </a:lnTo>
                  <a:lnTo>
                    <a:pt x="309225" y="1533965"/>
                  </a:lnTo>
                  <a:lnTo>
                    <a:pt x="309272" y="1540664"/>
                  </a:lnTo>
                  <a:lnTo>
                    <a:pt x="309314" y="1547362"/>
                  </a:lnTo>
                  <a:lnTo>
                    <a:pt x="309350" y="1554061"/>
                  </a:lnTo>
                  <a:lnTo>
                    <a:pt x="309378" y="1560759"/>
                  </a:lnTo>
                  <a:lnTo>
                    <a:pt x="309398" y="1567458"/>
                  </a:lnTo>
                  <a:lnTo>
                    <a:pt x="309408" y="1574156"/>
                  </a:lnTo>
                  <a:lnTo>
                    <a:pt x="309410" y="1580855"/>
                  </a:lnTo>
                  <a:lnTo>
                    <a:pt x="309404" y="1587553"/>
                  </a:lnTo>
                  <a:lnTo>
                    <a:pt x="309392" y="1594252"/>
                  </a:lnTo>
                  <a:lnTo>
                    <a:pt x="309379" y="1600951"/>
                  </a:lnTo>
                  <a:lnTo>
                    <a:pt x="309366" y="1607649"/>
                  </a:lnTo>
                  <a:lnTo>
                    <a:pt x="309359" y="1614348"/>
                  </a:lnTo>
                  <a:lnTo>
                    <a:pt x="309360" y="1621046"/>
                  </a:lnTo>
                  <a:lnTo>
                    <a:pt x="309371" y="1627745"/>
                  </a:lnTo>
                  <a:lnTo>
                    <a:pt x="309392" y="1634443"/>
                  </a:lnTo>
                  <a:lnTo>
                    <a:pt x="309421" y="1641142"/>
                  </a:lnTo>
                  <a:lnTo>
                    <a:pt x="309456" y="1647840"/>
                  </a:lnTo>
                  <a:lnTo>
                    <a:pt x="309493" y="1654539"/>
                  </a:lnTo>
                  <a:lnTo>
                    <a:pt x="309531" y="1661237"/>
                  </a:lnTo>
                  <a:lnTo>
                    <a:pt x="309568" y="1667936"/>
                  </a:lnTo>
                  <a:lnTo>
                    <a:pt x="309602" y="1674634"/>
                  </a:lnTo>
                  <a:lnTo>
                    <a:pt x="309634" y="1681333"/>
                  </a:lnTo>
                  <a:lnTo>
                    <a:pt x="309663" y="1688032"/>
                  </a:lnTo>
                  <a:lnTo>
                    <a:pt x="309692" y="1694730"/>
                  </a:lnTo>
                  <a:lnTo>
                    <a:pt x="309721" y="1701429"/>
                  </a:lnTo>
                  <a:lnTo>
                    <a:pt x="309751" y="1708127"/>
                  </a:lnTo>
                  <a:lnTo>
                    <a:pt x="309785" y="1714826"/>
                  </a:lnTo>
                  <a:lnTo>
                    <a:pt x="309824" y="1721524"/>
                  </a:lnTo>
                  <a:lnTo>
                    <a:pt x="309872" y="1728223"/>
                  </a:lnTo>
                  <a:lnTo>
                    <a:pt x="309929" y="1734921"/>
                  </a:lnTo>
                  <a:lnTo>
                    <a:pt x="309998" y="1741620"/>
                  </a:lnTo>
                  <a:lnTo>
                    <a:pt x="310078" y="1748318"/>
                  </a:lnTo>
                  <a:lnTo>
                    <a:pt x="310171" y="1755017"/>
                  </a:lnTo>
                  <a:lnTo>
                    <a:pt x="310276" y="1761715"/>
                  </a:lnTo>
                  <a:lnTo>
                    <a:pt x="310392" y="1768414"/>
                  </a:lnTo>
                  <a:lnTo>
                    <a:pt x="310517" y="1775113"/>
                  </a:lnTo>
                  <a:lnTo>
                    <a:pt x="310650" y="1781811"/>
                  </a:lnTo>
                  <a:lnTo>
                    <a:pt x="310788" y="1788510"/>
                  </a:lnTo>
                  <a:lnTo>
                    <a:pt x="310931" y="1795208"/>
                  </a:lnTo>
                  <a:lnTo>
                    <a:pt x="311077" y="1801907"/>
                  </a:lnTo>
                  <a:lnTo>
                    <a:pt x="311224" y="1808605"/>
                  </a:lnTo>
                  <a:lnTo>
                    <a:pt x="311368" y="1815304"/>
                  </a:lnTo>
                  <a:lnTo>
                    <a:pt x="311507" y="1822002"/>
                  </a:lnTo>
                  <a:lnTo>
                    <a:pt x="311637" y="1828701"/>
                  </a:lnTo>
                  <a:lnTo>
                    <a:pt x="311756" y="1835399"/>
                  </a:lnTo>
                  <a:lnTo>
                    <a:pt x="311861" y="1842098"/>
                  </a:lnTo>
                  <a:lnTo>
                    <a:pt x="311955" y="1848797"/>
                  </a:lnTo>
                  <a:lnTo>
                    <a:pt x="312041" y="1855495"/>
                  </a:lnTo>
                  <a:lnTo>
                    <a:pt x="312125" y="1862194"/>
                  </a:lnTo>
                  <a:lnTo>
                    <a:pt x="312218" y="1868892"/>
                  </a:lnTo>
                  <a:lnTo>
                    <a:pt x="312331" y="1875591"/>
                  </a:lnTo>
                  <a:lnTo>
                    <a:pt x="312475" y="1882289"/>
                  </a:lnTo>
                  <a:lnTo>
                    <a:pt x="312659" y="1888988"/>
                  </a:lnTo>
                  <a:lnTo>
                    <a:pt x="312895" y="1895686"/>
                  </a:lnTo>
                  <a:lnTo>
                    <a:pt x="313176" y="1902385"/>
                  </a:lnTo>
                  <a:lnTo>
                    <a:pt x="313500" y="1909083"/>
                  </a:lnTo>
                  <a:lnTo>
                    <a:pt x="313853" y="1915782"/>
                  </a:lnTo>
                  <a:lnTo>
                    <a:pt x="314225" y="1922480"/>
                  </a:lnTo>
                  <a:lnTo>
                    <a:pt x="314600" y="1929179"/>
                  </a:lnTo>
                  <a:lnTo>
                    <a:pt x="314965" y="1935878"/>
                  </a:lnTo>
                  <a:lnTo>
                    <a:pt x="315311" y="1942576"/>
                  </a:lnTo>
                  <a:lnTo>
                    <a:pt x="315630" y="1949275"/>
                  </a:lnTo>
                  <a:lnTo>
                    <a:pt x="315920" y="1955973"/>
                  </a:lnTo>
                  <a:lnTo>
                    <a:pt x="316182" y="1962672"/>
                  </a:lnTo>
                  <a:lnTo>
                    <a:pt x="316420" y="1969370"/>
                  </a:lnTo>
                  <a:lnTo>
                    <a:pt x="316639" y="1976069"/>
                  </a:lnTo>
                  <a:lnTo>
                    <a:pt x="316840" y="1982767"/>
                  </a:lnTo>
                  <a:lnTo>
                    <a:pt x="317026" y="1989466"/>
                  </a:lnTo>
                  <a:lnTo>
                    <a:pt x="317196" y="1996164"/>
                  </a:lnTo>
                  <a:lnTo>
                    <a:pt x="317345" y="2002863"/>
                  </a:lnTo>
                  <a:lnTo>
                    <a:pt x="317470" y="2009561"/>
                  </a:lnTo>
                  <a:lnTo>
                    <a:pt x="317568" y="2016260"/>
                  </a:lnTo>
                  <a:lnTo>
                    <a:pt x="317637" y="2022959"/>
                  </a:lnTo>
                  <a:lnTo>
                    <a:pt x="317679" y="2029657"/>
                  </a:lnTo>
                  <a:lnTo>
                    <a:pt x="317702" y="2036356"/>
                  </a:lnTo>
                  <a:lnTo>
                    <a:pt x="317713" y="2043054"/>
                  </a:lnTo>
                  <a:lnTo>
                    <a:pt x="317725" y="2049753"/>
                  </a:lnTo>
                  <a:lnTo>
                    <a:pt x="317751" y="2056451"/>
                  </a:lnTo>
                  <a:lnTo>
                    <a:pt x="317801" y="2063150"/>
                  </a:lnTo>
                  <a:lnTo>
                    <a:pt x="317889" y="2069848"/>
                  </a:lnTo>
                  <a:lnTo>
                    <a:pt x="318018" y="2076547"/>
                  </a:lnTo>
                  <a:lnTo>
                    <a:pt x="318186" y="2083245"/>
                  </a:lnTo>
                  <a:lnTo>
                    <a:pt x="318389" y="2089944"/>
                  </a:lnTo>
                  <a:lnTo>
                    <a:pt x="318619" y="2096642"/>
                  </a:lnTo>
                  <a:lnTo>
                    <a:pt x="318868" y="2103341"/>
                  </a:lnTo>
                  <a:lnTo>
                    <a:pt x="319127" y="2110040"/>
                  </a:lnTo>
                  <a:lnTo>
                    <a:pt x="319389" y="2116738"/>
                  </a:lnTo>
                  <a:lnTo>
                    <a:pt x="319653" y="2123437"/>
                  </a:lnTo>
                  <a:lnTo>
                    <a:pt x="319918" y="2130135"/>
                  </a:lnTo>
                  <a:lnTo>
                    <a:pt x="320189" y="2136834"/>
                  </a:lnTo>
                  <a:lnTo>
                    <a:pt x="320471" y="2143532"/>
                  </a:lnTo>
                  <a:lnTo>
                    <a:pt x="320771" y="2150231"/>
                  </a:lnTo>
                  <a:lnTo>
                    <a:pt x="321096" y="2156929"/>
                  </a:lnTo>
                  <a:lnTo>
                    <a:pt x="321450" y="2163628"/>
                  </a:lnTo>
                  <a:lnTo>
                    <a:pt x="321831" y="2170326"/>
                  </a:lnTo>
                  <a:lnTo>
                    <a:pt x="322238" y="2177025"/>
                  </a:lnTo>
                  <a:lnTo>
                    <a:pt x="322664" y="2183723"/>
                  </a:lnTo>
                  <a:lnTo>
                    <a:pt x="323106" y="2190422"/>
                  </a:lnTo>
                  <a:lnTo>
                    <a:pt x="323558" y="2197121"/>
                  </a:lnTo>
                  <a:lnTo>
                    <a:pt x="324016" y="2203819"/>
                  </a:lnTo>
                  <a:lnTo>
                    <a:pt x="324479" y="2210518"/>
                  </a:lnTo>
                  <a:lnTo>
                    <a:pt x="324948" y="2217216"/>
                  </a:lnTo>
                  <a:lnTo>
                    <a:pt x="325425" y="2223915"/>
                  </a:lnTo>
                  <a:lnTo>
                    <a:pt x="325913" y="2230613"/>
                  </a:lnTo>
                  <a:lnTo>
                    <a:pt x="326417" y="2237312"/>
                  </a:lnTo>
                  <a:lnTo>
                    <a:pt x="326943" y="2244010"/>
                  </a:lnTo>
                  <a:lnTo>
                    <a:pt x="327496" y="2250709"/>
                  </a:lnTo>
                  <a:lnTo>
                    <a:pt x="328079" y="2257407"/>
                  </a:lnTo>
                  <a:lnTo>
                    <a:pt x="328693" y="2264106"/>
                  </a:lnTo>
                  <a:lnTo>
                    <a:pt x="329336" y="2270805"/>
                  </a:lnTo>
                  <a:lnTo>
                    <a:pt x="330008" y="2277503"/>
                  </a:lnTo>
                  <a:lnTo>
                    <a:pt x="330705" y="2284202"/>
                  </a:lnTo>
                  <a:lnTo>
                    <a:pt x="331424" y="2290900"/>
                  </a:lnTo>
                  <a:lnTo>
                    <a:pt x="332160" y="2297599"/>
                  </a:lnTo>
                  <a:lnTo>
                    <a:pt x="332913" y="2304297"/>
                  </a:lnTo>
                  <a:lnTo>
                    <a:pt x="333682" y="2310996"/>
                  </a:lnTo>
                  <a:lnTo>
                    <a:pt x="334469" y="2317694"/>
                  </a:lnTo>
                  <a:lnTo>
                    <a:pt x="335279" y="2324393"/>
                  </a:lnTo>
                  <a:lnTo>
                    <a:pt x="336116" y="2331091"/>
                  </a:lnTo>
                  <a:lnTo>
                    <a:pt x="336987" y="2337790"/>
                  </a:lnTo>
                  <a:lnTo>
                    <a:pt x="337894" y="2344488"/>
                  </a:lnTo>
                  <a:lnTo>
                    <a:pt x="338833" y="2351187"/>
                  </a:lnTo>
                  <a:lnTo>
                    <a:pt x="339803" y="2357886"/>
                  </a:lnTo>
                  <a:lnTo>
                    <a:pt x="340794" y="2364584"/>
                  </a:lnTo>
                  <a:lnTo>
                    <a:pt x="341799" y="2371283"/>
                  </a:lnTo>
                  <a:lnTo>
                    <a:pt x="342806" y="2377981"/>
                  </a:lnTo>
                  <a:lnTo>
                    <a:pt x="343804" y="2384680"/>
                  </a:lnTo>
                  <a:lnTo>
                    <a:pt x="344784" y="2391378"/>
                  </a:lnTo>
                  <a:lnTo>
                    <a:pt x="345739" y="2398077"/>
                  </a:lnTo>
                  <a:lnTo>
                    <a:pt x="346663" y="2404775"/>
                  </a:lnTo>
                  <a:lnTo>
                    <a:pt x="347556" y="2411474"/>
                  </a:lnTo>
                  <a:lnTo>
                    <a:pt x="348421" y="2418172"/>
                  </a:lnTo>
                  <a:lnTo>
                    <a:pt x="349266" y="2424871"/>
                  </a:lnTo>
                  <a:lnTo>
                    <a:pt x="350103" y="2431569"/>
                  </a:lnTo>
                  <a:lnTo>
                    <a:pt x="350947" y="2438268"/>
                  </a:lnTo>
                  <a:lnTo>
                    <a:pt x="351809" y="2444967"/>
                  </a:lnTo>
                  <a:lnTo>
                    <a:pt x="352701" y="2451665"/>
                  </a:lnTo>
                  <a:lnTo>
                    <a:pt x="353628" y="2458364"/>
                  </a:lnTo>
                  <a:lnTo>
                    <a:pt x="354587" y="2465062"/>
                  </a:lnTo>
                  <a:lnTo>
                    <a:pt x="355571" y="2471761"/>
                  </a:lnTo>
                  <a:lnTo>
                    <a:pt x="356563" y="2478459"/>
                  </a:lnTo>
                  <a:lnTo>
                    <a:pt x="357545" y="2485158"/>
                  </a:lnTo>
                  <a:lnTo>
                    <a:pt x="358499" y="2491856"/>
                  </a:lnTo>
                  <a:lnTo>
                    <a:pt x="359409" y="2498555"/>
                  </a:lnTo>
                  <a:lnTo>
                    <a:pt x="360271" y="2505253"/>
                  </a:lnTo>
                  <a:lnTo>
                    <a:pt x="361092" y="2511952"/>
                  </a:lnTo>
                  <a:lnTo>
                    <a:pt x="361900" y="2518650"/>
                  </a:lnTo>
                  <a:lnTo>
                    <a:pt x="362736" y="2525349"/>
                  </a:lnTo>
                  <a:lnTo>
                    <a:pt x="363650" y="2532048"/>
                  </a:lnTo>
                  <a:lnTo>
                    <a:pt x="364691" y="2538746"/>
                  </a:lnTo>
                  <a:lnTo>
                    <a:pt x="365907" y="2545445"/>
                  </a:lnTo>
                  <a:lnTo>
                    <a:pt x="367335" y="2552143"/>
                  </a:lnTo>
                  <a:lnTo>
                    <a:pt x="368993" y="2558842"/>
                  </a:lnTo>
                  <a:lnTo>
                    <a:pt x="370881" y="2565540"/>
                  </a:lnTo>
                  <a:lnTo>
                    <a:pt x="372976" y="2572239"/>
                  </a:lnTo>
                  <a:lnTo>
                    <a:pt x="375233" y="2578937"/>
                  </a:lnTo>
                  <a:lnTo>
                    <a:pt x="377588" y="2585636"/>
                  </a:lnTo>
                  <a:lnTo>
                    <a:pt x="379966" y="2592334"/>
                  </a:lnTo>
                  <a:lnTo>
                    <a:pt x="382284" y="2599033"/>
                  </a:lnTo>
                  <a:lnTo>
                    <a:pt x="384460" y="2605732"/>
                  </a:lnTo>
                  <a:lnTo>
                    <a:pt x="386448" y="2612430"/>
                  </a:lnTo>
                  <a:lnTo>
                    <a:pt x="388226" y="2619129"/>
                  </a:lnTo>
                  <a:lnTo>
                    <a:pt x="389805" y="2625827"/>
                  </a:lnTo>
                  <a:lnTo>
                    <a:pt x="391222" y="2632526"/>
                  </a:lnTo>
                  <a:lnTo>
                    <a:pt x="392538" y="2639224"/>
                  </a:lnTo>
                  <a:lnTo>
                    <a:pt x="393832" y="2645923"/>
                  </a:lnTo>
                  <a:lnTo>
                    <a:pt x="395187" y="2652621"/>
                  </a:lnTo>
                  <a:lnTo>
                    <a:pt x="396684" y="2659320"/>
                  </a:lnTo>
                  <a:lnTo>
                    <a:pt x="398389" y="2666018"/>
                  </a:lnTo>
                  <a:lnTo>
                    <a:pt x="400347" y="2672717"/>
                  </a:lnTo>
                  <a:lnTo>
                    <a:pt x="402580" y="2679415"/>
                  </a:lnTo>
                  <a:lnTo>
                    <a:pt x="405086" y="2686114"/>
                  </a:lnTo>
                  <a:lnTo>
                    <a:pt x="407854" y="2692813"/>
                  </a:lnTo>
                  <a:lnTo>
                    <a:pt x="410816" y="2699511"/>
                  </a:lnTo>
                  <a:lnTo>
                    <a:pt x="413920" y="2706210"/>
                  </a:lnTo>
                  <a:lnTo>
                    <a:pt x="417113" y="2712908"/>
                  </a:lnTo>
                  <a:lnTo>
                    <a:pt x="420351" y="2719607"/>
                  </a:lnTo>
                  <a:lnTo>
                    <a:pt x="423601" y="2726305"/>
                  </a:lnTo>
                  <a:lnTo>
                    <a:pt x="426844" y="2733004"/>
                  </a:lnTo>
                  <a:lnTo>
                    <a:pt x="430077" y="2739702"/>
                  </a:lnTo>
                  <a:lnTo>
                    <a:pt x="433311" y="2746401"/>
                  </a:lnTo>
                  <a:lnTo>
                    <a:pt x="436570" y="2753099"/>
                  </a:lnTo>
                  <a:lnTo>
                    <a:pt x="439887" y="2759798"/>
                  </a:lnTo>
                  <a:lnTo>
                    <a:pt x="443295" y="2766496"/>
                  </a:lnTo>
                  <a:lnTo>
                    <a:pt x="446831" y="2773195"/>
                  </a:lnTo>
                  <a:lnTo>
                    <a:pt x="450534" y="2779894"/>
                  </a:lnTo>
                  <a:lnTo>
                    <a:pt x="454411" y="2786592"/>
                  </a:lnTo>
                  <a:lnTo>
                    <a:pt x="458459" y="2793291"/>
                  </a:lnTo>
                  <a:lnTo>
                    <a:pt x="462660" y="2799989"/>
                  </a:lnTo>
                  <a:lnTo>
                    <a:pt x="466981" y="2806688"/>
                  </a:lnTo>
                  <a:lnTo>
                    <a:pt x="471377" y="2813386"/>
                  </a:lnTo>
                  <a:lnTo>
                    <a:pt x="475796" y="2820085"/>
                  </a:lnTo>
                  <a:lnTo>
                    <a:pt x="480179" y="2826783"/>
                  </a:lnTo>
                  <a:lnTo>
                    <a:pt x="484472" y="2833482"/>
                  </a:lnTo>
                  <a:lnTo>
                    <a:pt x="488630" y="2840180"/>
                  </a:lnTo>
                  <a:lnTo>
                    <a:pt x="492620" y="2846879"/>
                  </a:lnTo>
                  <a:lnTo>
                    <a:pt x="496426" y="2853577"/>
                  </a:lnTo>
                  <a:lnTo>
                    <a:pt x="500048" y="2860276"/>
                  </a:lnTo>
                  <a:lnTo>
                    <a:pt x="503498" y="2866975"/>
                  </a:lnTo>
                  <a:lnTo>
                    <a:pt x="506811" y="2873673"/>
                  </a:lnTo>
                  <a:lnTo>
                    <a:pt x="510029" y="2880372"/>
                  </a:lnTo>
                  <a:lnTo>
                    <a:pt x="513190" y="2887070"/>
                  </a:lnTo>
                  <a:lnTo>
                    <a:pt x="516326" y="2893769"/>
                  </a:lnTo>
                  <a:lnTo>
                    <a:pt x="519472" y="2900467"/>
                  </a:lnTo>
                  <a:lnTo>
                    <a:pt x="522656" y="2907166"/>
                  </a:lnTo>
                  <a:lnTo>
                    <a:pt x="525912" y="2913864"/>
                  </a:lnTo>
                  <a:lnTo>
                    <a:pt x="529271" y="2920563"/>
                  </a:lnTo>
                  <a:lnTo>
                    <a:pt x="532769" y="2927261"/>
                  </a:lnTo>
                  <a:lnTo>
                    <a:pt x="536440" y="2933960"/>
                  </a:lnTo>
                  <a:lnTo>
                    <a:pt x="540313" y="2940658"/>
                  </a:lnTo>
                  <a:lnTo>
                    <a:pt x="544407" y="2947357"/>
                  </a:lnTo>
                  <a:lnTo>
                    <a:pt x="548726" y="2954056"/>
                  </a:lnTo>
                  <a:lnTo>
                    <a:pt x="553241" y="2960754"/>
                  </a:lnTo>
                  <a:lnTo>
                    <a:pt x="557875" y="2967453"/>
                  </a:lnTo>
                  <a:lnTo>
                    <a:pt x="562537" y="2974151"/>
                  </a:lnTo>
                  <a:lnTo>
                    <a:pt x="567117" y="2980850"/>
                  </a:lnTo>
                  <a:lnTo>
                    <a:pt x="571501" y="2987548"/>
                  </a:lnTo>
                  <a:lnTo>
                    <a:pt x="575578" y="2994247"/>
                  </a:lnTo>
                  <a:lnTo>
                    <a:pt x="579264" y="3000945"/>
                  </a:lnTo>
                  <a:lnTo>
                    <a:pt x="582504" y="3007644"/>
                  </a:lnTo>
                  <a:lnTo>
                    <a:pt x="585286" y="3014342"/>
                  </a:lnTo>
                  <a:lnTo>
                    <a:pt x="587641" y="3021041"/>
                  </a:lnTo>
                  <a:lnTo>
                    <a:pt x="589636" y="3027740"/>
                  </a:lnTo>
                  <a:lnTo>
                    <a:pt x="591368" y="3034438"/>
                  </a:lnTo>
                  <a:lnTo>
                    <a:pt x="592949" y="3041137"/>
                  </a:lnTo>
                  <a:lnTo>
                    <a:pt x="594501" y="3047835"/>
                  </a:lnTo>
                  <a:lnTo>
                    <a:pt x="596126" y="3054534"/>
                  </a:lnTo>
                  <a:lnTo>
                    <a:pt x="597890" y="3061232"/>
                  </a:lnTo>
                  <a:lnTo>
                    <a:pt x="599822" y="3067931"/>
                  </a:lnTo>
                  <a:lnTo>
                    <a:pt x="601915" y="3074629"/>
                  </a:lnTo>
                  <a:lnTo>
                    <a:pt x="604128" y="3081328"/>
                  </a:lnTo>
                  <a:lnTo>
                    <a:pt x="606391" y="3088026"/>
                  </a:lnTo>
                  <a:lnTo>
                    <a:pt x="608607" y="3094725"/>
                  </a:lnTo>
                  <a:lnTo>
                    <a:pt x="610670" y="3101423"/>
                  </a:lnTo>
                  <a:lnTo>
                    <a:pt x="612465" y="3108122"/>
                  </a:lnTo>
                  <a:lnTo>
                    <a:pt x="613883" y="3114821"/>
                  </a:lnTo>
                  <a:lnTo>
                    <a:pt x="614824" y="3121519"/>
                  </a:lnTo>
                  <a:lnTo>
                    <a:pt x="615206" y="3128218"/>
                  </a:lnTo>
                  <a:lnTo>
                    <a:pt x="614913" y="3134916"/>
                  </a:lnTo>
                  <a:lnTo>
                    <a:pt x="613943" y="3141615"/>
                  </a:lnTo>
                  <a:lnTo>
                    <a:pt x="612279" y="3148313"/>
                  </a:lnTo>
                  <a:lnTo>
                    <a:pt x="609910" y="3155012"/>
                  </a:lnTo>
                  <a:lnTo>
                    <a:pt x="606831" y="3161710"/>
                  </a:lnTo>
                  <a:lnTo>
                    <a:pt x="603038" y="3168409"/>
                  </a:lnTo>
                  <a:lnTo>
                    <a:pt x="598527" y="3175107"/>
                  </a:lnTo>
                  <a:lnTo>
                    <a:pt x="593293" y="3181806"/>
                  </a:lnTo>
                  <a:lnTo>
                    <a:pt x="587328" y="3188504"/>
                  </a:lnTo>
                  <a:lnTo>
                    <a:pt x="580628" y="3195203"/>
                  </a:lnTo>
                  <a:lnTo>
                    <a:pt x="573193" y="3201902"/>
                  </a:lnTo>
                  <a:lnTo>
                    <a:pt x="565034" y="3208600"/>
                  </a:lnTo>
                  <a:lnTo>
                    <a:pt x="556175" y="3215299"/>
                  </a:lnTo>
                  <a:lnTo>
                    <a:pt x="546625" y="3221997"/>
                  </a:lnTo>
                  <a:lnTo>
                    <a:pt x="536473" y="3228696"/>
                  </a:lnTo>
                  <a:lnTo>
                    <a:pt x="525822" y="3235394"/>
                  </a:lnTo>
                  <a:lnTo>
                    <a:pt x="514765" y="3242093"/>
                  </a:lnTo>
                  <a:lnTo>
                    <a:pt x="503403" y="3248791"/>
                  </a:lnTo>
                  <a:lnTo>
                    <a:pt x="491843" y="3255490"/>
                  </a:lnTo>
                  <a:lnTo>
                    <a:pt x="480190" y="3262188"/>
                  </a:lnTo>
                  <a:lnTo>
                    <a:pt x="468549" y="3268887"/>
                  </a:lnTo>
                  <a:lnTo>
                    <a:pt x="457017" y="3275585"/>
                  </a:lnTo>
                  <a:lnTo>
                    <a:pt x="445685" y="3282284"/>
                  </a:lnTo>
                  <a:lnTo>
                    <a:pt x="434634" y="3288983"/>
                  </a:lnTo>
                  <a:lnTo>
                    <a:pt x="423936" y="3295681"/>
                  </a:lnTo>
                  <a:lnTo>
                    <a:pt x="413649" y="3302380"/>
                  </a:lnTo>
                  <a:lnTo>
                    <a:pt x="403841" y="3309078"/>
                  </a:lnTo>
                  <a:lnTo>
                    <a:pt x="394561" y="3315777"/>
                  </a:lnTo>
                  <a:lnTo>
                    <a:pt x="385810" y="3322475"/>
                  </a:lnTo>
                  <a:lnTo>
                    <a:pt x="377607" y="3329174"/>
                  </a:lnTo>
                  <a:lnTo>
                    <a:pt x="369961" y="3335872"/>
                  </a:lnTo>
                  <a:lnTo>
                    <a:pt x="362874" y="3342571"/>
                  </a:lnTo>
                  <a:lnTo>
                    <a:pt x="356338" y="3349269"/>
                  </a:lnTo>
                  <a:lnTo>
                    <a:pt x="350341" y="3355968"/>
                  </a:lnTo>
                  <a:lnTo>
                    <a:pt x="344860" y="3362667"/>
                  </a:lnTo>
                  <a:lnTo>
                    <a:pt x="339872" y="3369365"/>
                  </a:lnTo>
                  <a:lnTo>
                    <a:pt x="335348" y="3376064"/>
                  </a:lnTo>
                  <a:lnTo>
                    <a:pt x="331261" y="3382762"/>
                  </a:lnTo>
                  <a:lnTo>
                    <a:pt x="327586" y="3389461"/>
                  </a:lnTo>
                  <a:lnTo>
                    <a:pt x="324307" y="3396159"/>
                  </a:lnTo>
                  <a:lnTo>
                    <a:pt x="321421" y="3402858"/>
                  </a:lnTo>
                  <a:lnTo>
                    <a:pt x="318884" y="3409556"/>
                  </a:lnTo>
                  <a:lnTo>
                    <a:pt x="316680" y="3416255"/>
                  </a:lnTo>
                  <a:lnTo>
                    <a:pt x="314792" y="3422953"/>
                  </a:lnTo>
                  <a:close/>
                </a:path>
              </a:pathLst>
            </a:custGeom>
            <a:solidFill>
              <a:srgbClr val="4472C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0880160" y="7191251"/>
              <a:ext cx="37631" cy="0"/>
            </a:xfrm>
            <a:custGeom>
              <a:avLst/>
              <a:pathLst>
                <a:path w="37631" h="0">
                  <a:moveTo>
                    <a:pt x="0" y="0"/>
                  </a:moveTo>
                  <a:lnTo>
                    <a:pt x="37631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0898976" y="7191251"/>
              <a:ext cx="0" cy="750490"/>
            </a:xfrm>
            <a:custGeom>
              <a:avLst/>
              <a:pathLst>
                <a:path w="0" h="750490">
                  <a:moveTo>
                    <a:pt x="0" y="0"/>
                  </a:moveTo>
                  <a:lnTo>
                    <a:pt x="0" y="75049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0880160" y="7941742"/>
              <a:ext cx="37631" cy="0"/>
            </a:xfrm>
            <a:custGeom>
              <a:avLst/>
              <a:pathLst>
                <a:path w="37631" h="0">
                  <a:moveTo>
                    <a:pt x="0" y="0"/>
                  </a:moveTo>
                  <a:lnTo>
                    <a:pt x="37631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10823713" y="7532491"/>
              <a:ext cx="150526" cy="227595"/>
            </a:xfrm>
            <a:custGeom>
              <a:avLst/>
              <a:pathLst>
                <a:path w="150526" h="227595">
                  <a:moveTo>
                    <a:pt x="0" y="0"/>
                  </a:moveTo>
                  <a:lnTo>
                    <a:pt x="0" y="227595"/>
                  </a:lnTo>
                  <a:lnTo>
                    <a:pt x="150526" y="227595"/>
                  </a:lnTo>
                  <a:lnTo>
                    <a:pt x="150526" y="0"/>
                  </a:lnTo>
                  <a:close/>
                </a:path>
              </a:pathLst>
            </a:custGeom>
            <a:solidFill>
              <a:srgbClr val="F2975A">
                <a:alpha val="29803"/>
              </a:srgbClr>
            </a:solidFill>
            <a:ln w="13550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10823713" y="7690928"/>
              <a:ext cx="150526" cy="0"/>
            </a:xfrm>
            <a:custGeom>
              <a:avLst/>
              <a:pathLst>
                <a:path w="150526" h="0">
                  <a:moveTo>
                    <a:pt x="0" y="0"/>
                  </a:moveTo>
                  <a:lnTo>
                    <a:pt x="150526" y="0"/>
                  </a:lnTo>
                </a:path>
              </a:pathLst>
            </a:custGeom>
            <a:ln w="27101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12385425" y="6821458"/>
              <a:ext cx="37631" cy="0"/>
            </a:xfrm>
            <a:custGeom>
              <a:avLst/>
              <a:pathLst>
                <a:path w="37631" h="0">
                  <a:moveTo>
                    <a:pt x="0" y="0"/>
                  </a:moveTo>
                  <a:lnTo>
                    <a:pt x="37631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12404241" y="6821458"/>
              <a:ext cx="0" cy="1126895"/>
            </a:xfrm>
            <a:custGeom>
              <a:avLst/>
              <a:pathLst>
                <a:path w="0" h="1126895">
                  <a:moveTo>
                    <a:pt x="0" y="0"/>
                  </a:moveTo>
                  <a:lnTo>
                    <a:pt x="0" y="1126895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12385425" y="7948354"/>
              <a:ext cx="37631" cy="0"/>
            </a:xfrm>
            <a:custGeom>
              <a:avLst/>
              <a:pathLst>
                <a:path w="37631" h="0">
                  <a:moveTo>
                    <a:pt x="0" y="0"/>
                  </a:moveTo>
                  <a:lnTo>
                    <a:pt x="37631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12328977" y="7328503"/>
              <a:ext cx="150526" cy="338406"/>
            </a:xfrm>
            <a:custGeom>
              <a:avLst/>
              <a:pathLst>
                <a:path w="150526" h="338406">
                  <a:moveTo>
                    <a:pt x="0" y="0"/>
                  </a:moveTo>
                  <a:lnTo>
                    <a:pt x="0" y="338406"/>
                  </a:lnTo>
                  <a:lnTo>
                    <a:pt x="150526" y="338406"/>
                  </a:lnTo>
                  <a:lnTo>
                    <a:pt x="150526" y="0"/>
                  </a:lnTo>
                  <a:close/>
                </a:path>
              </a:pathLst>
            </a:custGeom>
            <a:solidFill>
              <a:srgbClr val="4472C4">
                <a:alpha val="29803"/>
              </a:srgbClr>
            </a:solidFill>
            <a:ln w="13550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12328977" y="7525472"/>
              <a:ext cx="150526" cy="0"/>
            </a:xfrm>
            <a:custGeom>
              <a:avLst/>
              <a:pathLst>
                <a:path w="150526" h="0">
                  <a:moveTo>
                    <a:pt x="0" y="0"/>
                  </a:moveTo>
                  <a:lnTo>
                    <a:pt x="150526" y="0"/>
                  </a:lnTo>
                </a:path>
              </a:pathLst>
            </a:custGeom>
            <a:ln w="27101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10937924" y="3247066"/>
              <a:ext cx="1427367" cy="2060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 &lt; 2.22e-16</a:t>
              </a:r>
            </a:p>
          </p:txBody>
        </p:sp>
        <p:sp>
          <p:nvSpPr>
            <p:cNvPr id="76" name="pl76"/>
            <p:cNvSpPr/>
            <p:nvPr/>
          </p:nvSpPr>
          <p:spPr>
            <a:xfrm>
              <a:off x="12404241" y="3504838"/>
              <a:ext cx="0" cy="116078"/>
            </a:xfrm>
            <a:custGeom>
              <a:avLst/>
              <a:pathLst>
                <a:path w="0" h="116078">
                  <a:moveTo>
                    <a:pt x="0" y="116078"/>
                  </a:moveTo>
                  <a:lnTo>
                    <a:pt x="0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10898976" y="3504838"/>
              <a:ext cx="1505264" cy="0"/>
            </a:xfrm>
            <a:custGeom>
              <a:avLst/>
              <a:pathLst>
                <a:path w="1505264" h="0">
                  <a:moveTo>
                    <a:pt x="1505264" y="0"/>
                  </a:moveTo>
                  <a:lnTo>
                    <a:pt x="0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10898976" y="3504838"/>
              <a:ext cx="0" cy="116078"/>
            </a:xfrm>
            <a:custGeom>
              <a:avLst/>
              <a:pathLst>
                <a:path w="0" h="116078">
                  <a:moveTo>
                    <a:pt x="0" y="0"/>
                  </a:moveTo>
                  <a:lnTo>
                    <a:pt x="0" y="116078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9995817" y="3014888"/>
              <a:ext cx="3311582" cy="5176015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2471044" y="2645721"/>
              <a:ext cx="3311582" cy="369167"/>
            </a:xfrm>
            <a:prstGeom prst="rect">
              <a:avLst/>
            </a:prstGeom>
            <a:solidFill>
              <a:srgbClr val="F0F0F0">
                <a:alpha val="100000"/>
              </a:srgbClr>
            </a:solidFill>
            <a:ln w="17246" cap="rnd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3209557" y="2679802"/>
              <a:ext cx="1834554" cy="237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Downregulated</a:t>
              </a:r>
            </a:p>
          </p:txBody>
        </p:sp>
        <p:sp>
          <p:nvSpPr>
            <p:cNvPr id="82" name="rc82"/>
            <p:cNvSpPr/>
            <p:nvPr/>
          </p:nvSpPr>
          <p:spPr>
            <a:xfrm>
              <a:off x="6233430" y="2645721"/>
              <a:ext cx="3311582" cy="369167"/>
            </a:xfrm>
            <a:prstGeom prst="rect">
              <a:avLst/>
            </a:prstGeom>
            <a:solidFill>
              <a:srgbClr val="F0F0F0">
                <a:alpha val="100000"/>
              </a:srgbClr>
            </a:solidFill>
            <a:ln w="17246" cap="rnd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tx83"/>
            <p:cNvSpPr/>
            <p:nvPr/>
          </p:nvSpPr>
          <p:spPr>
            <a:xfrm>
              <a:off x="7148306" y="2679802"/>
              <a:ext cx="1481832" cy="237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Upregulated</a:t>
              </a:r>
            </a:p>
          </p:txBody>
        </p:sp>
        <p:sp>
          <p:nvSpPr>
            <p:cNvPr id="84" name="rc84"/>
            <p:cNvSpPr/>
            <p:nvPr/>
          </p:nvSpPr>
          <p:spPr>
            <a:xfrm>
              <a:off x="9995817" y="2645721"/>
              <a:ext cx="3311582" cy="369167"/>
            </a:xfrm>
            <a:prstGeom prst="rect">
              <a:avLst/>
            </a:prstGeom>
            <a:solidFill>
              <a:srgbClr val="F0F0F0">
                <a:alpha val="100000"/>
              </a:srgbClr>
            </a:solidFill>
            <a:ln w="17246" cap="rnd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tx85"/>
            <p:cNvSpPr/>
            <p:nvPr/>
          </p:nvSpPr>
          <p:spPr>
            <a:xfrm>
              <a:off x="10219076" y="2679802"/>
              <a:ext cx="2865065" cy="237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Non-misegulated genes</a:t>
              </a:r>
            </a:p>
          </p:txBody>
        </p:sp>
        <p:sp>
          <p:nvSpPr>
            <p:cNvPr id="86" name="pl86"/>
            <p:cNvSpPr/>
            <p:nvPr/>
          </p:nvSpPr>
          <p:spPr>
            <a:xfrm>
              <a:off x="2471044" y="8190903"/>
              <a:ext cx="3311582" cy="0"/>
            </a:xfrm>
            <a:custGeom>
              <a:avLst/>
              <a:pathLst>
                <a:path w="3311582" h="0">
                  <a:moveTo>
                    <a:pt x="0" y="0"/>
                  </a:moveTo>
                  <a:lnTo>
                    <a:pt x="3311582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374202" y="8190903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4879467" y="8190903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tx89"/>
            <p:cNvSpPr/>
            <p:nvPr/>
          </p:nvSpPr>
          <p:spPr>
            <a:xfrm>
              <a:off x="3070717" y="8258832"/>
              <a:ext cx="606970" cy="186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Col-0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4596942" y="8208603"/>
              <a:ext cx="565050" cy="2367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i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ubp5</a:t>
              </a:r>
            </a:p>
          </p:txBody>
        </p:sp>
        <p:sp>
          <p:nvSpPr>
            <p:cNvPr id="91" name="pl91"/>
            <p:cNvSpPr/>
            <p:nvPr/>
          </p:nvSpPr>
          <p:spPr>
            <a:xfrm>
              <a:off x="6233430" y="8190903"/>
              <a:ext cx="3311582" cy="0"/>
            </a:xfrm>
            <a:custGeom>
              <a:avLst/>
              <a:pathLst>
                <a:path w="3311582" h="0">
                  <a:moveTo>
                    <a:pt x="0" y="0"/>
                  </a:moveTo>
                  <a:lnTo>
                    <a:pt x="3311582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7136589" y="8190903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8641854" y="8190903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tx94"/>
            <p:cNvSpPr/>
            <p:nvPr/>
          </p:nvSpPr>
          <p:spPr>
            <a:xfrm>
              <a:off x="6833104" y="8258832"/>
              <a:ext cx="606970" cy="186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Col-0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8359329" y="8208603"/>
              <a:ext cx="565050" cy="2367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i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ubp5</a:t>
              </a:r>
            </a:p>
          </p:txBody>
        </p:sp>
        <p:sp>
          <p:nvSpPr>
            <p:cNvPr id="96" name="pl96"/>
            <p:cNvSpPr/>
            <p:nvPr/>
          </p:nvSpPr>
          <p:spPr>
            <a:xfrm>
              <a:off x="9995817" y="8190903"/>
              <a:ext cx="3311582" cy="0"/>
            </a:xfrm>
            <a:custGeom>
              <a:avLst/>
              <a:pathLst>
                <a:path w="3311582" h="0">
                  <a:moveTo>
                    <a:pt x="0" y="0"/>
                  </a:moveTo>
                  <a:lnTo>
                    <a:pt x="3311582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10898976" y="8190903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12404241" y="8190903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tx99"/>
            <p:cNvSpPr/>
            <p:nvPr/>
          </p:nvSpPr>
          <p:spPr>
            <a:xfrm>
              <a:off x="10595491" y="8258832"/>
              <a:ext cx="606970" cy="186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Col-0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12121715" y="8208603"/>
              <a:ext cx="565050" cy="2367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i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ubp5</a:t>
              </a:r>
            </a:p>
          </p:txBody>
        </p:sp>
        <p:sp>
          <p:nvSpPr>
            <p:cNvPr id="101" name="pl101"/>
            <p:cNvSpPr/>
            <p:nvPr/>
          </p:nvSpPr>
          <p:spPr>
            <a:xfrm>
              <a:off x="9995817" y="3014888"/>
              <a:ext cx="0" cy="5176015"/>
            </a:xfrm>
            <a:custGeom>
              <a:avLst/>
              <a:pathLst>
                <a:path w="0" h="5176015">
                  <a:moveTo>
                    <a:pt x="0" y="5176015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tx102"/>
            <p:cNvSpPr/>
            <p:nvPr/>
          </p:nvSpPr>
          <p:spPr>
            <a:xfrm>
              <a:off x="9774843" y="7863170"/>
              <a:ext cx="141262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9774843" y="6745425"/>
              <a:ext cx="141262" cy="1772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9633581" y="5622471"/>
              <a:ext cx="282525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9633581" y="4504726"/>
              <a:ext cx="282525" cy="1772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9633581" y="3381772"/>
              <a:ext cx="282525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07" name="pl107"/>
            <p:cNvSpPr/>
            <p:nvPr/>
          </p:nvSpPr>
          <p:spPr>
            <a:xfrm>
              <a:off x="9951533" y="795563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9951533" y="683528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9951533" y="571493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9951533" y="459458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9951533" y="347423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233430" y="3014888"/>
              <a:ext cx="0" cy="5176015"/>
            </a:xfrm>
            <a:custGeom>
              <a:avLst/>
              <a:pathLst>
                <a:path w="0" h="5176015">
                  <a:moveTo>
                    <a:pt x="0" y="5176015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tx113"/>
            <p:cNvSpPr/>
            <p:nvPr/>
          </p:nvSpPr>
          <p:spPr>
            <a:xfrm>
              <a:off x="6012457" y="7863170"/>
              <a:ext cx="141262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6012457" y="6745425"/>
              <a:ext cx="141262" cy="1772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5871194" y="5622471"/>
              <a:ext cx="282525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5871194" y="4504726"/>
              <a:ext cx="282525" cy="1772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5871194" y="3381772"/>
              <a:ext cx="282525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18" name="pl118"/>
            <p:cNvSpPr/>
            <p:nvPr/>
          </p:nvSpPr>
          <p:spPr>
            <a:xfrm>
              <a:off x="6189146" y="795563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6189146" y="683528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6189146" y="571493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6189146" y="459458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6189146" y="347423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2471044" y="3014888"/>
              <a:ext cx="0" cy="5176015"/>
            </a:xfrm>
            <a:custGeom>
              <a:avLst/>
              <a:pathLst>
                <a:path w="0" h="5176015">
                  <a:moveTo>
                    <a:pt x="0" y="5176015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tx124"/>
            <p:cNvSpPr/>
            <p:nvPr/>
          </p:nvSpPr>
          <p:spPr>
            <a:xfrm>
              <a:off x="2250070" y="7863170"/>
              <a:ext cx="141262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2250070" y="6745425"/>
              <a:ext cx="141262" cy="1772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2108807" y="5622471"/>
              <a:ext cx="282525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2108807" y="4504726"/>
              <a:ext cx="282525" cy="1772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2108807" y="3381772"/>
              <a:ext cx="282525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29" name="pl129"/>
            <p:cNvSpPr/>
            <p:nvPr/>
          </p:nvSpPr>
          <p:spPr>
            <a:xfrm>
              <a:off x="2426760" y="795563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426760" y="683528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2426760" y="571493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2426760" y="459458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2426760" y="347423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tx134"/>
            <p:cNvSpPr/>
            <p:nvPr/>
          </p:nvSpPr>
          <p:spPr>
            <a:xfrm rot="-5400000">
              <a:off x="-183246" y="5454223"/>
              <a:ext cx="3934643" cy="2973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Average signal gene body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6692829" y="2033808"/>
              <a:ext cx="2392784" cy="2797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0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H2Aub levels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00200" y="1691481"/>
            <a:ext cx="11887200" cy="7315200"/>
            <a:chOff x="1600200" y="1691481"/>
            <a:chExt cx="11887200" cy="7315200"/>
          </a:xfrm>
        </p:grpSpPr>
        <p:sp>
          <p:nvSpPr>
            <p:cNvPr id="3" name="rc3"/>
            <p:cNvSpPr/>
            <p:nvPr/>
          </p:nvSpPr>
          <p:spPr>
            <a:xfrm>
              <a:off x="1600200" y="1691481"/>
              <a:ext cx="118872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00200" y="1691481"/>
              <a:ext cx="11887200" cy="73151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471044" y="3014888"/>
              <a:ext cx="3311582" cy="51760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471044" y="7955630"/>
              <a:ext cx="3311582" cy="0"/>
            </a:xfrm>
            <a:custGeom>
              <a:avLst/>
              <a:pathLst>
                <a:path w="3311582" h="0">
                  <a:moveTo>
                    <a:pt x="0" y="0"/>
                  </a:moveTo>
                  <a:lnTo>
                    <a:pt x="3311582" y="0"/>
                  </a:lnTo>
                  <a:lnTo>
                    <a:pt x="3311582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471044" y="6571669"/>
              <a:ext cx="3311582" cy="0"/>
            </a:xfrm>
            <a:custGeom>
              <a:avLst/>
              <a:pathLst>
                <a:path w="3311582" h="0">
                  <a:moveTo>
                    <a:pt x="0" y="0"/>
                  </a:moveTo>
                  <a:lnTo>
                    <a:pt x="3311582" y="0"/>
                  </a:lnTo>
                  <a:lnTo>
                    <a:pt x="3311582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471044" y="5187707"/>
              <a:ext cx="3311582" cy="0"/>
            </a:xfrm>
            <a:custGeom>
              <a:avLst/>
              <a:pathLst>
                <a:path w="3311582" h="0">
                  <a:moveTo>
                    <a:pt x="0" y="0"/>
                  </a:moveTo>
                  <a:lnTo>
                    <a:pt x="3311582" y="0"/>
                  </a:lnTo>
                  <a:lnTo>
                    <a:pt x="3311582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71044" y="3803746"/>
              <a:ext cx="3311582" cy="0"/>
            </a:xfrm>
            <a:custGeom>
              <a:avLst/>
              <a:pathLst>
                <a:path w="3311582" h="0">
                  <a:moveTo>
                    <a:pt x="0" y="0"/>
                  </a:moveTo>
                  <a:lnTo>
                    <a:pt x="3311582" y="0"/>
                  </a:lnTo>
                  <a:lnTo>
                    <a:pt x="3311582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74202" y="3014888"/>
              <a:ext cx="0" cy="5176015"/>
            </a:xfrm>
            <a:custGeom>
              <a:avLst/>
              <a:pathLst>
                <a:path w="0" h="5176015">
                  <a:moveTo>
                    <a:pt x="0" y="5176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879467" y="3014888"/>
              <a:ext cx="0" cy="5176015"/>
            </a:xfrm>
            <a:custGeom>
              <a:avLst/>
              <a:pathLst>
                <a:path w="0" h="5176015">
                  <a:moveTo>
                    <a:pt x="0" y="5176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2696833" y="5171031"/>
              <a:ext cx="1354738" cy="2772524"/>
            </a:xfrm>
            <a:custGeom>
              <a:avLst/>
              <a:pathLst>
                <a:path w="1354738" h="2772524">
                  <a:moveTo>
                    <a:pt x="644246" y="2772524"/>
                  </a:moveTo>
                  <a:lnTo>
                    <a:pt x="640617" y="2767098"/>
                  </a:lnTo>
                  <a:lnTo>
                    <a:pt x="639796" y="2761672"/>
                  </a:lnTo>
                  <a:lnTo>
                    <a:pt x="640500" y="2756247"/>
                  </a:lnTo>
                  <a:lnTo>
                    <a:pt x="641031" y="2750821"/>
                  </a:lnTo>
                  <a:lnTo>
                    <a:pt x="640397" y="2745395"/>
                  </a:lnTo>
                  <a:lnTo>
                    <a:pt x="638777" y="2739970"/>
                  </a:lnTo>
                  <a:lnTo>
                    <a:pt x="637099" y="2734544"/>
                  </a:lnTo>
                  <a:lnTo>
                    <a:pt x="636202" y="2729118"/>
                  </a:lnTo>
                  <a:lnTo>
                    <a:pt x="636109" y="2723693"/>
                  </a:lnTo>
                  <a:lnTo>
                    <a:pt x="635742" y="2718267"/>
                  </a:lnTo>
                  <a:lnTo>
                    <a:pt x="633131" y="2712841"/>
                  </a:lnTo>
                  <a:lnTo>
                    <a:pt x="626124" y="2707416"/>
                  </a:lnTo>
                  <a:lnTo>
                    <a:pt x="613250" y="2701990"/>
                  </a:lnTo>
                  <a:lnTo>
                    <a:pt x="594097" y="2696564"/>
                  </a:lnTo>
                  <a:lnTo>
                    <a:pt x="568595" y="2691139"/>
                  </a:lnTo>
                  <a:lnTo>
                    <a:pt x="536412" y="2685713"/>
                  </a:lnTo>
                  <a:lnTo>
                    <a:pt x="496264" y="2680287"/>
                  </a:lnTo>
                  <a:lnTo>
                    <a:pt x="446412" y="2674862"/>
                  </a:lnTo>
                  <a:lnTo>
                    <a:pt x="385672" y="2669436"/>
                  </a:lnTo>
                  <a:lnTo>
                    <a:pt x="314386" y="2664010"/>
                  </a:lnTo>
                  <a:lnTo>
                    <a:pt x="235459" y="2658585"/>
                  </a:lnTo>
                  <a:lnTo>
                    <a:pt x="155181" y="2653159"/>
                  </a:lnTo>
                  <a:lnTo>
                    <a:pt x="82911" y="2647733"/>
                  </a:lnTo>
                  <a:lnTo>
                    <a:pt x="28857" y="2642307"/>
                  </a:lnTo>
                  <a:lnTo>
                    <a:pt x="547" y="2636882"/>
                  </a:lnTo>
                  <a:lnTo>
                    <a:pt x="0" y="2631456"/>
                  </a:lnTo>
                  <a:lnTo>
                    <a:pt x="23393" y="2626030"/>
                  </a:lnTo>
                  <a:lnTo>
                    <a:pt x="63251" y="2620605"/>
                  </a:lnTo>
                  <a:lnTo>
                    <a:pt x="111611" y="2615179"/>
                  </a:lnTo>
                  <a:lnTo>
                    <a:pt x="162405" y="2609753"/>
                  </a:lnTo>
                  <a:lnTo>
                    <a:pt x="212213" y="2604328"/>
                  </a:lnTo>
                  <a:lnTo>
                    <a:pt x="259675" y="2598902"/>
                  </a:lnTo>
                  <a:lnTo>
                    <a:pt x="304451" y="2593476"/>
                  </a:lnTo>
                  <a:lnTo>
                    <a:pt x="346553" y="2588051"/>
                  </a:lnTo>
                  <a:lnTo>
                    <a:pt x="386200" y="2582625"/>
                  </a:lnTo>
                  <a:lnTo>
                    <a:pt x="423823" y="2577199"/>
                  </a:lnTo>
                  <a:lnTo>
                    <a:pt x="459853" y="2571774"/>
                  </a:lnTo>
                  <a:lnTo>
                    <a:pt x="494355" y="2566348"/>
                  </a:lnTo>
                  <a:lnTo>
                    <a:pt x="526857" y="2560922"/>
                  </a:lnTo>
                  <a:lnTo>
                    <a:pt x="556512" y="2555497"/>
                  </a:lnTo>
                  <a:lnTo>
                    <a:pt x="582365" y="2550071"/>
                  </a:lnTo>
                  <a:lnTo>
                    <a:pt x="603330" y="2544645"/>
                  </a:lnTo>
                  <a:lnTo>
                    <a:pt x="618930" y="2539219"/>
                  </a:lnTo>
                  <a:lnTo>
                    <a:pt x="629202" y="2533794"/>
                  </a:lnTo>
                  <a:lnTo>
                    <a:pt x="634949" y="2528368"/>
                  </a:lnTo>
                  <a:lnTo>
                    <a:pt x="637537" y="2522942"/>
                  </a:lnTo>
                  <a:lnTo>
                    <a:pt x="638444" y="2517517"/>
                  </a:lnTo>
                  <a:lnTo>
                    <a:pt x="638924" y="2512091"/>
                  </a:lnTo>
                  <a:lnTo>
                    <a:pt x="639882" y="2506665"/>
                  </a:lnTo>
                  <a:lnTo>
                    <a:pt x="641810" y="2501240"/>
                  </a:lnTo>
                  <a:lnTo>
                    <a:pt x="644728" y="2495814"/>
                  </a:lnTo>
                  <a:lnTo>
                    <a:pt x="648247" y="2490388"/>
                  </a:lnTo>
                  <a:lnTo>
                    <a:pt x="651836" y="2484963"/>
                  </a:lnTo>
                  <a:lnTo>
                    <a:pt x="655123" y="2479537"/>
                  </a:lnTo>
                  <a:lnTo>
                    <a:pt x="658007" y="2474111"/>
                  </a:lnTo>
                  <a:lnTo>
                    <a:pt x="660528" y="2468686"/>
                  </a:lnTo>
                  <a:lnTo>
                    <a:pt x="662607" y="2463260"/>
                  </a:lnTo>
                  <a:lnTo>
                    <a:pt x="663907" y="2457834"/>
                  </a:lnTo>
                  <a:lnTo>
                    <a:pt x="663958" y="2452409"/>
                  </a:lnTo>
                  <a:lnTo>
                    <a:pt x="662521" y="2446983"/>
                  </a:lnTo>
                  <a:lnTo>
                    <a:pt x="659938" y="2441557"/>
                  </a:lnTo>
                  <a:lnTo>
                    <a:pt x="657135" y="2436131"/>
                  </a:lnTo>
                  <a:lnTo>
                    <a:pt x="655183" y="2430706"/>
                  </a:lnTo>
                  <a:lnTo>
                    <a:pt x="654730" y="2425280"/>
                  </a:lnTo>
                  <a:lnTo>
                    <a:pt x="655746" y="2419854"/>
                  </a:lnTo>
                  <a:lnTo>
                    <a:pt x="657737" y="2414429"/>
                  </a:lnTo>
                  <a:lnTo>
                    <a:pt x="660130" y="2409003"/>
                  </a:lnTo>
                  <a:lnTo>
                    <a:pt x="662472" y="2403577"/>
                  </a:lnTo>
                  <a:lnTo>
                    <a:pt x="664338" y="2398152"/>
                  </a:lnTo>
                  <a:lnTo>
                    <a:pt x="665292" y="2392726"/>
                  </a:lnTo>
                  <a:lnTo>
                    <a:pt x="664956" y="2387300"/>
                  </a:lnTo>
                  <a:lnTo>
                    <a:pt x="663271" y="2381875"/>
                  </a:lnTo>
                  <a:lnTo>
                    <a:pt x="660725" y="2376449"/>
                  </a:lnTo>
                  <a:lnTo>
                    <a:pt x="658303" y="2371023"/>
                  </a:lnTo>
                  <a:lnTo>
                    <a:pt x="657118" y="2365598"/>
                  </a:lnTo>
                  <a:lnTo>
                    <a:pt x="657888" y="2360172"/>
                  </a:lnTo>
                  <a:lnTo>
                    <a:pt x="660580" y="2354746"/>
                  </a:lnTo>
                  <a:lnTo>
                    <a:pt x="664443" y="2349321"/>
                  </a:lnTo>
                  <a:lnTo>
                    <a:pt x="668402" y="2343895"/>
                  </a:lnTo>
                  <a:lnTo>
                    <a:pt x="671534" y="2338469"/>
                  </a:lnTo>
                  <a:lnTo>
                    <a:pt x="673366" y="2333043"/>
                  </a:lnTo>
                  <a:lnTo>
                    <a:pt x="673930" y="2327618"/>
                  </a:lnTo>
                  <a:lnTo>
                    <a:pt x="673641" y="2322192"/>
                  </a:lnTo>
                  <a:lnTo>
                    <a:pt x="673083" y="2316766"/>
                  </a:lnTo>
                  <a:lnTo>
                    <a:pt x="672781" y="2311341"/>
                  </a:lnTo>
                  <a:lnTo>
                    <a:pt x="672993" y="2305915"/>
                  </a:lnTo>
                  <a:lnTo>
                    <a:pt x="673614" y="2300489"/>
                  </a:lnTo>
                  <a:lnTo>
                    <a:pt x="674272" y="2295064"/>
                  </a:lnTo>
                  <a:lnTo>
                    <a:pt x="674562" y="2289638"/>
                  </a:lnTo>
                  <a:lnTo>
                    <a:pt x="674291" y="2284212"/>
                  </a:lnTo>
                  <a:lnTo>
                    <a:pt x="673602" y="2278787"/>
                  </a:lnTo>
                  <a:lnTo>
                    <a:pt x="672906" y="2273361"/>
                  </a:lnTo>
                  <a:lnTo>
                    <a:pt x="672651" y="2267935"/>
                  </a:lnTo>
                  <a:lnTo>
                    <a:pt x="673045" y="2262510"/>
                  </a:lnTo>
                  <a:lnTo>
                    <a:pt x="673919" y="2257084"/>
                  </a:lnTo>
                  <a:lnTo>
                    <a:pt x="674809" y="2251658"/>
                  </a:lnTo>
                  <a:lnTo>
                    <a:pt x="675244" y="2246233"/>
                  </a:lnTo>
                  <a:lnTo>
                    <a:pt x="674944" y="2240807"/>
                  </a:lnTo>
                  <a:lnTo>
                    <a:pt x="673837" y="2235381"/>
                  </a:lnTo>
                  <a:lnTo>
                    <a:pt x="672035" y="2229955"/>
                  </a:lnTo>
                  <a:lnTo>
                    <a:pt x="669796" y="2224530"/>
                  </a:lnTo>
                  <a:lnTo>
                    <a:pt x="667477" y="2219104"/>
                  </a:lnTo>
                  <a:lnTo>
                    <a:pt x="665491" y="2213678"/>
                  </a:lnTo>
                  <a:lnTo>
                    <a:pt x="664231" y="2208253"/>
                  </a:lnTo>
                  <a:lnTo>
                    <a:pt x="663958" y="2202827"/>
                  </a:lnTo>
                  <a:lnTo>
                    <a:pt x="664712" y="2197401"/>
                  </a:lnTo>
                  <a:lnTo>
                    <a:pt x="666288" y="2191976"/>
                  </a:lnTo>
                  <a:lnTo>
                    <a:pt x="668310" y="2186550"/>
                  </a:lnTo>
                  <a:lnTo>
                    <a:pt x="670328" y="2181124"/>
                  </a:lnTo>
                  <a:lnTo>
                    <a:pt x="671907" y="2175699"/>
                  </a:lnTo>
                  <a:lnTo>
                    <a:pt x="672711" y="2170273"/>
                  </a:lnTo>
                  <a:lnTo>
                    <a:pt x="672600" y="2164847"/>
                  </a:lnTo>
                  <a:lnTo>
                    <a:pt x="671673" y="2159422"/>
                  </a:lnTo>
                  <a:lnTo>
                    <a:pt x="670218" y="2153996"/>
                  </a:lnTo>
                  <a:lnTo>
                    <a:pt x="668606" y="2148570"/>
                  </a:lnTo>
                  <a:lnTo>
                    <a:pt x="667209" y="2143145"/>
                  </a:lnTo>
                  <a:lnTo>
                    <a:pt x="666394" y="2137719"/>
                  </a:lnTo>
                  <a:lnTo>
                    <a:pt x="666470" y="2132293"/>
                  </a:lnTo>
                  <a:lnTo>
                    <a:pt x="667521" y="2126868"/>
                  </a:lnTo>
                  <a:lnTo>
                    <a:pt x="669238" y="2121442"/>
                  </a:lnTo>
                  <a:lnTo>
                    <a:pt x="670988" y="2116016"/>
                  </a:lnTo>
                  <a:lnTo>
                    <a:pt x="672140" y="2110590"/>
                  </a:lnTo>
                  <a:lnTo>
                    <a:pt x="672504" y="2105165"/>
                  </a:lnTo>
                  <a:lnTo>
                    <a:pt x="672430" y="2099739"/>
                  </a:lnTo>
                  <a:lnTo>
                    <a:pt x="672456" y="2094313"/>
                  </a:lnTo>
                  <a:lnTo>
                    <a:pt x="672938" y="2088888"/>
                  </a:lnTo>
                  <a:lnTo>
                    <a:pt x="673866" y="2083462"/>
                  </a:lnTo>
                  <a:lnTo>
                    <a:pt x="674955" y="2078036"/>
                  </a:lnTo>
                  <a:lnTo>
                    <a:pt x="675868" y="2072611"/>
                  </a:lnTo>
                  <a:lnTo>
                    <a:pt x="676368" y="2067185"/>
                  </a:lnTo>
                  <a:lnTo>
                    <a:pt x="676316" y="2061759"/>
                  </a:lnTo>
                  <a:lnTo>
                    <a:pt x="675601" y="2056334"/>
                  </a:lnTo>
                  <a:lnTo>
                    <a:pt x="674117" y="2050908"/>
                  </a:lnTo>
                  <a:lnTo>
                    <a:pt x="671839" y="2045482"/>
                  </a:lnTo>
                  <a:lnTo>
                    <a:pt x="668956" y="2040057"/>
                  </a:lnTo>
                  <a:lnTo>
                    <a:pt x="665934" y="2034631"/>
                  </a:lnTo>
                  <a:lnTo>
                    <a:pt x="663439" y="2029205"/>
                  </a:lnTo>
                  <a:lnTo>
                    <a:pt x="662122" y="2023780"/>
                  </a:lnTo>
                  <a:lnTo>
                    <a:pt x="662344" y="2018354"/>
                  </a:lnTo>
                  <a:lnTo>
                    <a:pt x="664021" y="2012928"/>
                  </a:lnTo>
                  <a:lnTo>
                    <a:pt x="666646" y="2007502"/>
                  </a:lnTo>
                  <a:lnTo>
                    <a:pt x="669472" y="2002077"/>
                  </a:lnTo>
                  <a:lnTo>
                    <a:pt x="671788" y="1996651"/>
                  </a:lnTo>
                  <a:lnTo>
                    <a:pt x="673147" y="1991225"/>
                  </a:lnTo>
                  <a:lnTo>
                    <a:pt x="673501" y="1985800"/>
                  </a:lnTo>
                  <a:lnTo>
                    <a:pt x="673184" y="1980374"/>
                  </a:lnTo>
                  <a:lnTo>
                    <a:pt x="672756" y="1974948"/>
                  </a:lnTo>
                  <a:lnTo>
                    <a:pt x="672718" y="1969523"/>
                  </a:lnTo>
                  <a:lnTo>
                    <a:pt x="673286" y="1964097"/>
                  </a:lnTo>
                  <a:lnTo>
                    <a:pt x="674258" y="1958671"/>
                  </a:lnTo>
                  <a:lnTo>
                    <a:pt x="675244" y="1953246"/>
                  </a:lnTo>
                  <a:lnTo>
                    <a:pt x="675895" y="1947820"/>
                  </a:lnTo>
                  <a:lnTo>
                    <a:pt x="676012" y="1942394"/>
                  </a:lnTo>
                  <a:lnTo>
                    <a:pt x="675569" y="1936969"/>
                  </a:lnTo>
                  <a:lnTo>
                    <a:pt x="674706" y="1931543"/>
                  </a:lnTo>
                  <a:lnTo>
                    <a:pt x="673726" y="1926117"/>
                  </a:lnTo>
                  <a:lnTo>
                    <a:pt x="673012" y="1920692"/>
                  </a:lnTo>
                  <a:lnTo>
                    <a:pt x="672854" y="1915266"/>
                  </a:lnTo>
                  <a:lnTo>
                    <a:pt x="673287" y="1909840"/>
                  </a:lnTo>
                  <a:lnTo>
                    <a:pt x="674055" y="1904414"/>
                  </a:lnTo>
                  <a:lnTo>
                    <a:pt x="674747" y="1898989"/>
                  </a:lnTo>
                  <a:lnTo>
                    <a:pt x="675007" y="1893563"/>
                  </a:lnTo>
                  <a:lnTo>
                    <a:pt x="674704" y="1888137"/>
                  </a:lnTo>
                  <a:lnTo>
                    <a:pt x="673991" y="1882712"/>
                  </a:lnTo>
                  <a:lnTo>
                    <a:pt x="673237" y="1877286"/>
                  </a:lnTo>
                  <a:lnTo>
                    <a:pt x="672848" y="1871860"/>
                  </a:lnTo>
                  <a:lnTo>
                    <a:pt x="673060" y="1866435"/>
                  </a:lnTo>
                  <a:lnTo>
                    <a:pt x="673822" y="1861009"/>
                  </a:lnTo>
                  <a:lnTo>
                    <a:pt x="674846" y="1855583"/>
                  </a:lnTo>
                  <a:lnTo>
                    <a:pt x="675780" y="1850158"/>
                  </a:lnTo>
                  <a:lnTo>
                    <a:pt x="676367" y="1844732"/>
                  </a:lnTo>
                  <a:lnTo>
                    <a:pt x="676484" y="1839306"/>
                  </a:lnTo>
                  <a:lnTo>
                    <a:pt x="676107" y="1833881"/>
                  </a:lnTo>
                  <a:lnTo>
                    <a:pt x="675291" y="1828455"/>
                  </a:lnTo>
                  <a:lnTo>
                    <a:pt x="674216" y="1823029"/>
                  </a:lnTo>
                  <a:lnTo>
                    <a:pt x="673241" y="1817604"/>
                  </a:lnTo>
                  <a:lnTo>
                    <a:pt x="672763" y="1812178"/>
                  </a:lnTo>
                  <a:lnTo>
                    <a:pt x="672981" y="1806752"/>
                  </a:lnTo>
                  <a:lnTo>
                    <a:pt x="673788" y="1801326"/>
                  </a:lnTo>
                  <a:lnTo>
                    <a:pt x="674852" y="1795901"/>
                  </a:lnTo>
                  <a:lnTo>
                    <a:pt x="675818" y="1790475"/>
                  </a:lnTo>
                  <a:lnTo>
                    <a:pt x="676459" y="1785049"/>
                  </a:lnTo>
                  <a:lnTo>
                    <a:pt x="676685" y="1779624"/>
                  </a:lnTo>
                  <a:lnTo>
                    <a:pt x="676479" y="1774198"/>
                  </a:lnTo>
                  <a:lnTo>
                    <a:pt x="675860" y="1768772"/>
                  </a:lnTo>
                  <a:lnTo>
                    <a:pt x="674923" y="1763347"/>
                  </a:lnTo>
                  <a:lnTo>
                    <a:pt x="673894" y="1757921"/>
                  </a:lnTo>
                  <a:lnTo>
                    <a:pt x="673109" y="1752495"/>
                  </a:lnTo>
                  <a:lnTo>
                    <a:pt x="672868" y="1747070"/>
                  </a:lnTo>
                  <a:lnTo>
                    <a:pt x="673269" y="1741644"/>
                  </a:lnTo>
                  <a:lnTo>
                    <a:pt x="674142" y="1736218"/>
                  </a:lnTo>
                  <a:lnTo>
                    <a:pt x="675146" y="1730793"/>
                  </a:lnTo>
                  <a:lnTo>
                    <a:pt x="675937" y="1725367"/>
                  </a:lnTo>
                  <a:lnTo>
                    <a:pt x="676271" y="1719941"/>
                  </a:lnTo>
                  <a:lnTo>
                    <a:pt x="676006" y="1714516"/>
                  </a:lnTo>
                  <a:lnTo>
                    <a:pt x="675067" y="1709090"/>
                  </a:lnTo>
                  <a:lnTo>
                    <a:pt x="673484" y="1703664"/>
                  </a:lnTo>
                  <a:lnTo>
                    <a:pt x="671503" y="1698238"/>
                  </a:lnTo>
                  <a:lnTo>
                    <a:pt x="669635" y="1692813"/>
                  </a:lnTo>
                  <a:lnTo>
                    <a:pt x="668522" y="1687387"/>
                  </a:lnTo>
                  <a:lnTo>
                    <a:pt x="668602" y="1681961"/>
                  </a:lnTo>
                  <a:lnTo>
                    <a:pt x="669813" y="1676536"/>
                  </a:lnTo>
                  <a:lnTo>
                    <a:pt x="671561" y="1671110"/>
                  </a:lnTo>
                  <a:lnTo>
                    <a:pt x="673047" y="1665684"/>
                  </a:lnTo>
                  <a:lnTo>
                    <a:pt x="673776" y="1660259"/>
                  </a:lnTo>
                  <a:lnTo>
                    <a:pt x="673709" y="1654833"/>
                  </a:lnTo>
                  <a:lnTo>
                    <a:pt x="673208" y="1649407"/>
                  </a:lnTo>
                  <a:lnTo>
                    <a:pt x="672795" y="1643982"/>
                  </a:lnTo>
                  <a:lnTo>
                    <a:pt x="672866" y="1638556"/>
                  </a:lnTo>
                  <a:lnTo>
                    <a:pt x="673502" y="1633130"/>
                  </a:lnTo>
                  <a:lnTo>
                    <a:pt x="674496" y="1627705"/>
                  </a:lnTo>
                  <a:lnTo>
                    <a:pt x="675524" y="1622279"/>
                  </a:lnTo>
                  <a:lnTo>
                    <a:pt x="676345" y="1616853"/>
                  </a:lnTo>
                  <a:lnTo>
                    <a:pt x="676871" y="1611428"/>
                  </a:lnTo>
                  <a:lnTo>
                    <a:pt x="677127" y="1606002"/>
                  </a:lnTo>
                  <a:lnTo>
                    <a:pt x="677167" y="1600576"/>
                  </a:lnTo>
                  <a:lnTo>
                    <a:pt x="677000" y="1595151"/>
                  </a:lnTo>
                  <a:lnTo>
                    <a:pt x="676577" y="1589725"/>
                  </a:lnTo>
                  <a:lnTo>
                    <a:pt x="675844" y="1584299"/>
                  </a:lnTo>
                  <a:lnTo>
                    <a:pt x="674838" y="1578873"/>
                  </a:lnTo>
                  <a:lnTo>
                    <a:pt x="673764" y="1573448"/>
                  </a:lnTo>
                  <a:lnTo>
                    <a:pt x="672966" y="1568022"/>
                  </a:lnTo>
                  <a:lnTo>
                    <a:pt x="672766" y="1562596"/>
                  </a:lnTo>
                  <a:lnTo>
                    <a:pt x="673259" y="1557171"/>
                  </a:lnTo>
                  <a:lnTo>
                    <a:pt x="674240" y="1551745"/>
                  </a:lnTo>
                  <a:lnTo>
                    <a:pt x="675330" y="1546319"/>
                  </a:lnTo>
                  <a:lnTo>
                    <a:pt x="676185" y="1540894"/>
                  </a:lnTo>
                  <a:lnTo>
                    <a:pt x="676613" y="1535468"/>
                  </a:lnTo>
                  <a:lnTo>
                    <a:pt x="676525" y="1530042"/>
                  </a:lnTo>
                  <a:lnTo>
                    <a:pt x="675833" y="1524617"/>
                  </a:lnTo>
                  <a:lnTo>
                    <a:pt x="674498" y="1519191"/>
                  </a:lnTo>
                  <a:lnTo>
                    <a:pt x="672617" y="1513765"/>
                  </a:lnTo>
                  <a:lnTo>
                    <a:pt x="670551" y="1508340"/>
                  </a:lnTo>
                  <a:lnTo>
                    <a:pt x="668844" y="1502914"/>
                  </a:lnTo>
                  <a:lnTo>
                    <a:pt x="667947" y="1497488"/>
                  </a:lnTo>
                  <a:lnTo>
                    <a:pt x="667927" y="1492063"/>
                  </a:lnTo>
                  <a:lnTo>
                    <a:pt x="668436" y="1486637"/>
                  </a:lnTo>
                  <a:lnTo>
                    <a:pt x="668963" y="1481211"/>
                  </a:lnTo>
                  <a:lnTo>
                    <a:pt x="669161" y="1475785"/>
                  </a:lnTo>
                  <a:lnTo>
                    <a:pt x="668990" y="1470360"/>
                  </a:lnTo>
                  <a:lnTo>
                    <a:pt x="668633" y="1464934"/>
                  </a:lnTo>
                  <a:lnTo>
                    <a:pt x="668315" y="1459508"/>
                  </a:lnTo>
                  <a:lnTo>
                    <a:pt x="668206" y="1454083"/>
                  </a:lnTo>
                  <a:lnTo>
                    <a:pt x="668417" y="1448657"/>
                  </a:lnTo>
                  <a:lnTo>
                    <a:pt x="669027" y="1443231"/>
                  </a:lnTo>
                  <a:lnTo>
                    <a:pt x="670069" y="1437806"/>
                  </a:lnTo>
                  <a:lnTo>
                    <a:pt x="671479" y="1432380"/>
                  </a:lnTo>
                  <a:lnTo>
                    <a:pt x="673065" y="1426954"/>
                  </a:lnTo>
                  <a:lnTo>
                    <a:pt x="674567" y="1421529"/>
                  </a:lnTo>
                  <a:lnTo>
                    <a:pt x="675762" y="1416103"/>
                  </a:lnTo>
                  <a:lnTo>
                    <a:pt x="676554" y="1410677"/>
                  </a:lnTo>
                  <a:lnTo>
                    <a:pt x="676962" y="1405252"/>
                  </a:lnTo>
                  <a:lnTo>
                    <a:pt x="677049" y="1399826"/>
                  </a:lnTo>
                  <a:lnTo>
                    <a:pt x="676828" y="1394400"/>
                  </a:lnTo>
                  <a:lnTo>
                    <a:pt x="676231" y="1388975"/>
                  </a:lnTo>
                  <a:lnTo>
                    <a:pt x="675144" y="1383549"/>
                  </a:lnTo>
                  <a:lnTo>
                    <a:pt x="673556" y="1378123"/>
                  </a:lnTo>
                  <a:lnTo>
                    <a:pt x="671686" y="1372697"/>
                  </a:lnTo>
                  <a:lnTo>
                    <a:pt x="669956" y="1367272"/>
                  </a:lnTo>
                  <a:lnTo>
                    <a:pt x="668813" y="1361846"/>
                  </a:lnTo>
                  <a:lnTo>
                    <a:pt x="668460" y="1356420"/>
                  </a:lnTo>
                  <a:lnTo>
                    <a:pt x="668694" y="1350995"/>
                  </a:lnTo>
                  <a:lnTo>
                    <a:pt x="669010" y="1345569"/>
                  </a:lnTo>
                  <a:lnTo>
                    <a:pt x="668949" y="1340143"/>
                  </a:lnTo>
                  <a:lnTo>
                    <a:pt x="668454" y="1334718"/>
                  </a:lnTo>
                  <a:lnTo>
                    <a:pt x="667934" y="1329292"/>
                  </a:lnTo>
                  <a:lnTo>
                    <a:pt x="667984" y="1323866"/>
                  </a:lnTo>
                  <a:lnTo>
                    <a:pt x="668951" y="1318441"/>
                  </a:lnTo>
                  <a:lnTo>
                    <a:pt x="670707" y="1313015"/>
                  </a:lnTo>
                  <a:lnTo>
                    <a:pt x="672766" y="1307589"/>
                  </a:lnTo>
                  <a:lnTo>
                    <a:pt x="674609" y="1302164"/>
                  </a:lnTo>
                  <a:lnTo>
                    <a:pt x="675936" y="1296738"/>
                  </a:lnTo>
                  <a:lnTo>
                    <a:pt x="676721" y="1291312"/>
                  </a:lnTo>
                  <a:lnTo>
                    <a:pt x="677095" y="1285887"/>
                  </a:lnTo>
                  <a:lnTo>
                    <a:pt x="677199" y="1280461"/>
                  </a:lnTo>
                  <a:lnTo>
                    <a:pt x="677100" y="1275035"/>
                  </a:lnTo>
                  <a:lnTo>
                    <a:pt x="676779" y="1269609"/>
                  </a:lnTo>
                  <a:lnTo>
                    <a:pt x="676171" y="1264184"/>
                  </a:lnTo>
                  <a:lnTo>
                    <a:pt x="675258" y="1258758"/>
                  </a:lnTo>
                  <a:lnTo>
                    <a:pt x="674169" y="1253332"/>
                  </a:lnTo>
                  <a:lnTo>
                    <a:pt x="673208" y="1247907"/>
                  </a:lnTo>
                  <a:lnTo>
                    <a:pt x="672741" y="1242481"/>
                  </a:lnTo>
                  <a:lnTo>
                    <a:pt x="672996" y="1237055"/>
                  </a:lnTo>
                  <a:lnTo>
                    <a:pt x="673844" y="1231630"/>
                  </a:lnTo>
                  <a:lnTo>
                    <a:pt x="674928" y="1226204"/>
                  </a:lnTo>
                  <a:lnTo>
                    <a:pt x="675904" y="1220778"/>
                  </a:lnTo>
                  <a:lnTo>
                    <a:pt x="676575" y="1215353"/>
                  </a:lnTo>
                  <a:lnTo>
                    <a:pt x="676888" y="1209927"/>
                  </a:lnTo>
                  <a:lnTo>
                    <a:pt x="676849" y="1204501"/>
                  </a:lnTo>
                  <a:lnTo>
                    <a:pt x="676451" y="1199076"/>
                  </a:lnTo>
                  <a:lnTo>
                    <a:pt x="675697" y="1193650"/>
                  </a:lnTo>
                  <a:lnTo>
                    <a:pt x="674682" y="1188224"/>
                  </a:lnTo>
                  <a:lnTo>
                    <a:pt x="673654" y="1182799"/>
                  </a:lnTo>
                  <a:lnTo>
                    <a:pt x="672961" y="1177373"/>
                  </a:lnTo>
                  <a:lnTo>
                    <a:pt x="672876" y="1171947"/>
                  </a:lnTo>
                  <a:lnTo>
                    <a:pt x="673426" y="1166521"/>
                  </a:lnTo>
                  <a:lnTo>
                    <a:pt x="674375" y="1161096"/>
                  </a:lnTo>
                  <a:lnTo>
                    <a:pt x="675349" y="1155670"/>
                  </a:lnTo>
                  <a:lnTo>
                    <a:pt x="676003" y="1150244"/>
                  </a:lnTo>
                  <a:lnTo>
                    <a:pt x="676096" y="1144819"/>
                  </a:lnTo>
                  <a:lnTo>
                    <a:pt x="675480" y="1139393"/>
                  </a:lnTo>
                  <a:lnTo>
                    <a:pt x="674114" y="1133967"/>
                  </a:lnTo>
                  <a:lnTo>
                    <a:pt x="672154" y="1128542"/>
                  </a:lnTo>
                  <a:lnTo>
                    <a:pt x="670065" y="1123116"/>
                  </a:lnTo>
                  <a:lnTo>
                    <a:pt x="668549" y="1117690"/>
                  </a:lnTo>
                  <a:lnTo>
                    <a:pt x="668233" y="1112265"/>
                  </a:lnTo>
                  <a:lnTo>
                    <a:pt x="669280" y="1106839"/>
                  </a:lnTo>
                  <a:lnTo>
                    <a:pt x="671268" y="1101413"/>
                  </a:lnTo>
                  <a:lnTo>
                    <a:pt x="673461" y="1095988"/>
                  </a:lnTo>
                  <a:lnTo>
                    <a:pt x="675226" y="1090562"/>
                  </a:lnTo>
                  <a:lnTo>
                    <a:pt x="676357" y="1085136"/>
                  </a:lnTo>
                  <a:lnTo>
                    <a:pt x="676956" y="1079711"/>
                  </a:lnTo>
                  <a:lnTo>
                    <a:pt x="677222" y="1074285"/>
                  </a:lnTo>
                  <a:lnTo>
                    <a:pt x="677318" y="1068859"/>
                  </a:lnTo>
                  <a:lnTo>
                    <a:pt x="677328" y="1063434"/>
                  </a:lnTo>
                  <a:lnTo>
                    <a:pt x="677261" y="1058008"/>
                  </a:lnTo>
                  <a:lnTo>
                    <a:pt x="677046" y="1052582"/>
                  </a:lnTo>
                  <a:lnTo>
                    <a:pt x="676531" y="1047156"/>
                  </a:lnTo>
                  <a:lnTo>
                    <a:pt x="675518" y="1041731"/>
                  </a:lnTo>
                  <a:lnTo>
                    <a:pt x="673889" y="1036305"/>
                  </a:lnTo>
                  <a:lnTo>
                    <a:pt x="671787" y="1030879"/>
                  </a:lnTo>
                  <a:lnTo>
                    <a:pt x="669712" y="1025454"/>
                  </a:lnTo>
                  <a:lnTo>
                    <a:pt x="668367" y="1020028"/>
                  </a:lnTo>
                  <a:lnTo>
                    <a:pt x="668269" y="1014602"/>
                  </a:lnTo>
                  <a:lnTo>
                    <a:pt x="669394" y="1009177"/>
                  </a:lnTo>
                  <a:lnTo>
                    <a:pt x="671156" y="1003751"/>
                  </a:lnTo>
                  <a:lnTo>
                    <a:pt x="672746" y="998325"/>
                  </a:lnTo>
                  <a:lnTo>
                    <a:pt x="673581" y="992900"/>
                  </a:lnTo>
                  <a:lnTo>
                    <a:pt x="673552" y="987474"/>
                  </a:lnTo>
                  <a:lnTo>
                    <a:pt x="672967" y="982048"/>
                  </a:lnTo>
                  <a:lnTo>
                    <a:pt x="672287" y="976623"/>
                  </a:lnTo>
                  <a:lnTo>
                    <a:pt x="671835" y="971197"/>
                  </a:lnTo>
                  <a:lnTo>
                    <a:pt x="671660" y="965771"/>
                  </a:lnTo>
                  <a:lnTo>
                    <a:pt x="671633" y="960346"/>
                  </a:lnTo>
                  <a:lnTo>
                    <a:pt x="671678" y="954920"/>
                  </a:lnTo>
                  <a:lnTo>
                    <a:pt x="671903" y="949494"/>
                  </a:lnTo>
                  <a:lnTo>
                    <a:pt x="672499" y="944068"/>
                  </a:lnTo>
                  <a:lnTo>
                    <a:pt x="673459" y="938643"/>
                  </a:lnTo>
                  <a:lnTo>
                    <a:pt x="674551" y="933217"/>
                  </a:lnTo>
                  <a:lnTo>
                    <a:pt x="675438" y="927791"/>
                  </a:lnTo>
                  <a:lnTo>
                    <a:pt x="675824" y="922366"/>
                  </a:lnTo>
                  <a:lnTo>
                    <a:pt x="675510" y="916940"/>
                  </a:lnTo>
                  <a:lnTo>
                    <a:pt x="674402" y="911514"/>
                  </a:lnTo>
                  <a:lnTo>
                    <a:pt x="672535" y="906089"/>
                  </a:lnTo>
                  <a:lnTo>
                    <a:pt x="670146" y="900663"/>
                  </a:lnTo>
                  <a:lnTo>
                    <a:pt x="667705" y="895237"/>
                  </a:lnTo>
                  <a:lnTo>
                    <a:pt x="665844" y="889812"/>
                  </a:lnTo>
                  <a:lnTo>
                    <a:pt x="665146" y="884386"/>
                  </a:lnTo>
                  <a:lnTo>
                    <a:pt x="665877" y="878960"/>
                  </a:lnTo>
                  <a:lnTo>
                    <a:pt x="667832" y="873535"/>
                  </a:lnTo>
                  <a:lnTo>
                    <a:pt x="670421" y="868109"/>
                  </a:lnTo>
                  <a:lnTo>
                    <a:pt x="672949" y="862683"/>
                  </a:lnTo>
                  <a:lnTo>
                    <a:pt x="674927" y="857258"/>
                  </a:lnTo>
                  <a:lnTo>
                    <a:pt x="676203" y="851832"/>
                  </a:lnTo>
                  <a:lnTo>
                    <a:pt x="676890" y="846406"/>
                  </a:lnTo>
                  <a:lnTo>
                    <a:pt x="677200" y="840980"/>
                  </a:lnTo>
                  <a:lnTo>
                    <a:pt x="677318" y="835555"/>
                  </a:lnTo>
                  <a:lnTo>
                    <a:pt x="677356" y="830129"/>
                  </a:lnTo>
                  <a:lnTo>
                    <a:pt x="677366" y="824703"/>
                  </a:lnTo>
                  <a:lnTo>
                    <a:pt x="677368" y="819278"/>
                  </a:lnTo>
                  <a:lnTo>
                    <a:pt x="677369" y="813852"/>
                  </a:lnTo>
                  <a:lnTo>
                    <a:pt x="677369" y="808426"/>
                  </a:lnTo>
                  <a:lnTo>
                    <a:pt x="677369" y="803001"/>
                  </a:lnTo>
                  <a:lnTo>
                    <a:pt x="677369" y="797575"/>
                  </a:lnTo>
                  <a:lnTo>
                    <a:pt x="677369" y="792149"/>
                  </a:lnTo>
                  <a:lnTo>
                    <a:pt x="677369" y="786724"/>
                  </a:lnTo>
                  <a:lnTo>
                    <a:pt x="677369" y="781298"/>
                  </a:lnTo>
                  <a:lnTo>
                    <a:pt x="677369" y="775872"/>
                  </a:lnTo>
                  <a:lnTo>
                    <a:pt x="677369" y="770447"/>
                  </a:lnTo>
                  <a:lnTo>
                    <a:pt x="677369" y="765021"/>
                  </a:lnTo>
                  <a:lnTo>
                    <a:pt x="677369" y="759595"/>
                  </a:lnTo>
                  <a:lnTo>
                    <a:pt x="677369" y="754170"/>
                  </a:lnTo>
                  <a:lnTo>
                    <a:pt x="677369" y="748744"/>
                  </a:lnTo>
                  <a:lnTo>
                    <a:pt x="677369" y="743318"/>
                  </a:lnTo>
                  <a:lnTo>
                    <a:pt x="677369" y="737892"/>
                  </a:lnTo>
                  <a:lnTo>
                    <a:pt x="677369" y="732467"/>
                  </a:lnTo>
                  <a:lnTo>
                    <a:pt x="677369" y="727041"/>
                  </a:lnTo>
                  <a:lnTo>
                    <a:pt x="677369" y="721615"/>
                  </a:lnTo>
                  <a:lnTo>
                    <a:pt x="677369" y="716190"/>
                  </a:lnTo>
                  <a:lnTo>
                    <a:pt x="677369" y="710764"/>
                  </a:lnTo>
                  <a:lnTo>
                    <a:pt x="677369" y="705338"/>
                  </a:lnTo>
                  <a:lnTo>
                    <a:pt x="677368" y="699913"/>
                  </a:lnTo>
                  <a:lnTo>
                    <a:pt x="677368" y="694487"/>
                  </a:lnTo>
                  <a:lnTo>
                    <a:pt x="677364" y="689061"/>
                  </a:lnTo>
                  <a:lnTo>
                    <a:pt x="677350" y="683636"/>
                  </a:lnTo>
                  <a:lnTo>
                    <a:pt x="677303" y="678210"/>
                  </a:lnTo>
                  <a:lnTo>
                    <a:pt x="677167" y="672784"/>
                  </a:lnTo>
                  <a:lnTo>
                    <a:pt x="676823" y="667359"/>
                  </a:lnTo>
                  <a:lnTo>
                    <a:pt x="676073" y="661933"/>
                  </a:lnTo>
                  <a:lnTo>
                    <a:pt x="674656" y="656507"/>
                  </a:lnTo>
                  <a:lnTo>
                    <a:pt x="672413" y="651082"/>
                  </a:lnTo>
                  <a:lnTo>
                    <a:pt x="669531" y="645656"/>
                  </a:lnTo>
                  <a:lnTo>
                    <a:pt x="666603" y="640230"/>
                  </a:lnTo>
                  <a:lnTo>
                    <a:pt x="664459" y="634804"/>
                  </a:lnTo>
                  <a:lnTo>
                    <a:pt x="663737" y="629379"/>
                  </a:lnTo>
                  <a:lnTo>
                    <a:pt x="664486" y="623953"/>
                  </a:lnTo>
                  <a:lnTo>
                    <a:pt x="666165" y="618527"/>
                  </a:lnTo>
                  <a:lnTo>
                    <a:pt x="668045" y="613102"/>
                  </a:lnTo>
                  <a:lnTo>
                    <a:pt x="669675" y="607676"/>
                  </a:lnTo>
                  <a:lnTo>
                    <a:pt x="671025" y="602250"/>
                  </a:lnTo>
                  <a:lnTo>
                    <a:pt x="672287" y="596825"/>
                  </a:lnTo>
                  <a:lnTo>
                    <a:pt x="673578" y="591399"/>
                  </a:lnTo>
                  <a:lnTo>
                    <a:pt x="674827" y="585973"/>
                  </a:lnTo>
                  <a:lnTo>
                    <a:pt x="675872" y="580548"/>
                  </a:lnTo>
                  <a:lnTo>
                    <a:pt x="676606" y="575122"/>
                  </a:lnTo>
                  <a:lnTo>
                    <a:pt x="677034" y="569696"/>
                  </a:lnTo>
                  <a:lnTo>
                    <a:pt x="677244" y="564271"/>
                  </a:lnTo>
                  <a:lnTo>
                    <a:pt x="677329" y="558845"/>
                  </a:lnTo>
                  <a:lnTo>
                    <a:pt x="677358" y="553419"/>
                  </a:lnTo>
                  <a:lnTo>
                    <a:pt x="677366" y="547994"/>
                  </a:lnTo>
                  <a:lnTo>
                    <a:pt x="677368" y="542568"/>
                  </a:lnTo>
                  <a:lnTo>
                    <a:pt x="677369" y="537142"/>
                  </a:lnTo>
                  <a:lnTo>
                    <a:pt x="677369" y="531717"/>
                  </a:lnTo>
                  <a:lnTo>
                    <a:pt x="677369" y="526291"/>
                  </a:lnTo>
                  <a:lnTo>
                    <a:pt x="677369" y="520865"/>
                  </a:lnTo>
                  <a:lnTo>
                    <a:pt x="677369" y="515439"/>
                  </a:lnTo>
                  <a:lnTo>
                    <a:pt x="677369" y="510014"/>
                  </a:lnTo>
                  <a:lnTo>
                    <a:pt x="677369" y="504588"/>
                  </a:lnTo>
                  <a:lnTo>
                    <a:pt x="677369" y="499162"/>
                  </a:lnTo>
                  <a:lnTo>
                    <a:pt x="677369" y="493737"/>
                  </a:lnTo>
                  <a:lnTo>
                    <a:pt x="677369" y="488311"/>
                  </a:lnTo>
                  <a:lnTo>
                    <a:pt x="677369" y="482885"/>
                  </a:lnTo>
                  <a:lnTo>
                    <a:pt x="677369" y="477460"/>
                  </a:lnTo>
                  <a:lnTo>
                    <a:pt x="677368" y="472034"/>
                  </a:lnTo>
                  <a:lnTo>
                    <a:pt x="677368" y="466608"/>
                  </a:lnTo>
                  <a:lnTo>
                    <a:pt x="677365" y="461183"/>
                  </a:lnTo>
                  <a:lnTo>
                    <a:pt x="677352" y="455757"/>
                  </a:lnTo>
                  <a:lnTo>
                    <a:pt x="677311" y="450331"/>
                  </a:lnTo>
                  <a:lnTo>
                    <a:pt x="677198" y="444906"/>
                  </a:lnTo>
                  <a:lnTo>
                    <a:pt x="676934" y="439480"/>
                  </a:lnTo>
                  <a:lnTo>
                    <a:pt x="676417" y="434054"/>
                  </a:lnTo>
                  <a:lnTo>
                    <a:pt x="675562" y="428629"/>
                  </a:lnTo>
                  <a:lnTo>
                    <a:pt x="674374" y="423203"/>
                  </a:lnTo>
                  <a:lnTo>
                    <a:pt x="672991" y="417777"/>
                  </a:lnTo>
                  <a:lnTo>
                    <a:pt x="671646" y="412351"/>
                  </a:lnTo>
                  <a:lnTo>
                    <a:pt x="670551" y="406926"/>
                  </a:lnTo>
                  <a:lnTo>
                    <a:pt x="669783" y="401500"/>
                  </a:lnTo>
                  <a:lnTo>
                    <a:pt x="669277" y="396074"/>
                  </a:lnTo>
                  <a:lnTo>
                    <a:pt x="668905" y="390649"/>
                  </a:lnTo>
                  <a:lnTo>
                    <a:pt x="668566" y="385223"/>
                  </a:lnTo>
                  <a:lnTo>
                    <a:pt x="668232" y="379797"/>
                  </a:lnTo>
                  <a:lnTo>
                    <a:pt x="667977" y="374372"/>
                  </a:lnTo>
                  <a:lnTo>
                    <a:pt x="667975" y="368946"/>
                  </a:lnTo>
                  <a:lnTo>
                    <a:pt x="668474" y="363520"/>
                  </a:lnTo>
                  <a:lnTo>
                    <a:pt x="669577" y="358095"/>
                  </a:lnTo>
                  <a:lnTo>
                    <a:pt x="671157" y="352669"/>
                  </a:lnTo>
                  <a:lnTo>
                    <a:pt x="672869" y="347243"/>
                  </a:lnTo>
                  <a:lnTo>
                    <a:pt x="674288" y="341818"/>
                  </a:lnTo>
                  <a:lnTo>
                    <a:pt x="675084" y="336392"/>
                  </a:lnTo>
                  <a:lnTo>
                    <a:pt x="675137" y="330966"/>
                  </a:lnTo>
                  <a:lnTo>
                    <a:pt x="674571" y="325541"/>
                  </a:lnTo>
                  <a:lnTo>
                    <a:pt x="673721" y="320115"/>
                  </a:lnTo>
                  <a:lnTo>
                    <a:pt x="673016" y="314689"/>
                  </a:lnTo>
                  <a:lnTo>
                    <a:pt x="672785" y="309263"/>
                  </a:lnTo>
                  <a:lnTo>
                    <a:pt x="673087" y="303838"/>
                  </a:lnTo>
                  <a:lnTo>
                    <a:pt x="673669" y="298412"/>
                  </a:lnTo>
                  <a:lnTo>
                    <a:pt x="674124" y="292986"/>
                  </a:lnTo>
                  <a:lnTo>
                    <a:pt x="674133" y="287561"/>
                  </a:lnTo>
                  <a:lnTo>
                    <a:pt x="673653" y="282135"/>
                  </a:lnTo>
                  <a:lnTo>
                    <a:pt x="672911" y="276709"/>
                  </a:lnTo>
                  <a:lnTo>
                    <a:pt x="672239" y="271284"/>
                  </a:lnTo>
                  <a:lnTo>
                    <a:pt x="671846" y="265858"/>
                  </a:lnTo>
                  <a:lnTo>
                    <a:pt x="671714" y="260432"/>
                  </a:lnTo>
                  <a:lnTo>
                    <a:pt x="671705" y="255007"/>
                  </a:lnTo>
                  <a:lnTo>
                    <a:pt x="671764" y="249581"/>
                  </a:lnTo>
                  <a:lnTo>
                    <a:pt x="672008" y="244155"/>
                  </a:lnTo>
                  <a:lnTo>
                    <a:pt x="672600" y="238730"/>
                  </a:lnTo>
                  <a:lnTo>
                    <a:pt x="673538" y="233304"/>
                  </a:lnTo>
                  <a:lnTo>
                    <a:pt x="674589" y="227878"/>
                  </a:lnTo>
                  <a:lnTo>
                    <a:pt x="675400" y="222453"/>
                  </a:lnTo>
                  <a:lnTo>
                    <a:pt x="675665" y="217027"/>
                  </a:lnTo>
                  <a:lnTo>
                    <a:pt x="675317" y="211601"/>
                  </a:lnTo>
                  <a:lnTo>
                    <a:pt x="674504" y="206175"/>
                  </a:lnTo>
                  <a:lnTo>
                    <a:pt x="673569" y="200750"/>
                  </a:lnTo>
                  <a:lnTo>
                    <a:pt x="672930" y="195324"/>
                  </a:lnTo>
                  <a:lnTo>
                    <a:pt x="672884" y="189898"/>
                  </a:lnTo>
                  <a:lnTo>
                    <a:pt x="673447" y="184473"/>
                  </a:lnTo>
                  <a:lnTo>
                    <a:pt x="674357" y="179047"/>
                  </a:lnTo>
                  <a:lnTo>
                    <a:pt x="675221" y="173621"/>
                  </a:lnTo>
                  <a:lnTo>
                    <a:pt x="675690" y="168196"/>
                  </a:lnTo>
                  <a:lnTo>
                    <a:pt x="675559" y="162770"/>
                  </a:lnTo>
                  <a:lnTo>
                    <a:pt x="674790" y="157344"/>
                  </a:lnTo>
                  <a:lnTo>
                    <a:pt x="673518" y="151919"/>
                  </a:lnTo>
                  <a:lnTo>
                    <a:pt x="672023" y="146493"/>
                  </a:lnTo>
                  <a:lnTo>
                    <a:pt x="670675" y="141067"/>
                  </a:lnTo>
                  <a:lnTo>
                    <a:pt x="669827" y="135642"/>
                  </a:lnTo>
                  <a:lnTo>
                    <a:pt x="669707" y="130216"/>
                  </a:lnTo>
                  <a:lnTo>
                    <a:pt x="670350" y="124790"/>
                  </a:lnTo>
                  <a:lnTo>
                    <a:pt x="671595" y="119365"/>
                  </a:lnTo>
                  <a:lnTo>
                    <a:pt x="673133" y="113939"/>
                  </a:lnTo>
                  <a:lnTo>
                    <a:pt x="674624" y="108513"/>
                  </a:lnTo>
                  <a:lnTo>
                    <a:pt x="675812" y="103087"/>
                  </a:lnTo>
                  <a:lnTo>
                    <a:pt x="676603" y="97662"/>
                  </a:lnTo>
                  <a:lnTo>
                    <a:pt x="677045" y="92236"/>
                  </a:lnTo>
                  <a:lnTo>
                    <a:pt x="677251" y="86810"/>
                  </a:lnTo>
                  <a:lnTo>
                    <a:pt x="677330" y="81385"/>
                  </a:lnTo>
                  <a:lnTo>
                    <a:pt x="677349" y="75959"/>
                  </a:lnTo>
                  <a:lnTo>
                    <a:pt x="677330" y="70533"/>
                  </a:lnTo>
                  <a:lnTo>
                    <a:pt x="677252" y="65108"/>
                  </a:lnTo>
                  <a:lnTo>
                    <a:pt x="677052" y="59682"/>
                  </a:lnTo>
                  <a:lnTo>
                    <a:pt x="676638" y="54256"/>
                  </a:lnTo>
                  <a:lnTo>
                    <a:pt x="675928" y="48831"/>
                  </a:lnTo>
                  <a:lnTo>
                    <a:pt x="674932" y="43405"/>
                  </a:lnTo>
                  <a:lnTo>
                    <a:pt x="673809" y="37979"/>
                  </a:lnTo>
                  <a:lnTo>
                    <a:pt x="672820" y="32554"/>
                  </a:lnTo>
                  <a:lnTo>
                    <a:pt x="672175" y="27128"/>
                  </a:lnTo>
                  <a:lnTo>
                    <a:pt x="671897" y="21702"/>
                  </a:lnTo>
                  <a:lnTo>
                    <a:pt x="671834" y="16277"/>
                  </a:lnTo>
                  <a:lnTo>
                    <a:pt x="671835" y="10851"/>
                  </a:lnTo>
                  <a:lnTo>
                    <a:pt x="671913" y="5425"/>
                  </a:lnTo>
                  <a:lnTo>
                    <a:pt x="672229" y="0"/>
                  </a:lnTo>
                  <a:lnTo>
                    <a:pt x="682509" y="0"/>
                  </a:lnTo>
                  <a:lnTo>
                    <a:pt x="682824" y="5425"/>
                  </a:lnTo>
                  <a:lnTo>
                    <a:pt x="682902" y="10851"/>
                  </a:lnTo>
                  <a:lnTo>
                    <a:pt x="682903" y="16277"/>
                  </a:lnTo>
                  <a:lnTo>
                    <a:pt x="682840" y="21702"/>
                  </a:lnTo>
                  <a:lnTo>
                    <a:pt x="682562" y="27128"/>
                  </a:lnTo>
                  <a:lnTo>
                    <a:pt x="681918" y="32554"/>
                  </a:lnTo>
                  <a:lnTo>
                    <a:pt x="680928" y="37979"/>
                  </a:lnTo>
                  <a:lnTo>
                    <a:pt x="679805" y="43405"/>
                  </a:lnTo>
                  <a:lnTo>
                    <a:pt x="678810" y="48831"/>
                  </a:lnTo>
                  <a:lnTo>
                    <a:pt x="678099" y="54256"/>
                  </a:lnTo>
                  <a:lnTo>
                    <a:pt x="677685" y="59682"/>
                  </a:lnTo>
                  <a:lnTo>
                    <a:pt x="677485" y="65108"/>
                  </a:lnTo>
                  <a:lnTo>
                    <a:pt x="677407" y="70533"/>
                  </a:lnTo>
                  <a:lnTo>
                    <a:pt x="677388" y="75959"/>
                  </a:lnTo>
                  <a:lnTo>
                    <a:pt x="677407" y="81385"/>
                  </a:lnTo>
                  <a:lnTo>
                    <a:pt x="677486" y="86810"/>
                  </a:lnTo>
                  <a:lnTo>
                    <a:pt x="677693" y="92236"/>
                  </a:lnTo>
                  <a:lnTo>
                    <a:pt x="678134" y="97662"/>
                  </a:lnTo>
                  <a:lnTo>
                    <a:pt x="678925" y="103087"/>
                  </a:lnTo>
                  <a:lnTo>
                    <a:pt x="680113" y="108513"/>
                  </a:lnTo>
                  <a:lnTo>
                    <a:pt x="681604" y="113939"/>
                  </a:lnTo>
                  <a:lnTo>
                    <a:pt x="683143" y="119365"/>
                  </a:lnTo>
                  <a:lnTo>
                    <a:pt x="684387" y="124790"/>
                  </a:lnTo>
                  <a:lnTo>
                    <a:pt x="685031" y="130216"/>
                  </a:lnTo>
                  <a:lnTo>
                    <a:pt x="684910" y="135642"/>
                  </a:lnTo>
                  <a:lnTo>
                    <a:pt x="684062" y="141067"/>
                  </a:lnTo>
                  <a:lnTo>
                    <a:pt x="682714" y="146493"/>
                  </a:lnTo>
                  <a:lnTo>
                    <a:pt x="681219" y="151919"/>
                  </a:lnTo>
                  <a:lnTo>
                    <a:pt x="679947" y="157344"/>
                  </a:lnTo>
                  <a:lnTo>
                    <a:pt x="679179" y="162770"/>
                  </a:lnTo>
                  <a:lnTo>
                    <a:pt x="679047" y="168196"/>
                  </a:lnTo>
                  <a:lnTo>
                    <a:pt x="679516" y="173621"/>
                  </a:lnTo>
                  <a:lnTo>
                    <a:pt x="680381" y="179047"/>
                  </a:lnTo>
                  <a:lnTo>
                    <a:pt x="681291" y="184473"/>
                  </a:lnTo>
                  <a:lnTo>
                    <a:pt x="681853" y="189898"/>
                  </a:lnTo>
                  <a:lnTo>
                    <a:pt x="681807" y="195324"/>
                  </a:lnTo>
                  <a:lnTo>
                    <a:pt x="681168" y="200750"/>
                  </a:lnTo>
                  <a:lnTo>
                    <a:pt x="680233" y="206175"/>
                  </a:lnTo>
                  <a:lnTo>
                    <a:pt x="679421" y="211601"/>
                  </a:lnTo>
                  <a:lnTo>
                    <a:pt x="679072" y="217027"/>
                  </a:lnTo>
                  <a:lnTo>
                    <a:pt x="679337" y="222453"/>
                  </a:lnTo>
                  <a:lnTo>
                    <a:pt x="680148" y="227878"/>
                  </a:lnTo>
                  <a:lnTo>
                    <a:pt x="681200" y="233304"/>
                  </a:lnTo>
                  <a:lnTo>
                    <a:pt x="682138" y="238730"/>
                  </a:lnTo>
                  <a:lnTo>
                    <a:pt x="682729" y="244155"/>
                  </a:lnTo>
                  <a:lnTo>
                    <a:pt x="682973" y="249581"/>
                  </a:lnTo>
                  <a:lnTo>
                    <a:pt x="683033" y="255007"/>
                  </a:lnTo>
                  <a:lnTo>
                    <a:pt x="683024" y="260432"/>
                  </a:lnTo>
                  <a:lnTo>
                    <a:pt x="682891" y="265858"/>
                  </a:lnTo>
                  <a:lnTo>
                    <a:pt x="682498" y="271284"/>
                  </a:lnTo>
                  <a:lnTo>
                    <a:pt x="681826" y="276709"/>
                  </a:lnTo>
                  <a:lnTo>
                    <a:pt x="681085" y="282135"/>
                  </a:lnTo>
                  <a:lnTo>
                    <a:pt x="680604" y="287561"/>
                  </a:lnTo>
                  <a:lnTo>
                    <a:pt x="680614" y="292986"/>
                  </a:lnTo>
                  <a:lnTo>
                    <a:pt x="681068" y="298412"/>
                  </a:lnTo>
                  <a:lnTo>
                    <a:pt x="681650" y="303838"/>
                  </a:lnTo>
                  <a:lnTo>
                    <a:pt x="681952" y="309263"/>
                  </a:lnTo>
                  <a:lnTo>
                    <a:pt x="681721" y="314689"/>
                  </a:lnTo>
                  <a:lnTo>
                    <a:pt x="681016" y="320115"/>
                  </a:lnTo>
                  <a:lnTo>
                    <a:pt x="680166" y="325541"/>
                  </a:lnTo>
                  <a:lnTo>
                    <a:pt x="679600" y="330966"/>
                  </a:lnTo>
                  <a:lnTo>
                    <a:pt x="679653" y="336392"/>
                  </a:lnTo>
                  <a:lnTo>
                    <a:pt x="680449" y="341818"/>
                  </a:lnTo>
                  <a:lnTo>
                    <a:pt x="681868" y="347243"/>
                  </a:lnTo>
                  <a:lnTo>
                    <a:pt x="683581" y="352669"/>
                  </a:lnTo>
                  <a:lnTo>
                    <a:pt x="685161" y="358095"/>
                  </a:lnTo>
                  <a:lnTo>
                    <a:pt x="686263" y="363520"/>
                  </a:lnTo>
                  <a:lnTo>
                    <a:pt x="686762" y="368946"/>
                  </a:lnTo>
                  <a:lnTo>
                    <a:pt x="686761" y="374372"/>
                  </a:lnTo>
                  <a:lnTo>
                    <a:pt x="686505" y="379797"/>
                  </a:lnTo>
                  <a:lnTo>
                    <a:pt x="686171" y="385223"/>
                  </a:lnTo>
                  <a:lnTo>
                    <a:pt x="685832" y="390649"/>
                  </a:lnTo>
                  <a:lnTo>
                    <a:pt x="685460" y="396074"/>
                  </a:lnTo>
                  <a:lnTo>
                    <a:pt x="684954" y="401500"/>
                  </a:lnTo>
                  <a:lnTo>
                    <a:pt x="684186" y="406926"/>
                  </a:lnTo>
                  <a:lnTo>
                    <a:pt x="683091" y="412351"/>
                  </a:lnTo>
                  <a:lnTo>
                    <a:pt x="681747" y="417777"/>
                  </a:lnTo>
                  <a:lnTo>
                    <a:pt x="680364" y="423203"/>
                  </a:lnTo>
                  <a:lnTo>
                    <a:pt x="679175" y="428629"/>
                  </a:lnTo>
                  <a:lnTo>
                    <a:pt x="678320" y="434054"/>
                  </a:lnTo>
                  <a:lnTo>
                    <a:pt x="677803" y="439480"/>
                  </a:lnTo>
                  <a:lnTo>
                    <a:pt x="677539" y="444906"/>
                  </a:lnTo>
                  <a:lnTo>
                    <a:pt x="677426" y="450331"/>
                  </a:lnTo>
                  <a:lnTo>
                    <a:pt x="677385" y="455757"/>
                  </a:lnTo>
                  <a:lnTo>
                    <a:pt x="677373" y="461183"/>
                  </a:lnTo>
                  <a:lnTo>
                    <a:pt x="677369" y="466608"/>
                  </a:lnTo>
                  <a:lnTo>
                    <a:pt x="677369" y="472034"/>
                  </a:lnTo>
                  <a:lnTo>
                    <a:pt x="677369" y="477460"/>
                  </a:lnTo>
                  <a:lnTo>
                    <a:pt x="677369" y="482885"/>
                  </a:lnTo>
                  <a:lnTo>
                    <a:pt x="677369" y="488311"/>
                  </a:lnTo>
                  <a:lnTo>
                    <a:pt x="677369" y="493737"/>
                  </a:lnTo>
                  <a:lnTo>
                    <a:pt x="677369" y="499162"/>
                  </a:lnTo>
                  <a:lnTo>
                    <a:pt x="677369" y="504588"/>
                  </a:lnTo>
                  <a:lnTo>
                    <a:pt x="677369" y="510014"/>
                  </a:lnTo>
                  <a:lnTo>
                    <a:pt x="677369" y="515439"/>
                  </a:lnTo>
                  <a:lnTo>
                    <a:pt x="677369" y="520865"/>
                  </a:lnTo>
                  <a:lnTo>
                    <a:pt x="677369" y="526291"/>
                  </a:lnTo>
                  <a:lnTo>
                    <a:pt x="677369" y="531717"/>
                  </a:lnTo>
                  <a:lnTo>
                    <a:pt x="677369" y="537142"/>
                  </a:lnTo>
                  <a:lnTo>
                    <a:pt x="677369" y="542568"/>
                  </a:lnTo>
                  <a:lnTo>
                    <a:pt x="677371" y="547994"/>
                  </a:lnTo>
                  <a:lnTo>
                    <a:pt x="677379" y="553419"/>
                  </a:lnTo>
                  <a:lnTo>
                    <a:pt x="677408" y="558845"/>
                  </a:lnTo>
                  <a:lnTo>
                    <a:pt x="677494" y="564271"/>
                  </a:lnTo>
                  <a:lnTo>
                    <a:pt x="677703" y="569696"/>
                  </a:lnTo>
                  <a:lnTo>
                    <a:pt x="678132" y="575122"/>
                  </a:lnTo>
                  <a:lnTo>
                    <a:pt x="678865" y="580548"/>
                  </a:lnTo>
                  <a:lnTo>
                    <a:pt x="679910" y="585973"/>
                  </a:lnTo>
                  <a:lnTo>
                    <a:pt x="681159" y="591399"/>
                  </a:lnTo>
                  <a:lnTo>
                    <a:pt x="682450" y="596825"/>
                  </a:lnTo>
                  <a:lnTo>
                    <a:pt x="683712" y="602250"/>
                  </a:lnTo>
                  <a:lnTo>
                    <a:pt x="685063" y="607676"/>
                  </a:lnTo>
                  <a:lnTo>
                    <a:pt x="686692" y="613102"/>
                  </a:lnTo>
                  <a:lnTo>
                    <a:pt x="688572" y="618527"/>
                  </a:lnTo>
                  <a:lnTo>
                    <a:pt x="690251" y="623953"/>
                  </a:lnTo>
                  <a:lnTo>
                    <a:pt x="691000" y="629379"/>
                  </a:lnTo>
                  <a:lnTo>
                    <a:pt x="690278" y="634804"/>
                  </a:lnTo>
                  <a:lnTo>
                    <a:pt x="688134" y="640230"/>
                  </a:lnTo>
                  <a:lnTo>
                    <a:pt x="685206" y="645656"/>
                  </a:lnTo>
                  <a:lnTo>
                    <a:pt x="682325" y="651082"/>
                  </a:lnTo>
                  <a:lnTo>
                    <a:pt x="680082" y="656507"/>
                  </a:lnTo>
                  <a:lnTo>
                    <a:pt x="678664" y="661933"/>
                  </a:lnTo>
                  <a:lnTo>
                    <a:pt x="677915" y="667359"/>
                  </a:lnTo>
                  <a:lnTo>
                    <a:pt x="677571" y="672784"/>
                  </a:lnTo>
                  <a:lnTo>
                    <a:pt x="677434" y="678210"/>
                  </a:lnTo>
                  <a:lnTo>
                    <a:pt x="677387" y="683636"/>
                  </a:lnTo>
                  <a:lnTo>
                    <a:pt x="677373" y="689061"/>
                  </a:lnTo>
                  <a:lnTo>
                    <a:pt x="677370" y="694487"/>
                  </a:lnTo>
                  <a:lnTo>
                    <a:pt x="677369" y="699913"/>
                  </a:lnTo>
                  <a:lnTo>
                    <a:pt x="677369" y="705338"/>
                  </a:lnTo>
                  <a:lnTo>
                    <a:pt x="677369" y="710764"/>
                  </a:lnTo>
                  <a:lnTo>
                    <a:pt x="677369" y="716190"/>
                  </a:lnTo>
                  <a:lnTo>
                    <a:pt x="677369" y="721615"/>
                  </a:lnTo>
                  <a:lnTo>
                    <a:pt x="677369" y="727041"/>
                  </a:lnTo>
                  <a:lnTo>
                    <a:pt x="677369" y="732467"/>
                  </a:lnTo>
                  <a:lnTo>
                    <a:pt x="677369" y="737892"/>
                  </a:lnTo>
                  <a:lnTo>
                    <a:pt x="677369" y="743318"/>
                  </a:lnTo>
                  <a:lnTo>
                    <a:pt x="677369" y="748744"/>
                  </a:lnTo>
                  <a:lnTo>
                    <a:pt x="677369" y="754170"/>
                  </a:lnTo>
                  <a:lnTo>
                    <a:pt x="677369" y="759595"/>
                  </a:lnTo>
                  <a:lnTo>
                    <a:pt x="677369" y="765021"/>
                  </a:lnTo>
                  <a:lnTo>
                    <a:pt x="677369" y="770447"/>
                  </a:lnTo>
                  <a:lnTo>
                    <a:pt x="677369" y="775872"/>
                  </a:lnTo>
                  <a:lnTo>
                    <a:pt x="677369" y="781298"/>
                  </a:lnTo>
                  <a:lnTo>
                    <a:pt x="677369" y="786724"/>
                  </a:lnTo>
                  <a:lnTo>
                    <a:pt x="677369" y="792149"/>
                  </a:lnTo>
                  <a:lnTo>
                    <a:pt x="677369" y="797575"/>
                  </a:lnTo>
                  <a:lnTo>
                    <a:pt x="677369" y="803001"/>
                  </a:lnTo>
                  <a:lnTo>
                    <a:pt x="677369" y="808426"/>
                  </a:lnTo>
                  <a:lnTo>
                    <a:pt x="677369" y="813852"/>
                  </a:lnTo>
                  <a:lnTo>
                    <a:pt x="677369" y="819278"/>
                  </a:lnTo>
                  <a:lnTo>
                    <a:pt x="677371" y="824703"/>
                  </a:lnTo>
                  <a:lnTo>
                    <a:pt x="677382" y="830129"/>
                  </a:lnTo>
                  <a:lnTo>
                    <a:pt x="677419" y="835555"/>
                  </a:lnTo>
                  <a:lnTo>
                    <a:pt x="677537" y="840980"/>
                  </a:lnTo>
                  <a:lnTo>
                    <a:pt x="677847" y="846406"/>
                  </a:lnTo>
                  <a:lnTo>
                    <a:pt x="678534" y="851832"/>
                  </a:lnTo>
                  <a:lnTo>
                    <a:pt x="679810" y="857258"/>
                  </a:lnTo>
                  <a:lnTo>
                    <a:pt x="681788" y="862683"/>
                  </a:lnTo>
                  <a:lnTo>
                    <a:pt x="684316" y="868109"/>
                  </a:lnTo>
                  <a:lnTo>
                    <a:pt x="686905" y="873535"/>
                  </a:lnTo>
                  <a:lnTo>
                    <a:pt x="688861" y="878960"/>
                  </a:lnTo>
                  <a:lnTo>
                    <a:pt x="689591" y="884386"/>
                  </a:lnTo>
                  <a:lnTo>
                    <a:pt x="688893" y="889812"/>
                  </a:lnTo>
                  <a:lnTo>
                    <a:pt x="687032" y="895237"/>
                  </a:lnTo>
                  <a:lnTo>
                    <a:pt x="684592" y="900663"/>
                  </a:lnTo>
                  <a:lnTo>
                    <a:pt x="682202" y="906089"/>
                  </a:lnTo>
                  <a:lnTo>
                    <a:pt x="680336" y="911514"/>
                  </a:lnTo>
                  <a:lnTo>
                    <a:pt x="679227" y="916940"/>
                  </a:lnTo>
                  <a:lnTo>
                    <a:pt x="678914" y="922366"/>
                  </a:lnTo>
                  <a:lnTo>
                    <a:pt x="679299" y="927791"/>
                  </a:lnTo>
                  <a:lnTo>
                    <a:pt x="680186" y="933217"/>
                  </a:lnTo>
                  <a:lnTo>
                    <a:pt x="681278" y="938643"/>
                  </a:lnTo>
                  <a:lnTo>
                    <a:pt x="682238" y="944068"/>
                  </a:lnTo>
                  <a:lnTo>
                    <a:pt x="682834" y="949494"/>
                  </a:lnTo>
                  <a:lnTo>
                    <a:pt x="683060" y="954920"/>
                  </a:lnTo>
                  <a:lnTo>
                    <a:pt x="683105" y="960346"/>
                  </a:lnTo>
                  <a:lnTo>
                    <a:pt x="683078" y="965771"/>
                  </a:lnTo>
                  <a:lnTo>
                    <a:pt x="682903" y="971197"/>
                  </a:lnTo>
                  <a:lnTo>
                    <a:pt x="682450" y="976623"/>
                  </a:lnTo>
                  <a:lnTo>
                    <a:pt x="681770" y="982048"/>
                  </a:lnTo>
                  <a:lnTo>
                    <a:pt x="681185" y="987474"/>
                  </a:lnTo>
                  <a:lnTo>
                    <a:pt x="681156" y="992900"/>
                  </a:lnTo>
                  <a:lnTo>
                    <a:pt x="681991" y="998325"/>
                  </a:lnTo>
                  <a:lnTo>
                    <a:pt x="683581" y="1003751"/>
                  </a:lnTo>
                  <a:lnTo>
                    <a:pt x="685343" y="1009177"/>
                  </a:lnTo>
                  <a:lnTo>
                    <a:pt x="686468" y="1014602"/>
                  </a:lnTo>
                  <a:lnTo>
                    <a:pt x="686370" y="1020028"/>
                  </a:lnTo>
                  <a:lnTo>
                    <a:pt x="685025" y="1025454"/>
                  </a:lnTo>
                  <a:lnTo>
                    <a:pt x="682950" y="1030879"/>
                  </a:lnTo>
                  <a:lnTo>
                    <a:pt x="680849" y="1036305"/>
                  </a:lnTo>
                  <a:lnTo>
                    <a:pt x="679219" y="1041731"/>
                  </a:lnTo>
                  <a:lnTo>
                    <a:pt x="678206" y="1047156"/>
                  </a:lnTo>
                  <a:lnTo>
                    <a:pt x="677691" y="1052582"/>
                  </a:lnTo>
                  <a:lnTo>
                    <a:pt x="677476" y="1058008"/>
                  </a:lnTo>
                  <a:lnTo>
                    <a:pt x="677409" y="1063434"/>
                  </a:lnTo>
                  <a:lnTo>
                    <a:pt x="677419" y="1068859"/>
                  </a:lnTo>
                  <a:lnTo>
                    <a:pt x="677515" y="1074285"/>
                  </a:lnTo>
                  <a:lnTo>
                    <a:pt x="677781" y="1079711"/>
                  </a:lnTo>
                  <a:lnTo>
                    <a:pt x="678381" y="1085136"/>
                  </a:lnTo>
                  <a:lnTo>
                    <a:pt x="679511" y="1090562"/>
                  </a:lnTo>
                  <a:lnTo>
                    <a:pt x="681276" y="1095988"/>
                  </a:lnTo>
                  <a:lnTo>
                    <a:pt x="683469" y="1101413"/>
                  </a:lnTo>
                  <a:lnTo>
                    <a:pt x="685457" y="1106839"/>
                  </a:lnTo>
                  <a:lnTo>
                    <a:pt x="686504" y="1112265"/>
                  </a:lnTo>
                  <a:lnTo>
                    <a:pt x="686188" y="1117690"/>
                  </a:lnTo>
                  <a:lnTo>
                    <a:pt x="684672" y="1123116"/>
                  </a:lnTo>
                  <a:lnTo>
                    <a:pt x="682583" y="1128542"/>
                  </a:lnTo>
                  <a:lnTo>
                    <a:pt x="680624" y="1133967"/>
                  </a:lnTo>
                  <a:lnTo>
                    <a:pt x="679257" y="1139393"/>
                  </a:lnTo>
                  <a:lnTo>
                    <a:pt x="678641" y="1144819"/>
                  </a:lnTo>
                  <a:lnTo>
                    <a:pt x="678734" y="1150244"/>
                  </a:lnTo>
                  <a:lnTo>
                    <a:pt x="679388" y="1155670"/>
                  </a:lnTo>
                  <a:lnTo>
                    <a:pt x="680362" y="1161096"/>
                  </a:lnTo>
                  <a:lnTo>
                    <a:pt x="681311" y="1166521"/>
                  </a:lnTo>
                  <a:lnTo>
                    <a:pt x="681861" y="1171947"/>
                  </a:lnTo>
                  <a:lnTo>
                    <a:pt x="681776" y="1177373"/>
                  </a:lnTo>
                  <a:lnTo>
                    <a:pt x="681083" y="1182799"/>
                  </a:lnTo>
                  <a:lnTo>
                    <a:pt x="680056" y="1188224"/>
                  </a:lnTo>
                  <a:lnTo>
                    <a:pt x="679040" y="1193650"/>
                  </a:lnTo>
                  <a:lnTo>
                    <a:pt x="678286" y="1199076"/>
                  </a:lnTo>
                  <a:lnTo>
                    <a:pt x="677888" y="1204501"/>
                  </a:lnTo>
                  <a:lnTo>
                    <a:pt x="677849" y="1209927"/>
                  </a:lnTo>
                  <a:lnTo>
                    <a:pt x="678162" y="1215353"/>
                  </a:lnTo>
                  <a:lnTo>
                    <a:pt x="678833" y="1220778"/>
                  </a:lnTo>
                  <a:lnTo>
                    <a:pt x="679809" y="1226204"/>
                  </a:lnTo>
                  <a:lnTo>
                    <a:pt x="680894" y="1231630"/>
                  </a:lnTo>
                  <a:lnTo>
                    <a:pt x="681741" y="1237055"/>
                  </a:lnTo>
                  <a:lnTo>
                    <a:pt x="681996" y="1242481"/>
                  </a:lnTo>
                  <a:lnTo>
                    <a:pt x="681530" y="1247907"/>
                  </a:lnTo>
                  <a:lnTo>
                    <a:pt x="680568" y="1253332"/>
                  </a:lnTo>
                  <a:lnTo>
                    <a:pt x="679479" y="1258758"/>
                  </a:lnTo>
                  <a:lnTo>
                    <a:pt x="678566" y="1264184"/>
                  </a:lnTo>
                  <a:lnTo>
                    <a:pt x="677958" y="1269609"/>
                  </a:lnTo>
                  <a:lnTo>
                    <a:pt x="677637" y="1275035"/>
                  </a:lnTo>
                  <a:lnTo>
                    <a:pt x="677539" y="1280461"/>
                  </a:lnTo>
                  <a:lnTo>
                    <a:pt x="677642" y="1285887"/>
                  </a:lnTo>
                  <a:lnTo>
                    <a:pt x="678016" y="1291312"/>
                  </a:lnTo>
                  <a:lnTo>
                    <a:pt x="678801" y="1296738"/>
                  </a:lnTo>
                  <a:lnTo>
                    <a:pt x="680129" y="1302164"/>
                  </a:lnTo>
                  <a:lnTo>
                    <a:pt x="681971" y="1307589"/>
                  </a:lnTo>
                  <a:lnTo>
                    <a:pt x="684030" y="1313015"/>
                  </a:lnTo>
                  <a:lnTo>
                    <a:pt x="685786" y="1318441"/>
                  </a:lnTo>
                  <a:lnTo>
                    <a:pt x="686753" y="1323866"/>
                  </a:lnTo>
                  <a:lnTo>
                    <a:pt x="686803" y="1329292"/>
                  </a:lnTo>
                  <a:lnTo>
                    <a:pt x="686284" y="1334718"/>
                  </a:lnTo>
                  <a:lnTo>
                    <a:pt x="685788" y="1340143"/>
                  </a:lnTo>
                  <a:lnTo>
                    <a:pt x="685728" y="1345569"/>
                  </a:lnTo>
                  <a:lnTo>
                    <a:pt x="686044" y="1350995"/>
                  </a:lnTo>
                  <a:lnTo>
                    <a:pt x="686277" y="1356420"/>
                  </a:lnTo>
                  <a:lnTo>
                    <a:pt x="685924" y="1361846"/>
                  </a:lnTo>
                  <a:lnTo>
                    <a:pt x="684781" y="1367272"/>
                  </a:lnTo>
                  <a:lnTo>
                    <a:pt x="683051" y="1372697"/>
                  </a:lnTo>
                  <a:lnTo>
                    <a:pt x="681182" y="1378123"/>
                  </a:lnTo>
                  <a:lnTo>
                    <a:pt x="679593" y="1383549"/>
                  </a:lnTo>
                  <a:lnTo>
                    <a:pt x="678506" y="1388975"/>
                  </a:lnTo>
                  <a:lnTo>
                    <a:pt x="677909" y="1394400"/>
                  </a:lnTo>
                  <a:lnTo>
                    <a:pt x="677688" y="1399826"/>
                  </a:lnTo>
                  <a:lnTo>
                    <a:pt x="677775" y="1405252"/>
                  </a:lnTo>
                  <a:lnTo>
                    <a:pt x="678183" y="1410677"/>
                  </a:lnTo>
                  <a:lnTo>
                    <a:pt x="678975" y="1416103"/>
                  </a:lnTo>
                  <a:lnTo>
                    <a:pt x="680171" y="1421529"/>
                  </a:lnTo>
                  <a:lnTo>
                    <a:pt x="681673" y="1426954"/>
                  </a:lnTo>
                  <a:lnTo>
                    <a:pt x="683259" y="1432380"/>
                  </a:lnTo>
                  <a:lnTo>
                    <a:pt x="684668" y="1437806"/>
                  </a:lnTo>
                  <a:lnTo>
                    <a:pt x="685710" y="1443231"/>
                  </a:lnTo>
                  <a:lnTo>
                    <a:pt x="686320" y="1448657"/>
                  </a:lnTo>
                  <a:lnTo>
                    <a:pt x="686531" y="1454083"/>
                  </a:lnTo>
                  <a:lnTo>
                    <a:pt x="686422" y="1459508"/>
                  </a:lnTo>
                  <a:lnTo>
                    <a:pt x="686104" y="1464934"/>
                  </a:lnTo>
                  <a:lnTo>
                    <a:pt x="685747" y="1470360"/>
                  </a:lnTo>
                  <a:lnTo>
                    <a:pt x="685577" y="1475785"/>
                  </a:lnTo>
                  <a:lnTo>
                    <a:pt x="685774" y="1481211"/>
                  </a:lnTo>
                  <a:lnTo>
                    <a:pt x="686301" y="1486637"/>
                  </a:lnTo>
                  <a:lnTo>
                    <a:pt x="686810" y="1492063"/>
                  </a:lnTo>
                  <a:lnTo>
                    <a:pt x="686790" y="1497488"/>
                  </a:lnTo>
                  <a:lnTo>
                    <a:pt x="685893" y="1502914"/>
                  </a:lnTo>
                  <a:lnTo>
                    <a:pt x="684186" y="1508340"/>
                  </a:lnTo>
                  <a:lnTo>
                    <a:pt x="682120" y="1513765"/>
                  </a:lnTo>
                  <a:lnTo>
                    <a:pt x="680239" y="1519191"/>
                  </a:lnTo>
                  <a:lnTo>
                    <a:pt x="678905" y="1524617"/>
                  </a:lnTo>
                  <a:lnTo>
                    <a:pt x="678213" y="1530042"/>
                  </a:lnTo>
                  <a:lnTo>
                    <a:pt x="678124" y="1535468"/>
                  </a:lnTo>
                  <a:lnTo>
                    <a:pt x="678553" y="1540894"/>
                  </a:lnTo>
                  <a:lnTo>
                    <a:pt x="679408" y="1546319"/>
                  </a:lnTo>
                  <a:lnTo>
                    <a:pt x="680497" y="1551745"/>
                  </a:lnTo>
                  <a:lnTo>
                    <a:pt x="681478" y="1557171"/>
                  </a:lnTo>
                  <a:lnTo>
                    <a:pt x="681971" y="1562596"/>
                  </a:lnTo>
                  <a:lnTo>
                    <a:pt x="681771" y="1568022"/>
                  </a:lnTo>
                  <a:lnTo>
                    <a:pt x="680973" y="1573448"/>
                  </a:lnTo>
                  <a:lnTo>
                    <a:pt x="679899" y="1578873"/>
                  </a:lnTo>
                  <a:lnTo>
                    <a:pt x="678893" y="1584299"/>
                  </a:lnTo>
                  <a:lnTo>
                    <a:pt x="678161" y="1589725"/>
                  </a:lnTo>
                  <a:lnTo>
                    <a:pt x="677737" y="1595151"/>
                  </a:lnTo>
                  <a:lnTo>
                    <a:pt x="677570" y="1600576"/>
                  </a:lnTo>
                  <a:lnTo>
                    <a:pt x="677610" y="1606002"/>
                  </a:lnTo>
                  <a:lnTo>
                    <a:pt x="677867" y="1611428"/>
                  </a:lnTo>
                  <a:lnTo>
                    <a:pt x="678392" y="1616853"/>
                  </a:lnTo>
                  <a:lnTo>
                    <a:pt x="679213" y="1622279"/>
                  </a:lnTo>
                  <a:lnTo>
                    <a:pt x="680242" y="1627705"/>
                  </a:lnTo>
                  <a:lnTo>
                    <a:pt x="681235" y="1633130"/>
                  </a:lnTo>
                  <a:lnTo>
                    <a:pt x="681872" y="1638556"/>
                  </a:lnTo>
                  <a:lnTo>
                    <a:pt x="681942" y="1643982"/>
                  </a:lnTo>
                  <a:lnTo>
                    <a:pt x="681530" y="1649407"/>
                  </a:lnTo>
                  <a:lnTo>
                    <a:pt x="681028" y="1654833"/>
                  </a:lnTo>
                  <a:lnTo>
                    <a:pt x="680962" y="1660259"/>
                  </a:lnTo>
                  <a:lnTo>
                    <a:pt x="681691" y="1665684"/>
                  </a:lnTo>
                  <a:lnTo>
                    <a:pt x="683177" y="1671110"/>
                  </a:lnTo>
                  <a:lnTo>
                    <a:pt x="684924" y="1676536"/>
                  </a:lnTo>
                  <a:lnTo>
                    <a:pt x="686135" y="1681961"/>
                  </a:lnTo>
                  <a:lnTo>
                    <a:pt x="686215" y="1687387"/>
                  </a:lnTo>
                  <a:lnTo>
                    <a:pt x="685102" y="1692813"/>
                  </a:lnTo>
                  <a:lnTo>
                    <a:pt x="683235" y="1698238"/>
                  </a:lnTo>
                  <a:lnTo>
                    <a:pt x="681253" y="1703664"/>
                  </a:lnTo>
                  <a:lnTo>
                    <a:pt x="679671" y="1709090"/>
                  </a:lnTo>
                  <a:lnTo>
                    <a:pt x="678731" y="1714516"/>
                  </a:lnTo>
                  <a:lnTo>
                    <a:pt x="678466" y="1719941"/>
                  </a:lnTo>
                  <a:lnTo>
                    <a:pt x="678801" y="1725367"/>
                  </a:lnTo>
                  <a:lnTo>
                    <a:pt x="679592" y="1730793"/>
                  </a:lnTo>
                  <a:lnTo>
                    <a:pt x="680596" y="1736218"/>
                  </a:lnTo>
                  <a:lnTo>
                    <a:pt x="681469" y="1741644"/>
                  </a:lnTo>
                  <a:lnTo>
                    <a:pt x="681870" y="1747070"/>
                  </a:lnTo>
                  <a:lnTo>
                    <a:pt x="681629" y="1752495"/>
                  </a:lnTo>
                  <a:lnTo>
                    <a:pt x="680843" y="1757921"/>
                  </a:lnTo>
                  <a:lnTo>
                    <a:pt x="679815" y="1763347"/>
                  </a:lnTo>
                  <a:lnTo>
                    <a:pt x="678877" y="1768772"/>
                  </a:lnTo>
                  <a:lnTo>
                    <a:pt x="678258" y="1774198"/>
                  </a:lnTo>
                  <a:lnTo>
                    <a:pt x="678052" y="1779624"/>
                  </a:lnTo>
                  <a:lnTo>
                    <a:pt x="678278" y="1785049"/>
                  </a:lnTo>
                  <a:lnTo>
                    <a:pt x="678919" y="1790475"/>
                  </a:lnTo>
                  <a:lnTo>
                    <a:pt x="679885" y="1795901"/>
                  </a:lnTo>
                  <a:lnTo>
                    <a:pt x="680949" y="1801326"/>
                  </a:lnTo>
                  <a:lnTo>
                    <a:pt x="681756" y="1806752"/>
                  </a:lnTo>
                  <a:lnTo>
                    <a:pt x="681975" y="1812178"/>
                  </a:lnTo>
                  <a:lnTo>
                    <a:pt x="681496" y="1817604"/>
                  </a:lnTo>
                  <a:lnTo>
                    <a:pt x="680521" y="1823029"/>
                  </a:lnTo>
                  <a:lnTo>
                    <a:pt x="679447" y="1828455"/>
                  </a:lnTo>
                  <a:lnTo>
                    <a:pt x="678630" y="1833881"/>
                  </a:lnTo>
                  <a:lnTo>
                    <a:pt x="678254" y="1839306"/>
                  </a:lnTo>
                  <a:lnTo>
                    <a:pt x="678371" y="1844732"/>
                  </a:lnTo>
                  <a:lnTo>
                    <a:pt x="678957" y="1850158"/>
                  </a:lnTo>
                  <a:lnTo>
                    <a:pt x="679891" y="1855583"/>
                  </a:lnTo>
                  <a:lnTo>
                    <a:pt x="680915" y="1861009"/>
                  </a:lnTo>
                  <a:lnTo>
                    <a:pt x="681678" y="1866435"/>
                  </a:lnTo>
                  <a:lnTo>
                    <a:pt x="681890" y="1871860"/>
                  </a:lnTo>
                  <a:lnTo>
                    <a:pt x="681500" y="1877286"/>
                  </a:lnTo>
                  <a:lnTo>
                    <a:pt x="680746" y="1882712"/>
                  </a:lnTo>
                  <a:lnTo>
                    <a:pt x="680034" y="1888137"/>
                  </a:lnTo>
                  <a:lnTo>
                    <a:pt x="679731" y="1893563"/>
                  </a:lnTo>
                  <a:lnTo>
                    <a:pt x="679991" y="1898989"/>
                  </a:lnTo>
                  <a:lnTo>
                    <a:pt x="680682" y="1904414"/>
                  </a:lnTo>
                  <a:lnTo>
                    <a:pt x="681451" y="1909840"/>
                  </a:lnTo>
                  <a:lnTo>
                    <a:pt x="681883" y="1915266"/>
                  </a:lnTo>
                  <a:lnTo>
                    <a:pt x="681726" y="1920692"/>
                  </a:lnTo>
                  <a:lnTo>
                    <a:pt x="681011" y="1926117"/>
                  </a:lnTo>
                  <a:lnTo>
                    <a:pt x="680031" y="1931543"/>
                  </a:lnTo>
                  <a:lnTo>
                    <a:pt x="679168" y="1936969"/>
                  </a:lnTo>
                  <a:lnTo>
                    <a:pt x="678725" y="1942394"/>
                  </a:lnTo>
                  <a:lnTo>
                    <a:pt x="678842" y="1947820"/>
                  </a:lnTo>
                  <a:lnTo>
                    <a:pt x="679493" y="1953246"/>
                  </a:lnTo>
                  <a:lnTo>
                    <a:pt x="680479" y="1958671"/>
                  </a:lnTo>
                  <a:lnTo>
                    <a:pt x="681451" y="1964097"/>
                  </a:lnTo>
                  <a:lnTo>
                    <a:pt x="682019" y="1969523"/>
                  </a:lnTo>
                  <a:lnTo>
                    <a:pt x="681982" y="1974948"/>
                  </a:lnTo>
                  <a:lnTo>
                    <a:pt x="681553" y="1980374"/>
                  </a:lnTo>
                  <a:lnTo>
                    <a:pt x="681237" y="1985800"/>
                  </a:lnTo>
                  <a:lnTo>
                    <a:pt x="681590" y="1991225"/>
                  </a:lnTo>
                  <a:lnTo>
                    <a:pt x="682949" y="1996651"/>
                  </a:lnTo>
                  <a:lnTo>
                    <a:pt x="685265" y="2002077"/>
                  </a:lnTo>
                  <a:lnTo>
                    <a:pt x="688092" y="2007502"/>
                  </a:lnTo>
                  <a:lnTo>
                    <a:pt x="690716" y="2012928"/>
                  </a:lnTo>
                  <a:lnTo>
                    <a:pt x="692394" y="2018354"/>
                  </a:lnTo>
                  <a:lnTo>
                    <a:pt x="692616" y="2023780"/>
                  </a:lnTo>
                  <a:lnTo>
                    <a:pt x="691298" y="2029205"/>
                  </a:lnTo>
                  <a:lnTo>
                    <a:pt x="688804" y="2034631"/>
                  </a:lnTo>
                  <a:lnTo>
                    <a:pt x="685781" y="2040057"/>
                  </a:lnTo>
                  <a:lnTo>
                    <a:pt x="682898" y="2045482"/>
                  </a:lnTo>
                  <a:lnTo>
                    <a:pt x="680621" y="2050908"/>
                  </a:lnTo>
                  <a:lnTo>
                    <a:pt x="679136" y="2056334"/>
                  </a:lnTo>
                  <a:lnTo>
                    <a:pt x="678421" y="2061759"/>
                  </a:lnTo>
                  <a:lnTo>
                    <a:pt x="678369" y="2067185"/>
                  </a:lnTo>
                  <a:lnTo>
                    <a:pt x="678869" y="2072611"/>
                  </a:lnTo>
                  <a:lnTo>
                    <a:pt x="679782" y="2078036"/>
                  </a:lnTo>
                  <a:lnTo>
                    <a:pt x="680871" y="2083462"/>
                  </a:lnTo>
                  <a:lnTo>
                    <a:pt x="681799" y="2088888"/>
                  </a:lnTo>
                  <a:lnTo>
                    <a:pt x="682281" y="2094313"/>
                  </a:lnTo>
                  <a:lnTo>
                    <a:pt x="682307" y="2099739"/>
                  </a:lnTo>
                  <a:lnTo>
                    <a:pt x="682233" y="2105165"/>
                  </a:lnTo>
                  <a:lnTo>
                    <a:pt x="682597" y="2110590"/>
                  </a:lnTo>
                  <a:lnTo>
                    <a:pt x="683749" y="2116016"/>
                  </a:lnTo>
                  <a:lnTo>
                    <a:pt x="685499" y="2121442"/>
                  </a:lnTo>
                  <a:lnTo>
                    <a:pt x="687217" y="2126868"/>
                  </a:lnTo>
                  <a:lnTo>
                    <a:pt x="688267" y="2132293"/>
                  </a:lnTo>
                  <a:lnTo>
                    <a:pt x="688343" y="2137719"/>
                  </a:lnTo>
                  <a:lnTo>
                    <a:pt x="687528" y="2143145"/>
                  </a:lnTo>
                  <a:lnTo>
                    <a:pt x="686132" y="2148570"/>
                  </a:lnTo>
                  <a:lnTo>
                    <a:pt x="684519" y="2153996"/>
                  </a:lnTo>
                  <a:lnTo>
                    <a:pt x="683065" y="2159422"/>
                  </a:lnTo>
                  <a:lnTo>
                    <a:pt x="682137" y="2164847"/>
                  </a:lnTo>
                  <a:lnTo>
                    <a:pt x="682026" y="2170273"/>
                  </a:lnTo>
                  <a:lnTo>
                    <a:pt x="682830" y="2175699"/>
                  </a:lnTo>
                  <a:lnTo>
                    <a:pt x="684409" y="2181124"/>
                  </a:lnTo>
                  <a:lnTo>
                    <a:pt x="686428" y="2186550"/>
                  </a:lnTo>
                  <a:lnTo>
                    <a:pt x="688450" y="2191976"/>
                  </a:lnTo>
                  <a:lnTo>
                    <a:pt x="690025" y="2197401"/>
                  </a:lnTo>
                  <a:lnTo>
                    <a:pt x="690779" y="2202827"/>
                  </a:lnTo>
                  <a:lnTo>
                    <a:pt x="690507" y="2208253"/>
                  </a:lnTo>
                  <a:lnTo>
                    <a:pt x="689246" y="2213678"/>
                  </a:lnTo>
                  <a:lnTo>
                    <a:pt x="687260" y="2219104"/>
                  </a:lnTo>
                  <a:lnTo>
                    <a:pt x="684941" y="2224530"/>
                  </a:lnTo>
                  <a:lnTo>
                    <a:pt x="682702" y="2229955"/>
                  </a:lnTo>
                  <a:lnTo>
                    <a:pt x="680901" y="2235381"/>
                  </a:lnTo>
                  <a:lnTo>
                    <a:pt x="679793" y="2240807"/>
                  </a:lnTo>
                  <a:lnTo>
                    <a:pt x="679493" y="2246233"/>
                  </a:lnTo>
                  <a:lnTo>
                    <a:pt x="679929" y="2251658"/>
                  </a:lnTo>
                  <a:lnTo>
                    <a:pt x="680818" y="2257084"/>
                  </a:lnTo>
                  <a:lnTo>
                    <a:pt x="681692" y="2262510"/>
                  </a:lnTo>
                  <a:lnTo>
                    <a:pt x="682086" y="2267935"/>
                  </a:lnTo>
                  <a:lnTo>
                    <a:pt x="681832" y="2273361"/>
                  </a:lnTo>
                  <a:lnTo>
                    <a:pt x="681135" y="2278787"/>
                  </a:lnTo>
                  <a:lnTo>
                    <a:pt x="680446" y="2284212"/>
                  </a:lnTo>
                  <a:lnTo>
                    <a:pt x="680175" y="2289638"/>
                  </a:lnTo>
                  <a:lnTo>
                    <a:pt x="680466" y="2295064"/>
                  </a:lnTo>
                  <a:lnTo>
                    <a:pt x="681124" y="2300489"/>
                  </a:lnTo>
                  <a:lnTo>
                    <a:pt x="681744" y="2305915"/>
                  </a:lnTo>
                  <a:lnTo>
                    <a:pt x="681956" y="2311341"/>
                  </a:lnTo>
                  <a:lnTo>
                    <a:pt x="681655" y="2316766"/>
                  </a:lnTo>
                  <a:lnTo>
                    <a:pt x="681097" y="2322192"/>
                  </a:lnTo>
                  <a:lnTo>
                    <a:pt x="680807" y="2327618"/>
                  </a:lnTo>
                  <a:lnTo>
                    <a:pt x="681372" y="2333043"/>
                  </a:lnTo>
                  <a:lnTo>
                    <a:pt x="683203" y="2338469"/>
                  </a:lnTo>
                  <a:lnTo>
                    <a:pt x="686335" y="2343895"/>
                  </a:lnTo>
                  <a:lnTo>
                    <a:pt x="690295" y="2349321"/>
                  </a:lnTo>
                  <a:lnTo>
                    <a:pt x="694158" y="2354746"/>
                  </a:lnTo>
                  <a:lnTo>
                    <a:pt x="696849" y="2360172"/>
                  </a:lnTo>
                  <a:lnTo>
                    <a:pt x="697619" y="2365598"/>
                  </a:lnTo>
                  <a:lnTo>
                    <a:pt x="696435" y="2371023"/>
                  </a:lnTo>
                  <a:lnTo>
                    <a:pt x="694012" y="2376449"/>
                  </a:lnTo>
                  <a:lnTo>
                    <a:pt x="691466" y="2381875"/>
                  </a:lnTo>
                  <a:lnTo>
                    <a:pt x="689782" y="2387300"/>
                  </a:lnTo>
                  <a:lnTo>
                    <a:pt x="689445" y="2392726"/>
                  </a:lnTo>
                  <a:lnTo>
                    <a:pt x="690400" y="2398152"/>
                  </a:lnTo>
                  <a:lnTo>
                    <a:pt x="692266" y="2403577"/>
                  </a:lnTo>
                  <a:lnTo>
                    <a:pt x="694608" y="2409003"/>
                  </a:lnTo>
                  <a:lnTo>
                    <a:pt x="697000" y="2414429"/>
                  </a:lnTo>
                  <a:lnTo>
                    <a:pt x="698991" y="2419854"/>
                  </a:lnTo>
                  <a:lnTo>
                    <a:pt x="700007" y="2425280"/>
                  </a:lnTo>
                  <a:lnTo>
                    <a:pt x="699554" y="2430706"/>
                  </a:lnTo>
                  <a:lnTo>
                    <a:pt x="697602" y="2436131"/>
                  </a:lnTo>
                  <a:lnTo>
                    <a:pt x="694799" y="2441557"/>
                  </a:lnTo>
                  <a:lnTo>
                    <a:pt x="692216" y="2446983"/>
                  </a:lnTo>
                  <a:lnTo>
                    <a:pt x="690779" y="2452409"/>
                  </a:lnTo>
                  <a:lnTo>
                    <a:pt x="690830" y="2457834"/>
                  </a:lnTo>
                  <a:lnTo>
                    <a:pt x="692131" y="2463260"/>
                  </a:lnTo>
                  <a:lnTo>
                    <a:pt x="694210" y="2468686"/>
                  </a:lnTo>
                  <a:lnTo>
                    <a:pt x="696730" y="2474111"/>
                  </a:lnTo>
                  <a:lnTo>
                    <a:pt x="699615" y="2479537"/>
                  </a:lnTo>
                  <a:lnTo>
                    <a:pt x="702901" y="2484963"/>
                  </a:lnTo>
                  <a:lnTo>
                    <a:pt x="706490" y="2490388"/>
                  </a:lnTo>
                  <a:lnTo>
                    <a:pt x="710009" y="2495814"/>
                  </a:lnTo>
                  <a:lnTo>
                    <a:pt x="712927" y="2501240"/>
                  </a:lnTo>
                  <a:lnTo>
                    <a:pt x="714855" y="2506665"/>
                  </a:lnTo>
                  <a:lnTo>
                    <a:pt x="715813" y="2512091"/>
                  </a:lnTo>
                  <a:lnTo>
                    <a:pt x="716293" y="2517517"/>
                  </a:lnTo>
                  <a:lnTo>
                    <a:pt x="717200" y="2522942"/>
                  </a:lnTo>
                  <a:lnTo>
                    <a:pt x="719788" y="2528368"/>
                  </a:lnTo>
                  <a:lnTo>
                    <a:pt x="725535" y="2533794"/>
                  </a:lnTo>
                  <a:lnTo>
                    <a:pt x="735807" y="2539219"/>
                  </a:lnTo>
                  <a:lnTo>
                    <a:pt x="751407" y="2544645"/>
                  </a:lnTo>
                  <a:lnTo>
                    <a:pt x="772372" y="2550071"/>
                  </a:lnTo>
                  <a:lnTo>
                    <a:pt x="798225" y="2555497"/>
                  </a:lnTo>
                  <a:lnTo>
                    <a:pt x="827880" y="2560922"/>
                  </a:lnTo>
                  <a:lnTo>
                    <a:pt x="860382" y="2566348"/>
                  </a:lnTo>
                  <a:lnTo>
                    <a:pt x="894884" y="2571774"/>
                  </a:lnTo>
                  <a:lnTo>
                    <a:pt x="930915" y="2577199"/>
                  </a:lnTo>
                  <a:lnTo>
                    <a:pt x="968538" y="2582625"/>
                  </a:lnTo>
                  <a:lnTo>
                    <a:pt x="1008184" y="2588051"/>
                  </a:lnTo>
                  <a:lnTo>
                    <a:pt x="1050286" y="2593476"/>
                  </a:lnTo>
                  <a:lnTo>
                    <a:pt x="1095062" y="2598902"/>
                  </a:lnTo>
                  <a:lnTo>
                    <a:pt x="1142524" y="2604328"/>
                  </a:lnTo>
                  <a:lnTo>
                    <a:pt x="1192333" y="2609753"/>
                  </a:lnTo>
                  <a:lnTo>
                    <a:pt x="1243127" y="2615179"/>
                  </a:lnTo>
                  <a:lnTo>
                    <a:pt x="1291486" y="2620605"/>
                  </a:lnTo>
                  <a:lnTo>
                    <a:pt x="1331344" y="2626030"/>
                  </a:lnTo>
                  <a:lnTo>
                    <a:pt x="1354738" y="2631456"/>
                  </a:lnTo>
                  <a:lnTo>
                    <a:pt x="1354191" y="2636882"/>
                  </a:lnTo>
                  <a:lnTo>
                    <a:pt x="1325880" y="2642307"/>
                  </a:lnTo>
                  <a:lnTo>
                    <a:pt x="1271827" y="2647733"/>
                  </a:lnTo>
                  <a:lnTo>
                    <a:pt x="1199557" y="2653159"/>
                  </a:lnTo>
                  <a:lnTo>
                    <a:pt x="1119278" y="2658585"/>
                  </a:lnTo>
                  <a:lnTo>
                    <a:pt x="1040351" y="2664010"/>
                  </a:lnTo>
                  <a:lnTo>
                    <a:pt x="969065" y="2669436"/>
                  </a:lnTo>
                  <a:lnTo>
                    <a:pt x="908325" y="2674862"/>
                  </a:lnTo>
                  <a:lnTo>
                    <a:pt x="858474" y="2680287"/>
                  </a:lnTo>
                  <a:lnTo>
                    <a:pt x="818325" y="2685713"/>
                  </a:lnTo>
                  <a:lnTo>
                    <a:pt x="786142" y="2691139"/>
                  </a:lnTo>
                  <a:lnTo>
                    <a:pt x="760640" y="2696564"/>
                  </a:lnTo>
                  <a:lnTo>
                    <a:pt x="741487" y="2701990"/>
                  </a:lnTo>
                  <a:lnTo>
                    <a:pt x="728613" y="2707416"/>
                  </a:lnTo>
                  <a:lnTo>
                    <a:pt x="721606" y="2712841"/>
                  </a:lnTo>
                  <a:lnTo>
                    <a:pt x="718995" y="2718267"/>
                  </a:lnTo>
                  <a:lnTo>
                    <a:pt x="718628" y="2723693"/>
                  </a:lnTo>
                  <a:lnTo>
                    <a:pt x="718536" y="2729118"/>
                  </a:lnTo>
                  <a:lnTo>
                    <a:pt x="717638" y="2734544"/>
                  </a:lnTo>
                  <a:lnTo>
                    <a:pt x="715960" y="2739970"/>
                  </a:lnTo>
                  <a:lnTo>
                    <a:pt x="714340" y="2745395"/>
                  </a:lnTo>
                  <a:lnTo>
                    <a:pt x="713707" y="2750821"/>
                  </a:lnTo>
                  <a:lnTo>
                    <a:pt x="714238" y="2756247"/>
                  </a:lnTo>
                  <a:lnTo>
                    <a:pt x="714941" y="2761672"/>
                  </a:lnTo>
                  <a:lnTo>
                    <a:pt x="714120" y="2767098"/>
                  </a:lnTo>
                  <a:lnTo>
                    <a:pt x="710491" y="2772524"/>
                  </a:lnTo>
                  <a:close/>
                </a:path>
              </a:pathLst>
            </a:custGeom>
            <a:solidFill>
              <a:srgbClr val="F2975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4775601" y="5164227"/>
              <a:ext cx="207731" cy="2753239"/>
            </a:xfrm>
            <a:custGeom>
              <a:avLst/>
              <a:pathLst>
                <a:path w="207731" h="2753239">
                  <a:moveTo>
                    <a:pt x="64071" y="2753239"/>
                  </a:moveTo>
                  <a:lnTo>
                    <a:pt x="61967" y="2747851"/>
                  </a:lnTo>
                  <a:lnTo>
                    <a:pt x="59820" y="2742463"/>
                  </a:lnTo>
                  <a:lnTo>
                    <a:pt x="57634" y="2737075"/>
                  </a:lnTo>
                  <a:lnTo>
                    <a:pt x="55398" y="2731687"/>
                  </a:lnTo>
                  <a:lnTo>
                    <a:pt x="53132" y="2726299"/>
                  </a:lnTo>
                  <a:lnTo>
                    <a:pt x="50840" y="2720911"/>
                  </a:lnTo>
                  <a:lnTo>
                    <a:pt x="48526" y="2715523"/>
                  </a:lnTo>
                  <a:lnTo>
                    <a:pt x="46190" y="2710136"/>
                  </a:lnTo>
                  <a:lnTo>
                    <a:pt x="43846" y="2704748"/>
                  </a:lnTo>
                  <a:lnTo>
                    <a:pt x="41498" y="2699360"/>
                  </a:lnTo>
                  <a:lnTo>
                    <a:pt x="39150" y="2693972"/>
                  </a:lnTo>
                  <a:lnTo>
                    <a:pt x="36815" y="2688584"/>
                  </a:lnTo>
                  <a:lnTo>
                    <a:pt x="34496" y="2683196"/>
                  </a:lnTo>
                  <a:lnTo>
                    <a:pt x="32199" y="2677808"/>
                  </a:lnTo>
                  <a:lnTo>
                    <a:pt x="29927" y="2672420"/>
                  </a:lnTo>
                  <a:lnTo>
                    <a:pt x="27705" y="2667032"/>
                  </a:lnTo>
                  <a:lnTo>
                    <a:pt x="25527" y="2661644"/>
                  </a:lnTo>
                  <a:lnTo>
                    <a:pt x="23396" y="2656256"/>
                  </a:lnTo>
                  <a:lnTo>
                    <a:pt x="21317" y="2650868"/>
                  </a:lnTo>
                  <a:lnTo>
                    <a:pt x="19323" y="2645480"/>
                  </a:lnTo>
                  <a:lnTo>
                    <a:pt x="17400" y="2640092"/>
                  </a:lnTo>
                  <a:lnTo>
                    <a:pt x="15547" y="2634704"/>
                  </a:lnTo>
                  <a:lnTo>
                    <a:pt x="13769" y="2629316"/>
                  </a:lnTo>
                  <a:lnTo>
                    <a:pt x="12108" y="2623928"/>
                  </a:lnTo>
                  <a:lnTo>
                    <a:pt x="10538" y="2618540"/>
                  </a:lnTo>
                  <a:lnTo>
                    <a:pt x="9057" y="2613153"/>
                  </a:lnTo>
                  <a:lnTo>
                    <a:pt x="7669" y="2607765"/>
                  </a:lnTo>
                  <a:lnTo>
                    <a:pt x="6419" y="2602377"/>
                  </a:lnTo>
                  <a:lnTo>
                    <a:pt x="5274" y="2596989"/>
                  </a:lnTo>
                  <a:lnTo>
                    <a:pt x="4229" y="2591601"/>
                  </a:lnTo>
                  <a:lnTo>
                    <a:pt x="3286" y="2586213"/>
                  </a:lnTo>
                  <a:lnTo>
                    <a:pt x="2492" y="2580825"/>
                  </a:lnTo>
                  <a:lnTo>
                    <a:pt x="1806" y="2575437"/>
                  </a:lnTo>
                  <a:lnTo>
                    <a:pt x="1223" y="2570049"/>
                  </a:lnTo>
                  <a:lnTo>
                    <a:pt x="743" y="2564661"/>
                  </a:lnTo>
                  <a:lnTo>
                    <a:pt x="408" y="2559273"/>
                  </a:lnTo>
                  <a:lnTo>
                    <a:pt x="176" y="2553885"/>
                  </a:lnTo>
                  <a:lnTo>
                    <a:pt x="41" y="2548497"/>
                  </a:lnTo>
                  <a:lnTo>
                    <a:pt x="0" y="2543109"/>
                  </a:lnTo>
                  <a:lnTo>
                    <a:pt x="88" y="2537721"/>
                  </a:lnTo>
                  <a:lnTo>
                    <a:pt x="266" y="2532333"/>
                  </a:lnTo>
                  <a:lnTo>
                    <a:pt x="527" y="2526945"/>
                  </a:lnTo>
                  <a:lnTo>
                    <a:pt x="867" y="2521557"/>
                  </a:lnTo>
                  <a:lnTo>
                    <a:pt x="1311" y="2516170"/>
                  </a:lnTo>
                  <a:lnTo>
                    <a:pt x="1827" y="2510782"/>
                  </a:lnTo>
                  <a:lnTo>
                    <a:pt x="2406" y="2505394"/>
                  </a:lnTo>
                  <a:lnTo>
                    <a:pt x="3043" y="2500006"/>
                  </a:lnTo>
                  <a:lnTo>
                    <a:pt x="3756" y="2494618"/>
                  </a:lnTo>
                  <a:lnTo>
                    <a:pt x="4518" y="2489230"/>
                  </a:lnTo>
                  <a:lnTo>
                    <a:pt x="5322" y="2483842"/>
                  </a:lnTo>
                  <a:lnTo>
                    <a:pt x="6164" y="2478454"/>
                  </a:lnTo>
                  <a:lnTo>
                    <a:pt x="7051" y="2473066"/>
                  </a:lnTo>
                  <a:lnTo>
                    <a:pt x="7965" y="2467678"/>
                  </a:lnTo>
                  <a:lnTo>
                    <a:pt x="8901" y="2462290"/>
                  </a:lnTo>
                  <a:lnTo>
                    <a:pt x="9856" y="2456902"/>
                  </a:lnTo>
                  <a:lnTo>
                    <a:pt x="10830" y="2451514"/>
                  </a:lnTo>
                  <a:lnTo>
                    <a:pt x="11812" y="2446126"/>
                  </a:lnTo>
                  <a:lnTo>
                    <a:pt x="12800" y="2440738"/>
                  </a:lnTo>
                  <a:lnTo>
                    <a:pt x="13792" y="2435350"/>
                  </a:lnTo>
                  <a:lnTo>
                    <a:pt x="14782" y="2429962"/>
                  </a:lnTo>
                  <a:lnTo>
                    <a:pt x="15769" y="2424574"/>
                  </a:lnTo>
                  <a:lnTo>
                    <a:pt x="16749" y="2419187"/>
                  </a:lnTo>
                  <a:lnTo>
                    <a:pt x="17723" y="2413799"/>
                  </a:lnTo>
                  <a:lnTo>
                    <a:pt x="18685" y="2408411"/>
                  </a:lnTo>
                  <a:lnTo>
                    <a:pt x="19635" y="2403023"/>
                  </a:lnTo>
                  <a:lnTo>
                    <a:pt x="20574" y="2397635"/>
                  </a:lnTo>
                  <a:lnTo>
                    <a:pt x="21502" y="2392247"/>
                  </a:lnTo>
                  <a:lnTo>
                    <a:pt x="22413" y="2386859"/>
                  </a:lnTo>
                  <a:lnTo>
                    <a:pt x="23311" y="2381471"/>
                  </a:lnTo>
                  <a:lnTo>
                    <a:pt x="24199" y="2376083"/>
                  </a:lnTo>
                  <a:lnTo>
                    <a:pt x="25075" y="2370695"/>
                  </a:lnTo>
                  <a:lnTo>
                    <a:pt x="25936" y="2365307"/>
                  </a:lnTo>
                  <a:lnTo>
                    <a:pt x="26788" y="2359919"/>
                  </a:lnTo>
                  <a:lnTo>
                    <a:pt x="27632" y="2354531"/>
                  </a:lnTo>
                  <a:lnTo>
                    <a:pt x="28468" y="2349143"/>
                  </a:lnTo>
                  <a:lnTo>
                    <a:pt x="29296" y="2343755"/>
                  </a:lnTo>
                  <a:lnTo>
                    <a:pt x="30119" y="2338367"/>
                  </a:lnTo>
                  <a:lnTo>
                    <a:pt x="30940" y="2332979"/>
                  </a:lnTo>
                  <a:lnTo>
                    <a:pt x="31758" y="2327591"/>
                  </a:lnTo>
                  <a:lnTo>
                    <a:pt x="32576" y="2322204"/>
                  </a:lnTo>
                  <a:lnTo>
                    <a:pt x="33394" y="2316816"/>
                  </a:lnTo>
                  <a:lnTo>
                    <a:pt x="34215" y="2311428"/>
                  </a:lnTo>
                  <a:lnTo>
                    <a:pt x="35039" y="2306040"/>
                  </a:lnTo>
                  <a:lnTo>
                    <a:pt x="35869" y="2300652"/>
                  </a:lnTo>
                  <a:lnTo>
                    <a:pt x="36704" y="2295264"/>
                  </a:lnTo>
                  <a:lnTo>
                    <a:pt x="37545" y="2289876"/>
                  </a:lnTo>
                  <a:lnTo>
                    <a:pt x="38393" y="2284488"/>
                  </a:lnTo>
                  <a:lnTo>
                    <a:pt x="39250" y="2279100"/>
                  </a:lnTo>
                  <a:lnTo>
                    <a:pt x="40116" y="2273712"/>
                  </a:lnTo>
                  <a:lnTo>
                    <a:pt x="40988" y="2268324"/>
                  </a:lnTo>
                  <a:lnTo>
                    <a:pt x="41869" y="2262936"/>
                  </a:lnTo>
                  <a:lnTo>
                    <a:pt x="42759" y="2257548"/>
                  </a:lnTo>
                  <a:lnTo>
                    <a:pt x="43656" y="2252160"/>
                  </a:lnTo>
                  <a:lnTo>
                    <a:pt x="44560" y="2246772"/>
                  </a:lnTo>
                  <a:lnTo>
                    <a:pt x="45469" y="2241384"/>
                  </a:lnTo>
                  <a:lnTo>
                    <a:pt x="46385" y="2235996"/>
                  </a:lnTo>
                  <a:lnTo>
                    <a:pt x="47306" y="2230608"/>
                  </a:lnTo>
                  <a:lnTo>
                    <a:pt x="48229" y="2225221"/>
                  </a:lnTo>
                  <a:lnTo>
                    <a:pt x="49154" y="2219833"/>
                  </a:lnTo>
                  <a:lnTo>
                    <a:pt x="50079" y="2214445"/>
                  </a:lnTo>
                  <a:lnTo>
                    <a:pt x="51003" y="2209057"/>
                  </a:lnTo>
                  <a:lnTo>
                    <a:pt x="51925" y="2203669"/>
                  </a:lnTo>
                  <a:lnTo>
                    <a:pt x="52843" y="2198281"/>
                  </a:lnTo>
                  <a:lnTo>
                    <a:pt x="53754" y="2192893"/>
                  </a:lnTo>
                  <a:lnTo>
                    <a:pt x="54657" y="2187505"/>
                  </a:lnTo>
                  <a:lnTo>
                    <a:pt x="55552" y="2182117"/>
                  </a:lnTo>
                  <a:lnTo>
                    <a:pt x="56437" y="2176729"/>
                  </a:lnTo>
                  <a:lnTo>
                    <a:pt x="57307" y="2171341"/>
                  </a:lnTo>
                  <a:lnTo>
                    <a:pt x="58162" y="2165953"/>
                  </a:lnTo>
                  <a:lnTo>
                    <a:pt x="59003" y="2160565"/>
                  </a:lnTo>
                  <a:lnTo>
                    <a:pt x="59828" y="2155177"/>
                  </a:lnTo>
                  <a:lnTo>
                    <a:pt x="60631" y="2149789"/>
                  </a:lnTo>
                  <a:lnTo>
                    <a:pt x="61413" y="2144401"/>
                  </a:lnTo>
                  <a:lnTo>
                    <a:pt x="62176" y="2139013"/>
                  </a:lnTo>
                  <a:lnTo>
                    <a:pt x="62920" y="2133625"/>
                  </a:lnTo>
                  <a:lnTo>
                    <a:pt x="63635" y="2128238"/>
                  </a:lnTo>
                  <a:lnTo>
                    <a:pt x="64325" y="2122850"/>
                  </a:lnTo>
                  <a:lnTo>
                    <a:pt x="64992" y="2117462"/>
                  </a:lnTo>
                  <a:lnTo>
                    <a:pt x="65637" y="2112074"/>
                  </a:lnTo>
                  <a:lnTo>
                    <a:pt x="66250" y="2106686"/>
                  </a:lnTo>
                  <a:lnTo>
                    <a:pt x="66836" y="2101298"/>
                  </a:lnTo>
                  <a:lnTo>
                    <a:pt x="67399" y="2095910"/>
                  </a:lnTo>
                  <a:lnTo>
                    <a:pt x="67937" y="2090522"/>
                  </a:lnTo>
                  <a:lnTo>
                    <a:pt x="68443" y="2085134"/>
                  </a:lnTo>
                  <a:lnTo>
                    <a:pt x="68921" y="2079746"/>
                  </a:lnTo>
                  <a:lnTo>
                    <a:pt x="69377" y="2074358"/>
                  </a:lnTo>
                  <a:lnTo>
                    <a:pt x="69809" y="2068970"/>
                  </a:lnTo>
                  <a:lnTo>
                    <a:pt x="70210" y="2063582"/>
                  </a:lnTo>
                  <a:lnTo>
                    <a:pt x="70587" y="2058194"/>
                  </a:lnTo>
                  <a:lnTo>
                    <a:pt x="70942" y="2052806"/>
                  </a:lnTo>
                  <a:lnTo>
                    <a:pt x="71276" y="2047418"/>
                  </a:lnTo>
                  <a:lnTo>
                    <a:pt x="71584" y="2042030"/>
                  </a:lnTo>
                  <a:lnTo>
                    <a:pt x="71870" y="2036642"/>
                  </a:lnTo>
                  <a:lnTo>
                    <a:pt x="72138" y="2031255"/>
                  </a:lnTo>
                  <a:lnTo>
                    <a:pt x="72389" y="2025867"/>
                  </a:lnTo>
                  <a:lnTo>
                    <a:pt x="72619" y="2020479"/>
                  </a:lnTo>
                  <a:lnTo>
                    <a:pt x="72832" y="2015091"/>
                  </a:lnTo>
                  <a:lnTo>
                    <a:pt x="73032" y="2009703"/>
                  </a:lnTo>
                  <a:lnTo>
                    <a:pt x="73220" y="2004315"/>
                  </a:lnTo>
                  <a:lnTo>
                    <a:pt x="73392" y="1998927"/>
                  </a:lnTo>
                  <a:lnTo>
                    <a:pt x="73554" y="1993539"/>
                  </a:lnTo>
                  <a:lnTo>
                    <a:pt x="73707" y="1988151"/>
                  </a:lnTo>
                  <a:lnTo>
                    <a:pt x="73853" y="1982763"/>
                  </a:lnTo>
                  <a:lnTo>
                    <a:pt x="73990" y="1977375"/>
                  </a:lnTo>
                  <a:lnTo>
                    <a:pt x="74122" y="1971987"/>
                  </a:lnTo>
                  <a:lnTo>
                    <a:pt x="74251" y="1966599"/>
                  </a:lnTo>
                  <a:lnTo>
                    <a:pt x="74377" y="1961211"/>
                  </a:lnTo>
                  <a:lnTo>
                    <a:pt x="74501" y="1955823"/>
                  </a:lnTo>
                  <a:lnTo>
                    <a:pt x="74625" y="1950435"/>
                  </a:lnTo>
                  <a:lnTo>
                    <a:pt x="74751" y="1945047"/>
                  </a:lnTo>
                  <a:lnTo>
                    <a:pt x="74877" y="1939659"/>
                  </a:lnTo>
                  <a:lnTo>
                    <a:pt x="75008" y="1934272"/>
                  </a:lnTo>
                  <a:lnTo>
                    <a:pt x="75143" y="1928884"/>
                  </a:lnTo>
                  <a:lnTo>
                    <a:pt x="75283" y="1923496"/>
                  </a:lnTo>
                  <a:lnTo>
                    <a:pt x="75428" y="1918108"/>
                  </a:lnTo>
                  <a:lnTo>
                    <a:pt x="75581" y="1912720"/>
                  </a:lnTo>
                  <a:lnTo>
                    <a:pt x="75742" y="1907332"/>
                  </a:lnTo>
                  <a:lnTo>
                    <a:pt x="75909" y="1901944"/>
                  </a:lnTo>
                  <a:lnTo>
                    <a:pt x="76085" y="1896556"/>
                  </a:lnTo>
                  <a:lnTo>
                    <a:pt x="76270" y="1891168"/>
                  </a:lnTo>
                  <a:lnTo>
                    <a:pt x="76466" y="1885780"/>
                  </a:lnTo>
                  <a:lnTo>
                    <a:pt x="76669" y="1880392"/>
                  </a:lnTo>
                  <a:lnTo>
                    <a:pt x="76881" y="1875004"/>
                  </a:lnTo>
                  <a:lnTo>
                    <a:pt x="77104" y="1869616"/>
                  </a:lnTo>
                  <a:lnTo>
                    <a:pt x="77337" y="1864228"/>
                  </a:lnTo>
                  <a:lnTo>
                    <a:pt x="77578" y="1858840"/>
                  </a:lnTo>
                  <a:lnTo>
                    <a:pt x="77827" y="1853452"/>
                  </a:lnTo>
                  <a:lnTo>
                    <a:pt x="78086" y="1848064"/>
                  </a:lnTo>
                  <a:lnTo>
                    <a:pt x="78354" y="1842676"/>
                  </a:lnTo>
                  <a:lnTo>
                    <a:pt x="78628" y="1837289"/>
                  </a:lnTo>
                  <a:lnTo>
                    <a:pt x="78909" y="1831901"/>
                  </a:lnTo>
                  <a:lnTo>
                    <a:pt x="79197" y="1826513"/>
                  </a:lnTo>
                  <a:lnTo>
                    <a:pt x="79491" y="1821125"/>
                  </a:lnTo>
                  <a:lnTo>
                    <a:pt x="79790" y="1815737"/>
                  </a:lnTo>
                  <a:lnTo>
                    <a:pt x="80092" y="1810349"/>
                  </a:lnTo>
                  <a:lnTo>
                    <a:pt x="80398" y="1804961"/>
                  </a:lnTo>
                  <a:lnTo>
                    <a:pt x="80707" y="1799573"/>
                  </a:lnTo>
                  <a:lnTo>
                    <a:pt x="81018" y="1794185"/>
                  </a:lnTo>
                  <a:lnTo>
                    <a:pt x="81329" y="1788797"/>
                  </a:lnTo>
                  <a:lnTo>
                    <a:pt x="81640" y="1783409"/>
                  </a:lnTo>
                  <a:lnTo>
                    <a:pt x="81950" y="1778021"/>
                  </a:lnTo>
                  <a:lnTo>
                    <a:pt x="82258" y="1772633"/>
                  </a:lnTo>
                  <a:lnTo>
                    <a:pt x="82564" y="1767245"/>
                  </a:lnTo>
                  <a:lnTo>
                    <a:pt x="82866" y="1761857"/>
                  </a:lnTo>
                  <a:lnTo>
                    <a:pt x="83164" y="1756469"/>
                  </a:lnTo>
                  <a:lnTo>
                    <a:pt x="83457" y="1751081"/>
                  </a:lnTo>
                  <a:lnTo>
                    <a:pt x="83745" y="1745693"/>
                  </a:lnTo>
                  <a:lnTo>
                    <a:pt x="84025" y="1740306"/>
                  </a:lnTo>
                  <a:lnTo>
                    <a:pt x="84299" y="1734918"/>
                  </a:lnTo>
                  <a:lnTo>
                    <a:pt x="84565" y="1729530"/>
                  </a:lnTo>
                  <a:lnTo>
                    <a:pt x="84825" y="1724142"/>
                  </a:lnTo>
                  <a:lnTo>
                    <a:pt x="85074" y="1718754"/>
                  </a:lnTo>
                  <a:lnTo>
                    <a:pt x="85315" y="1713366"/>
                  </a:lnTo>
                  <a:lnTo>
                    <a:pt x="85547" y="1707978"/>
                  </a:lnTo>
                  <a:lnTo>
                    <a:pt x="85771" y="1702590"/>
                  </a:lnTo>
                  <a:lnTo>
                    <a:pt x="85985" y="1697202"/>
                  </a:lnTo>
                  <a:lnTo>
                    <a:pt x="86188" y="1691814"/>
                  </a:lnTo>
                  <a:lnTo>
                    <a:pt x="86383" y="1686426"/>
                  </a:lnTo>
                  <a:lnTo>
                    <a:pt x="86569" y="1681038"/>
                  </a:lnTo>
                  <a:lnTo>
                    <a:pt x="86744" y="1675650"/>
                  </a:lnTo>
                  <a:lnTo>
                    <a:pt x="86909" y="1670262"/>
                  </a:lnTo>
                  <a:lnTo>
                    <a:pt x="87066" y="1664874"/>
                  </a:lnTo>
                  <a:lnTo>
                    <a:pt x="87215" y="1659486"/>
                  </a:lnTo>
                  <a:lnTo>
                    <a:pt x="87354" y="1654098"/>
                  </a:lnTo>
                  <a:lnTo>
                    <a:pt x="87484" y="1648710"/>
                  </a:lnTo>
                  <a:lnTo>
                    <a:pt x="87606" y="1643323"/>
                  </a:lnTo>
                  <a:lnTo>
                    <a:pt x="87721" y="1637935"/>
                  </a:lnTo>
                  <a:lnTo>
                    <a:pt x="87827" y="1632547"/>
                  </a:lnTo>
                  <a:lnTo>
                    <a:pt x="87925" y="1627159"/>
                  </a:lnTo>
                  <a:lnTo>
                    <a:pt x="88018" y="1621771"/>
                  </a:lnTo>
                  <a:lnTo>
                    <a:pt x="88104" y="1616383"/>
                  </a:lnTo>
                  <a:lnTo>
                    <a:pt x="88182" y="1610995"/>
                  </a:lnTo>
                  <a:lnTo>
                    <a:pt x="88255" y="1605607"/>
                  </a:lnTo>
                  <a:lnTo>
                    <a:pt x="88322" y="1600219"/>
                  </a:lnTo>
                  <a:lnTo>
                    <a:pt x="88384" y="1594831"/>
                  </a:lnTo>
                  <a:lnTo>
                    <a:pt x="88441" y="1589443"/>
                  </a:lnTo>
                  <a:lnTo>
                    <a:pt x="88492" y="1584055"/>
                  </a:lnTo>
                  <a:lnTo>
                    <a:pt x="88540" y="1578667"/>
                  </a:lnTo>
                  <a:lnTo>
                    <a:pt x="88584" y="1573279"/>
                  </a:lnTo>
                  <a:lnTo>
                    <a:pt x="88623" y="1567891"/>
                  </a:lnTo>
                  <a:lnTo>
                    <a:pt x="88658" y="1562503"/>
                  </a:lnTo>
                  <a:lnTo>
                    <a:pt x="88690" y="1557115"/>
                  </a:lnTo>
                  <a:lnTo>
                    <a:pt x="88719" y="1551727"/>
                  </a:lnTo>
                  <a:lnTo>
                    <a:pt x="88745" y="1546340"/>
                  </a:lnTo>
                  <a:lnTo>
                    <a:pt x="88768" y="1540952"/>
                  </a:lnTo>
                  <a:lnTo>
                    <a:pt x="88789" y="1535564"/>
                  </a:lnTo>
                  <a:lnTo>
                    <a:pt x="88808" y="1530176"/>
                  </a:lnTo>
                  <a:lnTo>
                    <a:pt x="88824" y="1524788"/>
                  </a:lnTo>
                  <a:lnTo>
                    <a:pt x="88838" y="1519400"/>
                  </a:lnTo>
                  <a:lnTo>
                    <a:pt x="88851" y="1514012"/>
                  </a:lnTo>
                  <a:lnTo>
                    <a:pt x="88863" y="1508624"/>
                  </a:lnTo>
                  <a:lnTo>
                    <a:pt x="88874" y="1503236"/>
                  </a:lnTo>
                  <a:lnTo>
                    <a:pt x="88884" y="1497848"/>
                  </a:lnTo>
                  <a:lnTo>
                    <a:pt x="88894" y="1492460"/>
                  </a:lnTo>
                  <a:lnTo>
                    <a:pt x="88904" y="1487072"/>
                  </a:lnTo>
                  <a:lnTo>
                    <a:pt x="88913" y="1481684"/>
                  </a:lnTo>
                  <a:lnTo>
                    <a:pt x="88923" y="1476296"/>
                  </a:lnTo>
                  <a:lnTo>
                    <a:pt x="88935" y="1470908"/>
                  </a:lnTo>
                  <a:lnTo>
                    <a:pt x="88947" y="1465520"/>
                  </a:lnTo>
                  <a:lnTo>
                    <a:pt x="88960" y="1460132"/>
                  </a:lnTo>
                  <a:lnTo>
                    <a:pt x="88976" y="1454744"/>
                  </a:lnTo>
                  <a:lnTo>
                    <a:pt x="88994" y="1449357"/>
                  </a:lnTo>
                  <a:lnTo>
                    <a:pt x="89015" y="1443969"/>
                  </a:lnTo>
                  <a:lnTo>
                    <a:pt x="89038" y="1438581"/>
                  </a:lnTo>
                  <a:lnTo>
                    <a:pt x="89065" y="1433193"/>
                  </a:lnTo>
                  <a:lnTo>
                    <a:pt x="89096" y="1427805"/>
                  </a:lnTo>
                  <a:lnTo>
                    <a:pt x="89130" y="1422417"/>
                  </a:lnTo>
                  <a:lnTo>
                    <a:pt x="89169" y="1417029"/>
                  </a:lnTo>
                  <a:lnTo>
                    <a:pt x="89212" y="1411641"/>
                  </a:lnTo>
                  <a:lnTo>
                    <a:pt x="89261" y="1406253"/>
                  </a:lnTo>
                  <a:lnTo>
                    <a:pt x="89314" y="1400865"/>
                  </a:lnTo>
                  <a:lnTo>
                    <a:pt x="89373" y="1395477"/>
                  </a:lnTo>
                  <a:lnTo>
                    <a:pt x="89438" y="1390089"/>
                  </a:lnTo>
                  <a:lnTo>
                    <a:pt x="89508" y="1384701"/>
                  </a:lnTo>
                  <a:lnTo>
                    <a:pt x="89584" y="1379313"/>
                  </a:lnTo>
                  <a:lnTo>
                    <a:pt x="89666" y="1373925"/>
                  </a:lnTo>
                  <a:lnTo>
                    <a:pt x="89755" y="1368537"/>
                  </a:lnTo>
                  <a:lnTo>
                    <a:pt x="89850" y="1363149"/>
                  </a:lnTo>
                  <a:lnTo>
                    <a:pt x="89950" y="1357761"/>
                  </a:lnTo>
                  <a:lnTo>
                    <a:pt x="90056" y="1352374"/>
                  </a:lnTo>
                  <a:lnTo>
                    <a:pt x="90170" y="1346986"/>
                  </a:lnTo>
                  <a:lnTo>
                    <a:pt x="90289" y="1341598"/>
                  </a:lnTo>
                  <a:lnTo>
                    <a:pt x="90413" y="1336210"/>
                  </a:lnTo>
                  <a:lnTo>
                    <a:pt x="90544" y="1330822"/>
                  </a:lnTo>
                  <a:lnTo>
                    <a:pt x="90680" y="1325434"/>
                  </a:lnTo>
                  <a:lnTo>
                    <a:pt x="90821" y="1320046"/>
                  </a:lnTo>
                  <a:lnTo>
                    <a:pt x="90967" y="1314658"/>
                  </a:lnTo>
                  <a:lnTo>
                    <a:pt x="91118" y="1309270"/>
                  </a:lnTo>
                  <a:lnTo>
                    <a:pt x="91274" y="1303882"/>
                  </a:lnTo>
                  <a:lnTo>
                    <a:pt x="91434" y="1298494"/>
                  </a:lnTo>
                  <a:lnTo>
                    <a:pt x="91597" y="1293106"/>
                  </a:lnTo>
                  <a:lnTo>
                    <a:pt x="91764" y="1287718"/>
                  </a:lnTo>
                  <a:lnTo>
                    <a:pt x="91934" y="1282330"/>
                  </a:lnTo>
                  <a:lnTo>
                    <a:pt x="92106" y="1276942"/>
                  </a:lnTo>
                  <a:lnTo>
                    <a:pt x="92281" y="1271554"/>
                  </a:lnTo>
                  <a:lnTo>
                    <a:pt x="92458" y="1266166"/>
                  </a:lnTo>
                  <a:lnTo>
                    <a:pt x="92636" y="1260778"/>
                  </a:lnTo>
                  <a:lnTo>
                    <a:pt x="92815" y="1255391"/>
                  </a:lnTo>
                  <a:lnTo>
                    <a:pt x="92995" y="1250003"/>
                  </a:lnTo>
                  <a:lnTo>
                    <a:pt x="93176" y="1244615"/>
                  </a:lnTo>
                  <a:lnTo>
                    <a:pt x="93356" y="1239227"/>
                  </a:lnTo>
                  <a:lnTo>
                    <a:pt x="93536" y="1233839"/>
                  </a:lnTo>
                  <a:lnTo>
                    <a:pt x="93715" y="1228451"/>
                  </a:lnTo>
                  <a:lnTo>
                    <a:pt x="93892" y="1223063"/>
                  </a:lnTo>
                  <a:lnTo>
                    <a:pt x="94068" y="1217675"/>
                  </a:lnTo>
                  <a:lnTo>
                    <a:pt x="94242" y="1212287"/>
                  </a:lnTo>
                  <a:lnTo>
                    <a:pt x="94414" y="1206899"/>
                  </a:lnTo>
                  <a:lnTo>
                    <a:pt x="94584" y="1201511"/>
                  </a:lnTo>
                  <a:lnTo>
                    <a:pt x="94750" y="1196123"/>
                  </a:lnTo>
                  <a:lnTo>
                    <a:pt x="94913" y="1190735"/>
                  </a:lnTo>
                  <a:lnTo>
                    <a:pt x="95073" y="1185347"/>
                  </a:lnTo>
                  <a:lnTo>
                    <a:pt x="95229" y="1179959"/>
                  </a:lnTo>
                  <a:lnTo>
                    <a:pt x="95381" y="1174571"/>
                  </a:lnTo>
                  <a:lnTo>
                    <a:pt x="95529" y="1169183"/>
                  </a:lnTo>
                  <a:lnTo>
                    <a:pt x="95674" y="1163795"/>
                  </a:lnTo>
                  <a:lnTo>
                    <a:pt x="95813" y="1158408"/>
                  </a:lnTo>
                  <a:lnTo>
                    <a:pt x="95948" y="1153020"/>
                  </a:lnTo>
                  <a:lnTo>
                    <a:pt x="96079" y="1147632"/>
                  </a:lnTo>
                  <a:lnTo>
                    <a:pt x="96205" y="1142244"/>
                  </a:lnTo>
                  <a:lnTo>
                    <a:pt x="96327" y="1136856"/>
                  </a:lnTo>
                  <a:lnTo>
                    <a:pt x="96443" y="1131468"/>
                  </a:lnTo>
                  <a:lnTo>
                    <a:pt x="96555" y="1126080"/>
                  </a:lnTo>
                  <a:lnTo>
                    <a:pt x="96663" y="1120692"/>
                  </a:lnTo>
                  <a:lnTo>
                    <a:pt x="96767" y="1115304"/>
                  </a:lnTo>
                  <a:lnTo>
                    <a:pt x="96865" y="1109916"/>
                  </a:lnTo>
                  <a:lnTo>
                    <a:pt x="96959" y="1104528"/>
                  </a:lnTo>
                  <a:lnTo>
                    <a:pt x="97050" y="1099140"/>
                  </a:lnTo>
                  <a:lnTo>
                    <a:pt x="97137" y="1093752"/>
                  </a:lnTo>
                  <a:lnTo>
                    <a:pt x="97219" y="1088364"/>
                  </a:lnTo>
                  <a:lnTo>
                    <a:pt x="97298" y="1082976"/>
                  </a:lnTo>
                  <a:lnTo>
                    <a:pt x="97374" y="1077588"/>
                  </a:lnTo>
                  <a:lnTo>
                    <a:pt x="97447" y="1072200"/>
                  </a:lnTo>
                  <a:lnTo>
                    <a:pt x="97516" y="1066812"/>
                  </a:lnTo>
                  <a:lnTo>
                    <a:pt x="97584" y="1061425"/>
                  </a:lnTo>
                  <a:lnTo>
                    <a:pt x="97649" y="1056037"/>
                  </a:lnTo>
                  <a:lnTo>
                    <a:pt x="97711" y="1050649"/>
                  </a:lnTo>
                  <a:lnTo>
                    <a:pt x="97772" y="1045261"/>
                  </a:lnTo>
                  <a:lnTo>
                    <a:pt x="97831" y="1039873"/>
                  </a:lnTo>
                  <a:lnTo>
                    <a:pt x="97889" y="1034485"/>
                  </a:lnTo>
                  <a:lnTo>
                    <a:pt x="97946" y="1029097"/>
                  </a:lnTo>
                  <a:lnTo>
                    <a:pt x="98002" y="1023709"/>
                  </a:lnTo>
                  <a:lnTo>
                    <a:pt x="98057" y="1018321"/>
                  </a:lnTo>
                  <a:lnTo>
                    <a:pt x="98112" y="1012933"/>
                  </a:lnTo>
                  <a:lnTo>
                    <a:pt x="98168" y="1007545"/>
                  </a:lnTo>
                  <a:lnTo>
                    <a:pt x="98223" y="1002157"/>
                  </a:lnTo>
                  <a:lnTo>
                    <a:pt x="98278" y="996769"/>
                  </a:lnTo>
                  <a:lnTo>
                    <a:pt x="98334" y="991381"/>
                  </a:lnTo>
                  <a:lnTo>
                    <a:pt x="98391" y="985993"/>
                  </a:lnTo>
                  <a:lnTo>
                    <a:pt x="98448" y="980605"/>
                  </a:lnTo>
                  <a:lnTo>
                    <a:pt x="98507" y="975217"/>
                  </a:lnTo>
                  <a:lnTo>
                    <a:pt x="98566" y="969829"/>
                  </a:lnTo>
                  <a:lnTo>
                    <a:pt x="98627" y="964442"/>
                  </a:lnTo>
                  <a:lnTo>
                    <a:pt x="98689" y="959054"/>
                  </a:lnTo>
                  <a:lnTo>
                    <a:pt x="98752" y="953666"/>
                  </a:lnTo>
                  <a:lnTo>
                    <a:pt x="98817" y="948278"/>
                  </a:lnTo>
                  <a:lnTo>
                    <a:pt x="98882" y="942890"/>
                  </a:lnTo>
                  <a:lnTo>
                    <a:pt x="98950" y="937502"/>
                  </a:lnTo>
                  <a:lnTo>
                    <a:pt x="99018" y="932114"/>
                  </a:lnTo>
                  <a:lnTo>
                    <a:pt x="99088" y="926726"/>
                  </a:lnTo>
                  <a:lnTo>
                    <a:pt x="99159" y="921338"/>
                  </a:lnTo>
                  <a:lnTo>
                    <a:pt x="99231" y="915950"/>
                  </a:lnTo>
                  <a:lnTo>
                    <a:pt x="99304" y="910562"/>
                  </a:lnTo>
                  <a:lnTo>
                    <a:pt x="99378" y="905174"/>
                  </a:lnTo>
                  <a:lnTo>
                    <a:pt x="99453" y="899786"/>
                  </a:lnTo>
                  <a:lnTo>
                    <a:pt x="99528" y="894398"/>
                  </a:lnTo>
                  <a:lnTo>
                    <a:pt x="99604" y="889010"/>
                  </a:lnTo>
                  <a:lnTo>
                    <a:pt x="99680" y="883622"/>
                  </a:lnTo>
                  <a:lnTo>
                    <a:pt x="99756" y="878234"/>
                  </a:lnTo>
                  <a:lnTo>
                    <a:pt x="99832" y="872846"/>
                  </a:lnTo>
                  <a:lnTo>
                    <a:pt x="99908" y="867459"/>
                  </a:lnTo>
                  <a:lnTo>
                    <a:pt x="99984" y="862071"/>
                  </a:lnTo>
                  <a:lnTo>
                    <a:pt x="100059" y="856683"/>
                  </a:lnTo>
                  <a:lnTo>
                    <a:pt x="100133" y="851295"/>
                  </a:lnTo>
                  <a:lnTo>
                    <a:pt x="100205" y="845907"/>
                  </a:lnTo>
                  <a:lnTo>
                    <a:pt x="100277" y="840519"/>
                  </a:lnTo>
                  <a:lnTo>
                    <a:pt x="100347" y="835131"/>
                  </a:lnTo>
                  <a:lnTo>
                    <a:pt x="100415" y="829743"/>
                  </a:lnTo>
                  <a:lnTo>
                    <a:pt x="100481" y="824355"/>
                  </a:lnTo>
                  <a:lnTo>
                    <a:pt x="100545" y="818967"/>
                  </a:lnTo>
                  <a:lnTo>
                    <a:pt x="100606" y="813579"/>
                  </a:lnTo>
                  <a:lnTo>
                    <a:pt x="100665" y="808191"/>
                  </a:lnTo>
                  <a:lnTo>
                    <a:pt x="100721" y="802803"/>
                  </a:lnTo>
                  <a:lnTo>
                    <a:pt x="100774" y="797415"/>
                  </a:lnTo>
                  <a:lnTo>
                    <a:pt x="100824" y="792027"/>
                  </a:lnTo>
                  <a:lnTo>
                    <a:pt x="100870" y="786639"/>
                  </a:lnTo>
                  <a:lnTo>
                    <a:pt x="100913" y="781251"/>
                  </a:lnTo>
                  <a:lnTo>
                    <a:pt x="100953" y="775863"/>
                  </a:lnTo>
                  <a:lnTo>
                    <a:pt x="100989" y="770476"/>
                  </a:lnTo>
                  <a:lnTo>
                    <a:pt x="101021" y="765088"/>
                  </a:lnTo>
                  <a:lnTo>
                    <a:pt x="101049" y="759700"/>
                  </a:lnTo>
                  <a:lnTo>
                    <a:pt x="101074" y="754312"/>
                  </a:lnTo>
                  <a:lnTo>
                    <a:pt x="101095" y="748924"/>
                  </a:lnTo>
                  <a:lnTo>
                    <a:pt x="101112" y="743536"/>
                  </a:lnTo>
                  <a:lnTo>
                    <a:pt x="101125" y="738148"/>
                  </a:lnTo>
                  <a:lnTo>
                    <a:pt x="101136" y="732760"/>
                  </a:lnTo>
                  <a:lnTo>
                    <a:pt x="101142" y="727372"/>
                  </a:lnTo>
                  <a:lnTo>
                    <a:pt x="101144" y="721984"/>
                  </a:lnTo>
                  <a:lnTo>
                    <a:pt x="101144" y="716596"/>
                  </a:lnTo>
                  <a:lnTo>
                    <a:pt x="101141" y="711208"/>
                  </a:lnTo>
                  <a:lnTo>
                    <a:pt x="101135" y="705820"/>
                  </a:lnTo>
                  <a:lnTo>
                    <a:pt x="101125" y="700432"/>
                  </a:lnTo>
                  <a:lnTo>
                    <a:pt x="101114" y="695044"/>
                  </a:lnTo>
                  <a:lnTo>
                    <a:pt x="101100" y="689656"/>
                  </a:lnTo>
                  <a:lnTo>
                    <a:pt x="101085" y="684268"/>
                  </a:lnTo>
                  <a:lnTo>
                    <a:pt x="101068" y="678880"/>
                  </a:lnTo>
                  <a:lnTo>
                    <a:pt x="101049" y="673493"/>
                  </a:lnTo>
                  <a:lnTo>
                    <a:pt x="101030" y="668105"/>
                  </a:lnTo>
                  <a:lnTo>
                    <a:pt x="101010" y="662717"/>
                  </a:lnTo>
                  <a:lnTo>
                    <a:pt x="100989" y="657329"/>
                  </a:lnTo>
                  <a:lnTo>
                    <a:pt x="100969" y="651941"/>
                  </a:lnTo>
                  <a:lnTo>
                    <a:pt x="100949" y="646553"/>
                  </a:lnTo>
                  <a:lnTo>
                    <a:pt x="100929" y="641165"/>
                  </a:lnTo>
                  <a:lnTo>
                    <a:pt x="100910" y="635777"/>
                  </a:lnTo>
                  <a:lnTo>
                    <a:pt x="100893" y="630389"/>
                  </a:lnTo>
                  <a:lnTo>
                    <a:pt x="100876" y="625001"/>
                  </a:lnTo>
                  <a:lnTo>
                    <a:pt x="100862" y="619613"/>
                  </a:lnTo>
                  <a:lnTo>
                    <a:pt x="100849" y="614225"/>
                  </a:lnTo>
                  <a:lnTo>
                    <a:pt x="100839" y="608837"/>
                  </a:lnTo>
                  <a:lnTo>
                    <a:pt x="100831" y="603449"/>
                  </a:lnTo>
                  <a:lnTo>
                    <a:pt x="100825" y="598061"/>
                  </a:lnTo>
                  <a:lnTo>
                    <a:pt x="100823" y="592673"/>
                  </a:lnTo>
                  <a:lnTo>
                    <a:pt x="100823" y="587285"/>
                  </a:lnTo>
                  <a:lnTo>
                    <a:pt x="100825" y="581897"/>
                  </a:lnTo>
                  <a:lnTo>
                    <a:pt x="100831" y="576510"/>
                  </a:lnTo>
                  <a:lnTo>
                    <a:pt x="100840" y="571122"/>
                  </a:lnTo>
                  <a:lnTo>
                    <a:pt x="100852" y="565734"/>
                  </a:lnTo>
                  <a:lnTo>
                    <a:pt x="100866" y="560346"/>
                  </a:lnTo>
                  <a:lnTo>
                    <a:pt x="100884" y="554958"/>
                  </a:lnTo>
                  <a:lnTo>
                    <a:pt x="100905" y="549570"/>
                  </a:lnTo>
                  <a:lnTo>
                    <a:pt x="100928" y="544182"/>
                  </a:lnTo>
                  <a:lnTo>
                    <a:pt x="100953" y="538794"/>
                  </a:lnTo>
                  <a:lnTo>
                    <a:pt x="100981" y="533406"/>
                  </a:lnTo>
                  <a:lnTo>
                    <a:pt x="101011" y="528018"/>
                  </a:lnTo>
                  <a:lnTo>
                    <a:pt x="101043" y="522630"/>
                  </a:lnTo>
                  <a:lnTo>
                    <a:pt x="101077" y="517242"/>
                  </a:lnTo>
                  <a:lnTo>
                    <a:pt x="101112" y="511854"/>
                  </a:lnTo>
                  <a:lnTo>
                    <a:pt x="101150" y="506466"/>
                  </a:lnTo>
                  <a:lnTo>
                    <a:pt x="101188" y="501078"/>
                  </a:lnTo>
                  <a:lnTo>
                    <a:pt x="101226" y="495690"/>
                  </a:lnTo>
                  <a:lnTo>
                    <a:pt x="101266" y="490302"/>
                  </a:lnTo>
                  <a:lnTo>
                    <a:pt x="101306" y="484914"/>
                  </a:lnTo>
                  <a:lnTo>
                    <a:pt x="101346" y="479527"/>
                  </a:lnTo>
                  <a:lnTo>
                    <a:pt x="101386" y="474139"/>
                  </a:lnTo>
                  <a:lnTo>
                    <a:pt x="101426" y="468751"/>
                  </a:lnTo>
                  <a:lnTo>
                    <a:pt x="101465" y="463363"/>
                  </a:lnTo>
                  <a:lnTo>
                    <a:pt x="101504" y="457975"/>
                  </a:lnTo>
                  <a:lnTo>
                    <a:pt x="101542" y="452587"/>
                  </a:lnTo>
                  <a:lnTo>
                    <a:pt x="101579" y="447199"/>
                  </a:lnTo>
                  <a:lnTo>
                    <a:pt x="101614" y="441811"/>
                  </a:lnTo>
                  <a:lnTo>
                    <a:pt x="101649" y="436423"/>
                  </a:lnTo>
                  <a:lnTo>
                    <a:pt x="101682" y="431035"/>
                  </a:lnTo>
                  <a:lnTo>
                    <a:pt x="101713" y="425647"/>
                  </a:lnTo>
                  <a:lnTo>
                    <a:pt x="101743" y="420259"/>
                  </a:lnTo>
                  <a:lnTo>
                    <a:pt x="101772" y="414871"/>
                  </a:lnTo>
                  <a:lnTo>
                    <a:pt x="101799" y="409483"/>
                  </a:lnTo>
                  <a:lnTo>
                    <a:pt x="101824" y="404095"/>
                  </a:lnTo>
                  <a:lnTo>
                    <a:pt x="101847" y="398707"/>
                  </a:lnTo>
                  <a:lnTo>
                    <a:pt x="101869" y="393319"/>
                  </a:lnTo>
                  <a:lnTo>
                    <a:pt x="101889" y="387931"/>
                  </a:lnTo>
                  <a:lnTo>
                    <a:pt x="101908" y="382544"/>
                  </a:lnTo>
                  <a:lnTo>
                    <a:pt x="101925" y="377156"/>
                  </a:lnTo>
                  <a:lnTo>
                    <a:pt x="101941" y="371768"/>
                  </a:lnTo>
                  <a:lnTo>
                    <a:pt x="101955" y="366380"/>
                  </a:lnTo>
                  <a:lnTo>
                    <a:pt x="101969" y="360992"/>
                  </a:lnTo>
                  <a:lnTo>
                    <a:pt x="101980" y="355604"/>
                  </a:lnTo>
                  <a:lnTo>
                    <a:pt x="101991" y="350216"/>
                  </a:lnTo>
                  <a:lnTo>
                    <a:pt x="102001" y="344828"/>
                  </a:lnTo>
                  <a:lnTo>
                    <a:pt x="102010" y="339440"/>
                  </a:lnTo>
                  <a:lnTo>
                    <a:pt x="102017" y="334052"/>
                  </a:lnTo>
                  <a:lnTo>
                    <a:pt x="102025" y="328664"/>
                  </a:lnTo>
                  <a:lnTo>
                    <a:pt x="102031" y="323276"/>
                  </a:lnTo>
                  <a:lnTo>
                    <a:pt x="102037" y="317888"/>
                  </a:lnTo>
                  <a:lnTo>
                    <a:pt x="102043" y="312500"/>
                  </a:lnTo>
                  <a:lnTo>
                    <a:pt x="102048" y="307112"/>
                  </a:lnTo>
                  <a:lnTo>
                    <a:pt x="102053" y="301724"/>
                  </a:lnTo>
                  <a:lnTo>
                    <a:pt x="102058" y="296336"/>
                  </a:lnTo>
                  <a:lnTo>
                    <a:pt x="102063" y="290948"/>
                  </a:lnTo>
                  <a:lnTo>
                    <a:pt x="102068" y="285561"/>
                  </a:lnTo>
                  <a:lnTo>
                    <a:pt x="102073" y="280173"/>
                  </a:lnTo>
                  <a:lnTo>
                    <a:pt x="102078" y="274785"/>
                  </a:lnTo>
                  <a:lnTo>
                    <a:pt x="102083" y="269397"/>
                  </a:lnTo>
                  <a:lnTo>
                    <a:pt x="102088" y="264009"/>
                  </a:lnTo>
                  <a:lnTo>
                    <a:pt x="102094" y="258621"/>
                  </a:lnTo>
                  <a:lnTo>
                    <a:pt x="102100" y="253233"/>
                  </a:lnTo>
                  <a:lnTo>
                    <a:pt x="102107" y="247845"/>
                  </a:lnTo>
                  <a:lnTo>
                    <a:pt x="102114" y="242457"/>
                  </a:lnTo>
                  <a:lnTo>
                    <a:pt x="102122" y="237069"/>
                  </a:lnTo>
                  <a:lnTo>
                    <a:pt x="102130" y="231681"/>
                  </a:lnTo>
                  <a:lnTo>
                    <a:pt x="102139" y="226293"/>
                  </a:lnTo>
                  <a:lnTo>
                    <a:pt x="102148" y="220905"/>
                  </a:lnTo>
                  <a:lnTo>
                    <a:pt x="102158" y="215517"/>
                  </a:lnTo>
                  <a:lnTo>
                    <a:pt x="102168" y="210129"/>
                  </a:lnTo>
                  <a:lnTo>
                    <a:pt x="102180" y="204741"/>
                  </a:lnTo>
                  <a:lnTo>
                    <a:pt x="102192" y="199353"/>
                  </a:lnTo>
                  <a:lnTo>
                    <a:pt x="102204" y="193965"/>
                  </a:lnTo>
                  <a:lnTo>
                    <a:pt x="102217" y="188578"/>
                  </a:lnTo>
                  <a:lnTo>
                    <a:pt x="102231" y="183190"/>
                  </a:lnTo>
                  <a:lnTo>
                    <a:pt x="102246" y="177802"/>
                  </a:lnTo>
                  <a:lnTo>
                    <a:pt x="102261" y="172414"/>
                  </a:lnTo>
                  <a:lnTo>
                    <a:pt x="102277" y="167026"/>
                  </a:lnTo>
                  <a:lnTo>
                    <a:pt x="102293" y="161638"/>
                  </a:lnTo>
                  <a:lnTo>
                    <a:pt x="102310" y="156250"/>
                  </a:lnTo>
                  <a:lnTo>
                    <a:pt x="102328" y="150862"/>
                  </a:lnTo>
                  <a:lnTo>
                    <a:pt x="102346" y="145474"/>
                  </a:lnTo>
                  <a:lnTo>
                    <a:pt x="102365" y="140086"/>
                  </a:lnTo>
                  <a:lnTo>
                    <a:pt x="102384" y="134698"/>
                  </a:lnTo>
                  <a:lnTo>
                    <a:pt x="102404" y="129310"/>
                  </a:lnTo>
                  <a:lnTo>
                    <a:pt x="102424" y="123922"/>
                  </a:lnTo>
                  <a:lnTo>
                    <a:pt x="102444" y="118534"/>
                  </a:lnTo>
                  <a:lnTo>
                    <a:pt x="102465" y="113146"/>
                  </a:lnTo>
                  <a:lnTo>
                    <a:pt x="102487" y="107758"/>
                  </a:lnTo>
                  <a:lnTo>
                    <a:pt x="102508" y="102370"/>
                  </a:lnTo>
                  <a:lnTo>
                    <a:pt x="102530" y="96982"/>
                  </a:lnTo>
                  <a:lnTo>
                    <a:pt x="102553" y="91595"/>
                  </a:lnTo>
                  <a:lnTo>
                    <a:pt x="102575" y="86207"/>
                  </a:lnTo>
                  <a:lnTo>
                    <a:pt x="102598" y="80819"/>
                  </a:lnTo>
                  <a:lnTo>
                    <a:pt x="102621" y="75431"/>
                  </a:lnTo>
                  <a:lnTo>
                    <a:pt x="102645" y="70043"/>
                  </a:lnTo>
                  <a:lnTo>
                    <a:pt x="102668" y="64655"/>
                  </a:lnTo>
                  <a:lnTo>
                    <a:pt x="102692" y="59267"/>
                  </a:lnTo>
                  <a:lnTo>
                    <a:pt x="102716" y="53879"/>
                  </a:lnTo>
                  <a:lnTo>
                    <a:pt x="102740" y="48491"/>
                  </a:lnTo>
                  <a:lnTo>
                    <a:pt x="102764" y="43103"/>
                  </a:lnTo>
                  <a:lnTo>
                    <a:pt x="102788" y="37715"/>
                  </a:lnTo>
                  <a:lnTo>
                    <a:pt x="102813" y="32327"/>
                  </a:lnTo>
                  <a:lnTo>
                    <a:pt x="102837" y="26939"/>
                  </a:lnTo>
                  <a:lnTo>
                    <a:pt x="102862" y="21551"/>
                  </a:lnTo>
                  <a:lnTo>
                    <a:pt x="102887" y="16163"/>
                  </a:lnTo>
                  <a:lnTo>
                    <a:pt x="102912" y="10775"/>
                  </a:lnTo>
                  <a:lnTo>
                    <a:pt x="102937" y="5387"/>
                  </a:lnTo>
                  <a:lnTo>
                    <a:pt x="102963" y="0"/>
                  </a:lnTo>
                  <a:lnTo>
                    <a:pt x="104768" y="0"/>
                  </a:lnTo>
                  <a:lnTo>
                    <a:pt x="104794" y="5387"/>
                  </a:lnTo>
                  <a:lnTo>
                    <a:pt x="104819" y="10775"/>
                  </a:lnTo>
                  <a:lnTo>
                    <a:pt x="104844" y="16163"/>
                  </a:lnTo>
                  <a:lnTo>
                    <a:pt x="104869" y="21551"/>
                  </a:lnTo>
                  <a:lnTo>
                    <a:pt x="104894" y="26939"/>
                  </a:lnTo>
                  <a:lnTo>
                    <a:pt x="104918" y="32327"/>
                  </a:lnTo>
                  <a:lnTo>
                    <a:pt x="104943" y="37715"/>
                  </a:lnTo>
                  <a:lnTo>
                    <a:pt x="104967" y="43103"/>
                  </a:lnTo>
                  <a:lnTo>
                    <a:pt x="104991" y="48491"/>
                  </a:lnTo>
                  <a:lnTo>
                    <a:pt x="105015" y="53879"/>
                  </a:lnTo>
                  <a:lnTo>
                    <a:pt x="105039" y="59267"/>
                  </a:lnTo>
                  <a:lnTo>
                    <a:pt x="105063" y="64655"/>
                  </a:lnTo>
                  <a:lnTo>
                    <a:pt x="105086" y="70043"/>
                  </a:lnTo>
                  <a:lnTo>
                    <a:pt x="105110" y="75431"/>
                  </a:lnTo>
                  <a:lnTo>
                    <a:pt x="105133" y="80819"/>
                  </a:lnTo>
                  <a:lnTo>
                    <a:pt x="105156" y="86207"/>
                  </a:lnTo>
                  <a:lnTo>
                    <a:pt x="105178" y="91595"/>
                  </a:lnTo>
                  <a:lnTo>
                    <a:pt x="105201" y="96982"/>
                  </a:lnTo>
                  <a:lnTo>
                    <a:pt x="105223" y="102370"/>
                  </a:lnTo>
                  <a:lnTo>
                    <a:pt x="105244" y="107758"/>
                  </a:lnTo>
                  <a:lnTo>
                    <a:pt x="105266" y="113146"/>
                  </a:lnTo>
                  <a:lnTo>
                    <a:pt x="105287" y="118534"/>
                  </a:lnTo>
                  <a:lnTo>
                    <a:pt x="105307" y="123922"/>
                  </a:lnTo>
                  <a:lnTo>
                    <a:pt x="105327" y="129310"/>
                  </a:lnTo>
                  <a:lnTo>
                    <a:pt x="105347" y="134698"/>
                  </a:lnTo>
                  <a:lnTo>
                    <a:pt x="105366" y="140086"/>
                  </a:lnTo>
                  <a:lnTo>
                    <a:pt x="105385" y="145474"/>
                  </a:lnTo>
                  <a:lnTo>
                    <a:pt x="105403" y="150862"/>
                  </a:lnTo>
                  <a:lnTo>
                    <a:pt x="105421" y="156250"/>
                  </a:lnTo>
                  <a:lnTo>
                    <a:pt x="105438" y="161638"/>
                  </a:lnTo>
                  <a:lnTo>
                    <a:pt x="105454" y="167026"/>
                  </a:lnTo>
                  <a:lnTo>
                    <a:pt x="105470" y="172414"/>
                  </a:lnTo>
                  <a:lnTo>
                    <a:pt x="105485" y="177802"/>
                  </a:lnTo>
                  <a:lnTo>
                    <a:pt x="105500" y="183190"/>
                  </a:lnTo>
                  <a:lnTo>
                    <a:pt x="105514" y="188578"/>
                  </a:lnTo>
                  <a:lnTo>
                    <a:pt x="105527" y="193965"/>
                  </a:lnTo>
                  <a:lnTo>
                    <a:pt x="105539" y="199353"/>
                  </a:lnTo>
                  <a:lnTo>
                    <a:pt x="105551" y="204741"/>
                  </a:lnTo>
                  <a:lnTo>
                    <a:pt x="105562" y="210129"/>
                  </a:lnTo>
                  <a:lnTo>
                    <a:pt x="105573" y="215517"/>
                  </a:lnTo>
                  <a:lnTo>
                    <a:pt x="105583" y="220905"/>
                  </a:lnTo>
                  <a:lnTo>
                    <a:pt x="105592" y="226293"/>
                  </a:lnTo>
                  <a:lnTo>
                    <a:pt x="105601" y="231681"/>
                  </a:lnTo>
                  <a:lnTo>
                    <a:pt x="105609" y="237069"/>
                  </a:lnTo>
                  <a:lnTo>
                    <a:pt x="105617" y="242457"/>
                  </a:lnTo>
                  <a:lnTo>
                    <a:pt x="105624" y="247845"/>
                  </a:lnTo>
                  <a:lnTo>
                    <a:pt x="105631" y="253233"/>
                  </a:lnTo>
                  <a:lnTo>
                    <a:pt x="105637" y="258621"/>
                  </a:lnTo>
                  <a:lnTo>
                    <a:pt x="105643" y="264009"/>
                  </a:lnTo>
                  <a:lnTo>
                    <a:pt x="105648" y="269397"/>
                  </a:lnTo>
                  <a:lnTo>
                    <a:pt x="105653" y="274785"/>
                  </a:lnTo>
                  <a:lnTo>
                    <a:pt x="105658" y="280173"/>
                  </a:lnTo>
                  <a:lnTo>
                    <a:pt x="105663" y="285561"/>
                  </a:lnTo>
                  <a:lnTo>
                    <a:pt x="105668" y="290948"/>
                  </a:lnTo>
                  <a:lnTo>
                    <a:pt x="105673" y="296336"/>
                  </a:lnTo>
                  <a:lnTo>
                    <a:pt x="105678" y="301724"/>
                  </a:lnTo>
                  <a:lnTo>
                    <a:pt x="105683" y="307112"/>
                  </a:lnTo>
                  <a:lnTo>
                    <a:pt x="105688" y="312500"/>
                  </a:lnTo>
                  <a:lnTo>
                    <a:pt x="105694" y="317888"/>
                  </a:lnTo>
                  <a:lnTo>
                    <a:pt x="105700" y="323276"/>
                  </a:lnTo>
                  <a:lnTo>
                    <a:pt x="105706" y="328664"/>
                  </a:lnTo>
                  <a:lnTo>
                    <a:pt x="105713" y="334052"/>
                  </a:lnTo>
                  <a:lnTo>
                    <a:pt x="105721" y="339440"/>
                  </a:lnTo>
                  <a:lnTo>
                    <a:pt x="105730" y="344828"/>
                  </a:lnTo>
                  <a:lnTo>
                    <a:pt x="105740" y="350216"/>
                  </a:lnTo>
                  <a:lnTo>
                    <a:pt x="105751" y="355604"/>
                  </a:lnTo>
                  <a:lnTo>
                    <a:pt x="105762" y="360992"/>
                  </a:lnTo>
                  <a:lnTo>
                    <a:pt x="105776" y="366380"/>
                  </a:lnTo>
                  <a:lnTo>
                    <a:pt x="105790" y="371768"/>
                  </a:lnTo>
                  <a:lnTo>
                    <a:pt x="105806" y="377156"/>
                  </a:lnTo>
                  <a:lnTo>
                    <a:pt x="105823" y="382544"/>
                  </a:lnTo>
                  <a:lnTo>
                    <a:pt x="105842" y="387931"/>
                  </a:lnTo>
                  <a:lnTo>
                    <a:pt x="105862" y="393319"/>
                  </a:lnTo>
                  <a:lnTo>
                    <a:pt x="105884" y="398707"/>
                  </a:lnTo>
                  <a:lnTo>
                    <a:pt x="105907" y="404095"/>
                  </a:lnTo>
                  <a:lnTo>
                    <a:pt x="105932" y="409483"/>
                  </a:lnTo>
                  <a:lnTo>
                    <a:pt x="105959" y="414871"/>
                  </a:lnTo>
                  <a:lnTo>
                    <a:pt x="105988" y="420259"/>
                  </a:lnTo>
                  <a:lnTo>
                    <a:pt x="106018" y="425647"/>
                  </a:lnTo>
                  <a:lnTo>
                    <a:pt x="106049" y="431035"/>
                  </a:lnTo>
                  <a:lnTo>
                    <a:pt x="106082" y="436423"/>
                  </a:lnTo>
                  <a:lnTo>
                    <a:pt x="106117" y="441811"/>
                  </a:lnTo>
                  <a:lnTo>
                    <a:pt x="106152" y="447199"/>
                  </a:lnTo>
                  <a:lnTo>
                    <a:pt x="106189" y="452587"/>
                  </a:lnTo>
                  <a:lnTo>
                    <a:pt x="106227" y="457975"/>
                  </a:lnTo>
                  <a:lnTo>
                    <a:pt x="106266" y="463363"/>
                  </a:lnTo>
                  <a:lnTo>
                    <a:pt x="106305" y="468751"/>
                  </a:lnTo>
                  <a:lnTo>
                    <a:pt x="106345" y="474139"/>
                  </a:lnTo>
                  <a:lnTo>
                    <a:pt x="106385" y="479527"/>
                  </a:lnTo>
                  <a:lnTo>
                    <a:pt x="106425" y="484914"/>
                  </a:lnTo>
                  <a:lnTo>
                    <a:pt x="106465" y="490302"/>
                  </a:lnTo>
                  <a:lnTo>
                    <a:pt x="106505" y="495690"/>
                  </a:lnTo>
                  <a:lnTo>
                    <a:pt x="106543" y="501078"/>
                  </a:lnTo>
                  <a:lnTo>
                    <a:pt x="106581" y="506466"/>
                  </a:lnTo>
                  <a:lnTo>
                    <a:pt x="106618" y="511854"/>
                  </a:lnTo>
                  <a:lnTo>
                    <a:pt x="106654" y="517242"/>
                  </a:lnTo>
                  <a:lnTo>
                    <a:pt x="106688" y="522630"/>
                  </a:lnTo>
                  <a:lnTo>
                    <a:pt x="106720" y="528018"/>
                  </a:lnTo>
                  <a:lnTo>
                    <a:pt x="106750" y="533406"/>
                  </a:lnTo>
                  <a:lnTo>
                    <a:pt x="106778" y="538794"/>
                  </a:lnTo>
                  <a:lnTo>
                    <a:pt x="106803" y="544182"/>
                  </a:lnTo>
                  <a:lnTo>
                    <a:pt x="106826" y="549570"/>
                  </a:lnTo>
                  <a:lnTo>
                    <a:pt x="106847" y="554958"/>
                  </a:lnTo>
                  <a:lnTo>
                    <a:pt x="106864" y="560346"/>
                  </a:lnTo>
                  <a:lnTo>
                    <a:pt x="106879" y="565734"/>
                  </a:lnTo>
                  <a:lnTo>
                    <a:pt x="106891" y="571122"/>
                  </a:lnTo>
                  <a:lnTo>
                    <a:pt x="106900" y="576510"/>
                  </a:lnTo>
                  <a:lnTo>
                    <a:pt x="106905" y="581897"/>
                  </a:lnTo>
                  <a:lnTo>
                    <a:pt x="106908" y="587285"/>
                  </a:lnTo>
                  <a:lnTo>
                    <a:pt x="106908" y="592673"/>
                  </a:lnTo>
                  <a:lnTo>
                    <a:pt x="106906" y="598061"/>
                  </a:lnTo>
                  <a:lnTo>
                    <a:pt x="106900" y="603449"/>
                  </a:lnTo>
                  <a:lnTo>
                    <a:pt x="106892" y="608837"/>
                  </a:lnTo>
                  <a:lnTo>
                    <a:pt x="106882" y="614225"/>
                  </a:lnTo>
                  <a:lnTo>
                    <a:pt x="106869" y="619613"/>
                  </a:lnTo>
                  <a:lnTo>
                    <a:pt x="106855" y="625001"/>
                  </a:lnTo>
                  <a:lnTo>
                    <a:pt x="106838" y="630389"/>
                  </a:lnTo>
                  <a:lnTo>
                    <a:pt x="106821" y="635777"/>
                  </a:lnTo>
                  <a:lnTo>
                    <a:pt x="106802" y="641165"/>
                  </a:lnTo>
                  <a:lnTo>
                    <a:pt x="106782" y="646553"/>
                  </a:lnTo>
                  <a:lnTo>
                    <a:pt x="106762" y="651941"/>
                  </a:lnTo>
                  <a:lnTo>
                    <a:pt x="106742" y="657329"/>
                  </a:lnTo>
                  <a:lnTo>
                    <a:pt x="106721" y="662717"/>
                  </a:lnTo>
                  <a:lnTo>
                    <a:pt x="106701" y="668105"/>
                  </a:lnTo>
                  <a:lnTo>
                    <a:pt x="106682" y="673493"/>
                  </a:lnTo>
                  <a:lnTo>
                    <a:pt x="106663" y="678880"/>
                  </a:lnTo>
                  <a:lnTo>
                    <a:pt x="106646" y="684268"/>
                  </a:lnTo>
                  <a:lnTo>
                    <a:pt x="106630" y="689656"/>
                  </a:lnTo>
                  <a:lnTo>
                    <a:pt x="106617" y="695044"/>
                  </a:lnTo>
                  <a:lnTo>
                    <a:pt x="106606" y="700432"/>
                  </a:lnTo>
                  <a:lnTo>
                    <a:pt x="106596" y="705820"/>
                  </a:lnTo>
                  <a:lnTo>
                    <a:pt x="106590" y="711208"/>
                  </a:lnTo>
                  <a:lnTo>
                    <a:pt x="106587" y="716596"/>
                  </a:lnTo>
                  <a:lnTo>
                    <a:pt x="106586" y="721984"/>
                  </a:lnTo>
                  <a:lnTo>
                    <a:pt x="106589" y="727372"/>
                  </a:lnTo>
                  <a:lnTo>
                    <a:pt x="106595" y="732760"/>
                  </a:lnTo>
                  <a:lnTo>
                    <a:pt x="106606" y="738148"/>
                  </a:lnTo>
                  <a:lnTo>
                    <a:pt x="106619" y="743536"/>
                  </a:lnTo>
                  <a:lnTo>
                    <a:pt x="106636" y="748924"/>
                  </a:lnTo>
                  <a:lnTo>
                    <a:pt x="106657" y="754312"/>
                  </a:lnTo>
                  <a:lnTo>
                    <a:pt x="106682" y="759700"/>
                  </a:lnTo>
                  <a:lnTo>
                    <a:pt x="106710" y="765088"/>
                  </a:lnTo>
                  <a:lnTo>
                    <a:pt x="106742" y="770476"/>
                  </a:lnTo>
                  <a:lnTo>
                    <a:pt x="106778" y="775863"/>
                  </a:lnTo>
                  <a:lnTo>
                    <a:pt x="106818" y="781251"/>
                  </a:lnTo>
                  <a:lnTo>
                    <a:pt x="106861" y="786639"/>
                  </a:lnTo>
                  <a:lnTo>
                    <a:pt x="106907" y="792027"/>
                  </a:lnTo>
                  <a:lnTo>
                    <a:pt x="106957" y="797415"/>
                  </a:lnTo>
                  <a:lnTo>
                    <a:pt x="107010" y="802803"/>
                  </a:lnTo>
                  <a:lnTo>
                    <a:pt x="107066" y="808191"/>
                  </a:lnTo>
                  <a:lnTo>
                    <a:pt x="107125" y="813579"/>
                  </a:lnTo>
                  <a:lnTo>
                    <a:pt x="107186" y="818967"/>
                  </a:lnTo>
                  <a:lnTo>
                    <a:pt x="107250" y="824355"/>
                  </a:lnTo>
                  <a:lnTo>
                    <a:pt x="107316" y="829743"/>
                  </a:lnTo>
                  <a:lnTo>
                    <a:pt x="107384" y="835131"/>
                  </a:lnTo>
                  <a:lnTo>
                    <a:pt x="107454" y="840519"/>
                  </a:lnTo>
                  <a:lnTo>
                    <a:pt x="107526" y="845907"/>
                  </a:lnTo>
                  <a:lnTo>
                    <a:pt x="107598" y="851295"/>
                  </a:lnTo>
                  <a:lnTo>
                    <a:pt x="107672" y="856683"/>
                  </a:lnTo>
                  <a:lnTo>
                    <a:pt x="107747" y="862071"/>
                  </a:lnTo>
                  <a:lnTo>
                    <a:pt x="107823" y="867459"/>
                  </a:lnTo>
                  <a:lnTo>
                    <a:pt x="107899" y="872846"/>
                  </a:lnTo>
                  <a:lnTo>
                    <a:pt x="107975" y="878234"/>
                  </a:lnTo>
                  <a:lnTo>
                    <a:pt x="108051" y="883622"/>
                  </a:lnTo>
                  <a:lnTo>
                    <a:pt x="108127" y="889010"/>
                  </a:lnTo>
                  <a:lnTo>
                    <a:pt x="108203" y="894398"/>
                  </a:lnTo>
                  <a:lnTo>
                    <a:pt x="108278" y="899786"/>
                  </a:lnTo>
                  <a:lnTo>
                    <a:pt x="108353" y="905174"/>
                  </a:lnTo>
                  <a:lnTo>
                    <a:pt x="108427" y="910562"/>
                  </a:lnTo>
                  <a:lnTo>
                    <a:pt x="108500" y="915950"/>
                  </a:lnTo>
                  <a:lnTo>
                    <a:pt x="108572" y="921338"/>
                  </a:lnTo>
                  <a:lnTo>
                    <a:pt x="108643" y="926726"/>
                  </a:lnTo>
                  <a:lnTo>
                    <a:pt x="108713" y="932114"/>
                  </a:lnTo>
                  <a:lnTo>
                    <a:pt x="108781" y="937502"/>
                  </a:lnTo>
                  <a:lnTo>
                    <a:pt x="108848" y="942890"/>
                  </a:lnTo>
                  <a:lnTo>
                    <a:pt x="108914" y="948278"/>
                  </a:lnTo>
                  <a:lnTo>
                    <a:pt x="108979" y="953666"/>
                  </a:lnTo>
                  <a:lnTo>
                    <a:pt x="109042" y="959054"/>
                  </a:lnTo>
                  <a:lnTo>
                    <a:pt x="109104" y="964442"/>
                  </a:lnTo>
                  <a:lnTo>
                    <a:pt x="109165" y="969829"/>
                  </a:lnTo>
                  <a:lnTo>
                    <a:pt x="109224" y="975217"/>
                  </a:lnTo>
                  <a:lnTo>
                    <a:pt x="109282" y="980605"/>
                  </a:lnTo>
                  <a:lnTo>
                    <a:pt x="109340" y="985993"/>
                  </a:lnTo>
                  <a:lnTo>
                    <a:pt x="109397" y="991381"/>
                  </a:lnTo>
                  <a:lnTo>
                    <a:pt x="109453" y="996769"/>
                  </a:lnTo>
                  <a:lnTo>
                    <a:pt x="109508" y="1002157"/>
                  </a:lnTo>
                  <a:lnTo>
                    <a:pt x="109563" y="1007545"/>
                  </a:lnTo>
                  <a:lnTo>
                    <a:pt x="109618" y="1012933"/>
                  </a:lnTo>
                  <a:lnTo>
                    <a:pt x="109674" y="1018321"/>
                  </a:lnTo>
                  <a:lnTo>
                    <a:pt x="109729" y="1023709"/>
                  </a:lnTo>
                  <a:lnTo>
                    <a:pt x="109785" y="1029097"/>
                  </a:lnTo>
                  <a:lnTo>
                    <a:pt x="109842" y="1034485"/>
                  </a:lnTo>
                  <a:lnTo>
                    <a:pt x="109900" y="1039873"/>
                  </a:lnTo>
                  <a:lnTo>
                    <a:pt x="109959" y="1045261"/>
                  </a:lnTo>
                  <a:lnTo>
                    <a:pt x="110020" y="1050649"/>
                  </a:lnTo>
                  <a:lnTo>
                    <a:pt x="110082" y="1056037"/>
                  </a:lnTo>
                  <a:lnTo>
                    <a:pt x="110147" y="1061425"/>
                  </a:lnTo>
                  <a:lnTo>
                    <a:pt x="110215" y="1066812"/>
                  </a:lnTo>
                  <a:lnTo>
                    <a:pt x="110284" y="1072200"/>
                  </a:lnTo>
                  <a:lnTo>
                    <a:pt x="110357" y="1077588"/>
                  </a:lnTo>
                  <a:lnTo>
                    <a:pt x="110433" y="1082976"/>
                  </a:lnTo>
                  <a:lnTo>
                    <a:pt x="110512" y="1088364"/>
                  </a:lnTo>
                  <a:lnTo>
                    <a:pt x="110594" y="1093752"/>
                  </a:lnTo>
                  <a:lnTo>
                    <a:pt x="110681" y="1099140"/>
                  </a:lnTo>
                  <a:lnTo>
                    <a:pt x="110771" y="1104528"/>
                  </a:lnTo>
                  <a:lnTo>
                    <a:pt x="110866" y="1109916"/>
                  </a:lnTo>
                  <a:lnTo>
                    <a:pt x="110964" y="1115304"/>
                  </a:lnTo>
                  <a:lnTo>
                    <a:pt x="111068" y="1120692"/>
                  </a:lnTo>
                  <a:lnTo>
                    <a:pt x="111176" y="1126080"/>
                  </a:lnTo>
                  <a:lnTo>
                    <a:pt x="111288" y="1131468"/>
                  </a:lnTo>
                  <a:lnTo>
                    <a:pt x="111404" y="1136856"/>
                  </a:lnTo>
                  <a:lnTo>
                    <a:pt x="111526" y="1142244"/>
                  </a:lnTo>
                  <a:lnTo>
                    <a:pt x="111652" y="1147632"/>
                  </a:lnTo>
                  <a:lnTo>
                    <a:pt x="111783" y="1153020"/>
                  </a:lnTo>
                  <a:lnTo>
                    <a:pt x="111918" y="1158408"/>
                  </a:lnTo>
                  <a:lnTo>
                    <a:pt x="112057" y="1163795"/>
                  </a:lnTo>
                  <a:lnTo>
                    <a:pt x="112202" y="1169183"/>
                  </a:lnTo>
                  <a:lnTo>
                    <a:pt x="112350" y="1174571"/>
                  </a:lnTo>
                  <a:lnTo>
                    <a:pt x="112502" y="1179959"/>
                  </a:lnTo>
                  <a:lnTo>
                    <a:pt x="112658" y="1185347"/>
                  </a:lnTo>
                  <a:lnTo>
                    <a:pt x="112818" y="1190735"/>
                  </a:lnTo>
                  <a:lnTo>
                    <a:pt x="112981" y="1196123"/>
                  </a:lnTo>
                  <a:lnTo>
                    <a:pt x="113147" y="1201511"/>
                  </a:lnTo>
                  <a:lnTo>
                    <a:pt x="113317" y="1206899"/>
                  </a:lnTo>
                  <a:lnTo>
                    <a:pt x="113489" y="1212287"/>
                  </a:lnTo>
                  <a:lnTo>
                    <a:pt x="113663" y="1217675"/>
                  </a:lnTo>
                  <a:lnTo>
                    <a:pt x="113839" y="1223063"/>
                  </a:lnTo>
                  <a:lnTo>
                    <a:pt x="114016" y="1228451"/>
                  </a:lnTo>
                  <a:lnTo>
                    <a:pt x="114195" y="1233839"/>
                  </a:lnTo>
                  <a:lnTo>
                    <a:pt x="114375" y="1239227"/>
                  </a:lnTo>
                  <a:lnTo>
                    <a:pt x="114555" y="1244615"/>
                  </a:lnTo>
                  <a:lnTo>
                    <a:pt x="114736" y="1250003"/>
                  </a:lnTo>
                  <a:lnTo>
                    <a:pt x="114915" y="1255391"/>
                  </a:lnTo>
                  <a:lnTo>
                    <a:pt x="115095" y="1260778"/>
                  </a:lnTo>
                  <a:lnTo>
                    <a:pt x="115273" y="1266166"/>
                  </a:lnTo>
                  <a:lnTo>
                    <a:pt x="115450" y="1271554"/>
                  </a:lnTo>
                  <a:lnTo>
                    <a:pt x="115625" y="1276942"/>
                  </a:lnTo>
                  <a:lnTo>
                    <a:pt x="115797" y="1282330"/>
                  </a:lnTo>
                  <a:lnTo>
                    <a:pt x="115967" y="1287718"/>
                  </a:lnTo>
                  <a:lnTo>
                    <a:pt x="116134" y="1293106"/>
                  </a:lnTo>
                  <a:lnTo>
                    <a:pt x="116297" y="1298494"/>
                  </a:lnTo>
                  <a:lnTo>
                    <a:pt x="116457" y="1303882"/>
                  </a:lnTo>
                  <a:lnTo>
                    <a:pt x="116613" y="1309270"/>
                  </a:lnTo>
                  <a:lnTo>
                    <a:pt x="116764" y="1314658"/>
                  </a:lnTo>
                  <a:lnTo>
                    <a:pt x="116909" y="1320046"/>
                  </a:lnTo>
                  <a:lnTo>
                    <a:pt x="117051" y="1325434"/>
                  </a:lnTo>
                  <a:lnTo>
                    <a:pt x="117187" y="1330822"/>
                  </a:lnTo>
                  <a:lnTo>
                    <a:pt x="117318" y="1336210"/>
                  </a:lnTo>
                  <a:lnTo>
                    <a:pt x="117442" y="1341598"/>
                  </a:lnTo>
                  <a:lnTo>
                    <a:pt x="117561" y="1346986"/>
                  </a:lnTo>
                  <a:lnTo>
                    <a:pt x="117675" y="1352374"/>
                  </a:lnTo>
                  <a:lnTo>
                    <a:pt x="117781" y="1357761"/>
                  </a:lnTo>
                  <a:lnTo>
                    <a:pt x="117881" y="1363149"/>
                  </a:lnTo>
                  <a:lnTo>
                    <a:pt x="117976" y="1368537"/>
                  </a:lnTo>
                  <a:lnTo>
                    <a:pt x="118065" y="1373925"/>
                  </a:lnTo>
                  <a:lnTo>
                    <a:pt x="118147" y="1379313"/>
                  </a:lnTo>
                  <a:lnTo>
                    <a:pt x="118223" y="1384701"/>
                  </a:lnTo>
                  <a:lnTo>
                    <a:pt x="118293" y="1390089"/>
                  </a:lnTo>
                  <a:lnTo>
                    <a:pt x="118358" y="1395477"/>
                  </a:lnTo>
                  <a:lnTo>
                    <a:pt x="118417" y="1400865"/>
                  </a:lnTo>
                  <a:lnTo>
                    <a:pt x="118470" y="1406253"/>
                  </a:lnTo>
                  <a:lnTo>
                    <a:pt x="118518" y="1411641"/>
                  </a:lnTo>
                  <a:lnTo>
                    <a:pt x="118562" y="1417029"/>
                  </a:lnTo>
                  <a:lnTo>
                    <a:pt x="118601" y="1422417"/>
                  </a:lnTo>
                  <a:lnTo>
                    <a:pt x="118635" y="1427805"/>
                  </a:lnTo>
                  <a:lnTo>
                    <a:pt x="118666" y="1433193"/>
                  </a:lnTo>
                  <a:lnTo>
                    <a:pt x="118693" y="1438581"/>
                  </a:lnTo>
                  <a:lnTo>
                    <a:pt x="118716" y="1443969"/>
                  </a:lnTo>
                  <a:lnTo>
                    <a:pt x="118737" y="1449357"/>
                  </a:lnTo>
                  <a:lnTo>
                    <a:pt x="118755" y="1454744"/>
                  </a:lnTo>
                  <a:lnTo>
                    <a:pt x="118771" y="1460132"/>
                  </a:lnTo>
                  <a:lnTo>
                    <a:pt x="118784" y="1465520"/>
                  </a:lnTo>
                  <a:lnTo>
                    <a:pt x="118796" y="1470908"/>
                  </a:lnTo>
                  <a:lnTo>
                    <a:pt x="118807" y="1476296"/>
                  </a:lnTo>
                  <a:lnTo>
                    <a:pt x="118818" y="1481684"/>
                  </a:lnTo>
                  <a:lnTo>
                    <a:pt x="118827" y="1487072"/>
                  </a:lnTo>
                  <a:lnTo>
                    <a:pt x="118837" y="1492460"/>
                  </a:lnTo>
                  <a:lnTo>
                    <a:pt x="118847" y="1497848"/>
                  </a:lnTo>
                  <a:lnTo>
                    <a:pt x="118857" y="1503236"/>
                  </a:lnTo>
                  <a:lnTo>
                    <a:pt x="118868" y="1508624"/>
                  </a:lnTo>
                  <a:lnTo>
                    <a:pt x="118880" y="1514012"/>
                  </a:lnTo>
                  <a:lnTo>
                    <a:pt x="118893" y="1519400"/>
                  </a:lnTo>
                  <a:lnTo>
                    <a:pt x="118907" y="1524788"/>
                  </a:lnTo>
                  <a:lnTo>
                    <a:pt x="118923" y="1530176"/>
                  </a:lnTo>
                  <a:lnTo>
                    <a:pt x="118942" y="1535564"/>
                  </a:lnTo>
                  <a:lnTo>
                    <a:pt x="118963" y="1540952"/>
                  </a:lnTo>
                  <a:lnTo>
                    <a:pt x="118986" y="1546340"/>
                  </a:lnTo>
                  <a:lnTo>
                    <a:pt x="119012" y="1551727"/>
                  </a:lnTo>
                  <a:lnTo>
                    <a:pt x="119041" y="1557115"/>
                  </a:lnTo>
                  <a:lnTo>
                    <a:pt x="119073" y="1562503"/>
                  </a:lnTo>
                  <a:lnTo>
                    <a:pt x="119108" y="1567891"/>
                  </a:lnTo>
                  <a:lnTo>
                    <a:pt x="119147" y="1573279"/>
                  </a:lnTo>
                  <a:lnTo>
                    <a:pt x="119191" y="1578667"/>
                  </a:lnTo>
                  <a:lnTo>
                    <a:pt x="119238" y="1584055"/>
                  </a:lnTo>
                  <a:lnTo>
                    <a:pt x="119290" y="1589443"/>
                  </a:lnTo>
                  <a:lnTo>
                    <a:pt x="119346" y="1594831"/>
                  </a:lnTo>
                  <a:lnTo>
                    <a:pt x="119409" y="1600219"/>
                  </a:lnTo>
                  <a:lnTo>
                    <a:pt x="119476" y="1605607"/>
                  </a:lnTo>
                  <a:lnTo>
                    <a:pt x="119549" y="1610995"/>
                  </a:lnTo>
                  <a:lnTo>
                    <a:pt x="119627" y="1616383"/>
                  </a:lnTo>
                  <a:lnTo>
                    <a:pt x="119713" y="1621771"/>
                  </a:lnTo>
                  <a:lnTo>
                    <a:pt x="119805" y="1627159"/>
                  </a:lnTo>
                  <a:lnTo>
                    <a:pt x="119904" y="1632547"/>
                  </a:lnTo>
                  <a:lnTo>
                    <a:pt x="120010" y="1637935"/>
                  </a:lnTo>
                  <a:lnTo>
                    <a:pt x="120125" y="1643323"/>
                  </a:lnTo>
                  <a:lnTo>
                    <a:pt x="120247" y="1648710"/>
                  </a:lnTo>
                  <a:lnTo>
                    <a:pt x="120377" y="1654098"/>
                  </a:lnTo>
                  <a:lnTo>
                    <a:pt x="120516" y="1659486"/>
                  </a:lnTo>
                  <a:lnTo>
                    <a:pt x="120665" y="1664874"/>
                  </a:lnTo>
                  <a:lnTo>
                    <a:pt x="120822" y="1670262"/>
                  </a:lnTo>
                  <a:lnTo>
                    <a:pt x="120987" y="1675650"/>
                  </a:lnTo>
                  <a:lnTo>
                    <a:pt x="121162" y="1681038"/>
                  </a:lnTo>
                  <a:lnTo>
                    <a:pt x="121348" y="1686426"/>
                  </a:lnTo>
                  <a:lnTo>
                    <a:pt x="121543" y="1691814"/>
                  </a:lnTo>
                  <a:lnTo>
                    <a:pt x="121746" y="1697202"/>
                  </a:lnTo>
                  <a:lnTo>
                    <a:pt x="121959" y="1702590"/>
                  </a:lnTo>
                  <a:lnTo>
                    <a:pt x="122184" y="1707978"/>
                  </a:lnTo>
                  <a:lnTo>
                    <a:pt x="122416" y="1713366"/>
                  </a:lnTo>
                  <a:lnTo>
                    <a:pt x="122657" y="1718754"/>
                  </a:lnTo>
                  <a:lnTo>
                    <a:pt x="122906" y="1724142"/>
                  </a:lnTo>
                  <a:lnTo>
                    <a:pt x="123166" y="1729530"/>
                  </a:lnTo>
                  <a:lnTo>
                    <a:pt x="123432" y="1734918"/>
                  </a:lnTo>
                  <a:lnTo>
                    <a:pt x="123706" y="1740306"/>
                  </a:lnTo>
                  <a:lnTo>
                    <a:pt x="123986" y="1745693"/>
                  </a:lnTo>
                  <a:lnTo>
                    <a:pt x="124274" y="1751081"/>
                  </a:lnTo>
                  <a:lnTo>
                    <a:pt x="124567" y="1756469"/>
                  </a:lnTo>
                  <a:lnTo>
                    <a:pt x="124864" y="1761857"/>
                  </a:lnTo>
                  <a:lnTo>
                    <a:pt x="125167" y="1767245"/>
                  </a:lnTo>
                  <a:lnTo>
                    <a:pt x="125473" y="1772633"/>
                  </a:lnTo>
                  <a:lnTo>
                    <a:pt x="125781" y="1778021"/>
                  </a:lnTo>
                  <a:lnTo>
                    <a:pt x="126091" y="1783409"/>
                  </a:lnTo>
                  <a:lnTo>
                    <a:pt x="126402" y="1788797"/>
                  </a:lnTo>
                  <a:lnTo>
                    <a:pt x="126713" y="1794185"/>
                  </a:lnTo>
                  <a:lnTo>
                    <a:pt x="127024" y="1799573"/>
                  </a:lnTo>
                  <a:lnTo>
                    <a:pt x="127332" y="1804961"/>
                  </a:lnTo>
                  <a:lnTo>
                    <a:pt x="127639" y="1810349"/>
                  </a:lnTo>
                  <a:lnTo>
                    <a:pt x="127941" y="1815737"/>
                  </a:lnTo>
                  <a:lnTo>
                    <a:pt x="128240" y="1821125"/>
                  </a:lnTo>
                  <a:lnTo>
                    <a:pt x="128534" y="1826513"/>
                  </a:lnTo>
                  <a:lnTo>
                    <a:pt x="128822" y="1831901"/>
                  </a:lnTo>
                  <a:lnTo>
                    <a:pt x="129103" y="1837289"/>
                  </a:lnTo>
                  <a:lnTo>
                    <a:pt x="129377" y="1842676"/>
                  </a:lnTo>
                  <a:lnTo>
                    <a:pt x="129645" y="1848064"/>
                  </a:lnTo>
                  <a:lnTo>
                    <a:pt x="129904" y="1853452"/>
                  </a:lnTo>
                  <a:lnTo>
                    <a:pt x="130153" y="1858840"/>
                  </a:lnTo>
                  <a:lnTo>
                    <a:pt x="130394" y="1864228"/>
                  </a:lnTo>
                  <a:lnTo>
                    <a:pt x="130627" y="1869616"/>
                  </a:lnTo>
                  <a:lnTo>
                    <a:pt x="130850" y="1875004"/>
                  </a:lnTo>
                  <a:lnTo>
                    <a:pt x="131062" y="1880392"/>
                  </a:lnTo>
                  <a:lnTo>
                    <a:pt x="131265" y="1885780"/>
                  </a:lnTo>
                  <a:lnTo>
                    <a:pt x="131461" y="1891168"/>
                  </a:lnTo>
                  <a:lnTo>
                    <a:pt x="131646" y="1896556"/>
                  </a:lnTo>
                  <a:lnTo>
                    <a:pt x="131822" y="1901944"/>
                  </a:lnTo>
                  <a:lnTo>
                    <a:pt x="131989" y="1907332"/>
                  </a:lnTo>
                  <a:lnTo>
                    <a:pt x="132150" y="1912720"/>
                  </a:lnTo>
                  <a:lnTo>
                    <a:pt x="132303" y="1918108"/>
                  </a:lnTo>
                  <a:lnTo>
                    <a:pt x="132448" y="1923496"/>
                  </a:lnTo>
                  <a:lnTo>
                    <a:pt x="132588" y="1928884"/>
                  </a:lnTo>
                  <a:lnTo>
                    <a:pt x="132723" y="1934272"/>
                  </a:lnTo>
                  <a:lnTo>
                    <a:pt x="132853" y="1939659"/>
                  </a:lnTo>
                  <a:lnTo>
                    <a:pt x="132980" y="1945047"/>
                  </a:lnTo>
                  <a:lnTo>
                    <a:pt x="133106" y="1950435"/>
                  </a:lnTo>
                  <a:lnTo>
                    <a:pt x="133230" y="1955823"/>
                  </a:lnTo>
                  <a:lnTo>
                    <a:pt x="133354" y="1961211"/>
                  </a:lnTo>
                  <a:lnTo>
                    <a:pt x="133480" y="1966599"/>
                  </a:lnTo>
                  <a:lnTo>
                    <a:pt x="133609" y="1971987"/>
                  </a:lnTo>
                  <a:lnTo>
                    <a:pt x="133741" y="1977375"/>
                  </a:lnTo>
                  <a:lnTo>
                    <a:pt x="133878" y="1982763"/>
                  </a:lnTo>
                  <a:lnTo>
                    <a:pt x="134024" y="1988151"/>
                  </a:lnTo>
                  <a:lnTo>
                    <a:pt x="134177" y="1993539"/>
                  </a:lnTo>
                  <a:lnTo>
                    <a:pt x="134339" y="1998927"/>
                  </a:lnTo>
                  <a:lnTo>
                    <a:pt x="134511" y="2004315"/>
                  </a:lnTo>
                  <a:lnTo>
                    <a:pt x="134699" y="2009703"/>
                  </a:lnTo>
                  <a:lnTo>
                    <a:pt x="134899" y="2015091"/>
                  </a:lnTo>
                  <a:lnTo>
                    <a:pt x="135112" y="2020479"/>
                  </a:lnTo>
                  <a:lnTo>
                    <a:pt x="135342" y="2025867"/>
                  </a:lnTo>
                  <a:lnTo>
                    <a:pt x="135593" y="2031255"/>
                  </a:lnTo>
                  <a:lnTo>
                    <a:pt x="135861" y="2036642"/>
                  </a:lnTo>
                  <a:lnTo>
                    <a:pt x="136147" y="2042030"/>
                  </a:lnTo>
                  <a:lnTo>
                    <a:pt x="136455" y="2047418"/>
                  </a:lnTo>
                  <a:lnTo>
                    <a:pt x="136789" y="2052806"/>
                  </a:lnTo>
                  <a:lnTo>
                    <a:pt x="137144" y="2058194"/>
                  </a:lnTo>
                  <a:lnTo>
                    <a:pt x="137521" y="2063582"/>
                  </a:lnTo>
                  <a:lnTo>
                    <a:pt x="137922" y="2068970"/>
                  </a:lnTo>
                  <a:lnTo>
                    <a:pt x="138354" y="2074358"/>
                  </a:lnTo>
                  <a:lnTo>
                    <a:pt x="138810" y="2079746"/>
                  </a:lnTo>
                  <a:lnTo>
                    <a:pt x="139288" y="2085134"/>
                  </a:lnTo>
                  <a:lnTo>
                    <a:pt x="139794" y="2090522"/>
                  </a:lnTo>
                  <a:lnTo>
                    <a:pt x="140332" y="2095910"/>
                  </a:lnTo>
                  <a:lnTo>
                    <a:pt x="140895" y="2101298"/>
                  </a:lnTo>
                  <a:lnTo>
                    <a:pt x="141481" y="2106686"/>
                  </a:lnTo>
                  <a:lnTo>
                    <a:pt x="142094" y="2112074"/>
                  </a:lnTo>
                  <a:lnTo>
                    <a:pt x="142739" y="2117462"/>
                  </a:lnTo>
                  <a:lnTo>
                    <a:pt x="143406" y="2122850"/>
                  </a:lnTo>
                  <a:lnTo>
                    <a:pt x="144096" y="2128238"/>
                  </a:lnTo>
                  <a:lnTo>
                    <a:pt x="144811" y="2133625"/>
                  </a:lnTo>
                  <a:lnTo>
                    <a:pt x="145554" y="2139013"/>
                  </a:lnTo>
                  <a:lnTo>
                    <a:pt x="146318" y="2144401"/>
                  </a:lnTo>
                  <a:lnTo>
                    <a:pt x="147100" y="2149789"/>
                  </a:lnTo>
                  <a:lnTo>
                    <a:pt x="147903" y="2155177"/>
                  </a:lnTo>
                  <a:lnTo>
                    <a:pt x="148728" y="2160565"/>
                  </a:lnTo>
                  <a:lnTo>
                    <a:pt x="149569" y="2165953"/>
                  </a:lnTo>
                  <a:lnTo>
                    <a:pt x="150424" y="2171341"/>
                  </a:lnTo>
                  <a:lnTo>
                    <a:pt x="151294" y="2176729"/>
                  </a:lnTo>
                  <a:lnTo>
                    <a:pt x="152179" y="2182117"/>
                  </a:lnTo>
                  <a:lnTo>
                    <a:pt x="153073" y="2187505"/>
                  </a:lnTo>
                  <a:lnTo>
                    <a:pt x="153977" y="2192893"/>
                  </a:lnTo>
                  <a:lnTo>
                    <a:pt x="154888" y="2198281"/>
                  </a:lnTo>
                  <a:lnTo>
                    <a:pt x="155806" y="2203669"/>
                  </a:lnTo>
                  <a:lnTo>
                    <a:pt x="156728" y="2209057"/>
                  </a:lnTo>
                  <a:lnTo>
                    <a:pt x="157652" y="2214445"/>
                  </a:lnTo>
                  <a:lnTo>
                    <a:pt x="158577" y="2219833"/>
                  </a:lnTo>
                  <a:lnTo>
                    <a:pt x="159502" y="2225221"/>
                  </a:lnTo>
                  <a:lnTo>
                    <a:pt x="160425" y="2230608"/>
                  </a:lnTo>
                  <a:lnTo>
                    <a:pt x="161345" y="2235996"/>
                  </a:lnTo>
                  <a:lnTo>
                    <a:pt x="162262" y="2241384"/>
                  </a:lnTo>
                  <a:lnTo>
                    <a:pt x="163171" y="2246772"/>
                  </a:lnTo>
                  <a:lnTo>
                    <a:pt x="164075" y="2252160"/>
                  </a:lnTo>
                  <a:lnTo>
                    <a:pt x="164972" y="2257548"/>
                  </a:lnTo>
                  <a:lnTo>
                    <a:pt x="165862" y="2262936"/>
                  </a:lnTo>
                  <a:lnTo>
                    <a:pt x="166743" y="2268324"/>
                  </a:lnTo>
                  <a:lnTo>
                    <a:pt x="167615" y="2273712"/>
                  </a:lnTo>
                  <a:lnTo>
                    <a:pt x="168481" y="2279100"/>
                  </a:lnTo>
                  <a:lnTo>
                    <a:pt x="169338" y="2284488"/>
                  </a:lnTo>
                  <a:lnTo>
                    <a:pt x="170186" y="2289876"/>
                  </a:lnTo>
                  <a:lnTo>
                    <a:pt x="171027" y="2295264"/>
                  </a:lnTo>
                  <a:lnTo>
                    <a:pt x="171862" y="2300652"/>
                  </a:lnTo>
                  <a:lnTo>
                    <a:pt x="172692" y="2306040"/>
                  </a:lnTo>
                  <a:lnTo>
                    <a:pt x="173516" y="2311428"/>
                  </a:lnTo>
                  <a:lnTo>
                    <a:pt x="174337" y="2316816"/>
                  </a:lnTo>
                  <a:lnTo>
                    <a:pt x="175155" y="2322204"/>
                  </a:lnTo>
                  <a:lnTo>
                    <a:pt x="175973" y="2327591"/>
                  </a:lnTo>
                  <a:lnTo>
                    <a:pt x="176791" y="2332979"/>
                  </a:lnTo>
                  <a:lnTo>
                    <a:pt x="177612" y="2338367"/>
                  </a:lnTo>
                  <a:lnTo>
                    <a:pt x="178435" y="2343755"/>
                  </a:lnTo>
                  <a:lnTo>
                    <a:pt x="179263" y="2349143"/>
                  </a:lnTo>
                  <a:lnTo>
                    <a:pt x="180099" y="2354531"/>
                  </a:lnTo>
                  <a:lnTo>
                    <a:pt x="180943" y="2359919"/>
                  </a:lnTo>
                  <a:lnTo>
                    <a:pt x="181795" y="2365307"/>
                  </a:lnTo>
                  <a:lnTo>
                    <a:pt x="182656" y="2370695"/>
                  </a:lnTo>
                  <a:lnTo>
                    <a:pt x="183532" y="2376083"/>
                  </a:lnTo>
                  <a:lnTo>
                    <a:pt x="184419" y="2381471"/>
                  </a:lnTo>
                  <a:lnTo>
                    <a:pt x="185318" y="2386859"/>
                  </a:lnTo>
                  <a:lnTo>
                    <a:pt x="186229" y="2392247"/>
                  </a:lnTo>
                  <a:lnTo>
                    <a:pt x="187157" y="2397635"/>
                  </a:lnTo>
                  <a:lnTo>
                    <a:pt x="188096" y="2403023"/>
                  </a:lnTo>
                  <a:lnTo>
                    <a:pt x="189046" y="2408411"/>
                  </a:lnTo>
                  <a:lnTo>
                    <a:pt x="190008" y="2413799"/>
                  </a:lnTo>
                  <a:lnTo>
                    <a:pt x="190981" y="2419187"/>
                  </a:lnTo>
                  <a:lnTo>
                    <a:pt x="191962" y="2424574"/>
                  </a:lnTo>
                  <a:lnTo>
                    <a:pt x="192949" y="2429962"/>
                  </a:lnTo>
                  <a:lnTo>
                    <a:pt x="193939" y="2435350"/>
                  </a:lnTo>
                  <a:lnTo>
                    <a:pt x="194931" y="2440738"/>
                  </a:lnTo>
                  <a:lnTo>
                    <a:pt x="195919" y="2446126"/>
                  </a:lnTo>
                  <a:lnTo>
                    <a:pt x="196901" y="2451514"/>
                  </a:lnTo>
                  <a:lnTo>
                    <a:pt x="197875" y="2456902"/>
                  </a:lnTo>
                  <a:lnTo>
                    <a:pt x="198830" y="2462290"/>
                  </a:lnTo>
                  <a:lnTo>
                    <a:pt x="199766" y="2467678"/>
                  </a:lnTo>
                  <a:lnTo>
                    <a:pt x="200680" y="2473066"/>
                  </a:lnTo>
                  <a:lnTo>
                    <a:pt x="201567" y="2478454"/>
                  </a:lnTo>
                  <a:lnTo>
                    <a:pt x="202409" y="2483842"/>
                  </a:lnTo>
                  <a:lnTo>
                    <a:pt x="203213" y="2489230"/>
                  </a:lnTo>
                  <a:lnTo>
                    <a:pt x="203975" y="2494618"/>
                  </a:lnTo>
                  <a:lnTo>
                    <a:pt x="204688" y="2500006"/>
                  </a:lnTo>
                  <a:lnTo>
                    <a:pt x="205325" y="2505394"/>
                  </a:lnTo>
                  <a:lnTo>
                    <a:pt x="205904" y="2510782"/>
                  </a:lnTo>
                  <a:lnTo>
                    <a:pt x="206420" y="2516170"/>
                  </a:lnTo>
                  <a:lnTo>
                    <a:pt x="206864" y="2521557"/>
                  </a:lnTo>
                  <a:lnTo>
                    <a:pt x="207204" y="2526945"/>
                  </a:lnTo>
                  <a:lnTo>
                    <a:pt x="207464" y="2532333"/>
                  </a:lnTo>
                  <a:lnTo>
                    <a:pt x="207643" y="2537721"/>
                  </a:lnTo>
                  <a:lnTo>
                    <a:pt x="207731" y="2543109"/>
                  </a:lnTo>
                  <a:lnTo>
                    <a:pt x="207690" y="2548497"/>
                  </a:lnTo>
                  <a:lnTo>
                    <a:pt x="207555" y="2553885"/>
                  </a:lnTo>
                  <a:lnTo>
                    <a:pt x="207323" y="2559273"/>
                  </a:lnTo>
                  <a:lnTo>
                    <a:pt x="206988" y="2564661"/>
                  </a:lnTo>
                  <a:lnTo>
                    <a:pt x="206508" y="2570049"/>
                  </a:lnTo>
                  <a:lnTo>
                    <a:pt x="205925" y="2575437"/>
                  </a:lnTo>
                  <a:lnTo>
                    <a:pt x="205239" y="2580825"/>
                  </a:lnTo>
                  <a:lnTo>
                    <a:pt x="204445" y="2586213"/>
                  </a:lnTo>
                  <a:lnTo>
                    <a:pt x="203502" y="2591601"/>
                  </a:lnTo>
                  <a:lnTo>
                    <a:pt x="202457" y="2596989"/>
                  </a:lnTo>
                  <a:lnTo>
                    <a:pt x="201312" y="2602377"/>
                  </a:lnTo>
                  <a:lnTo>
                    <a:pt x="200062" y="2607765"/>
                  </a:lnTo>
                  <a:lnTo>
                    <a:pt x="198674" y="2613153"/>
                  </a:lnTo>
                  <a:lnTo>
                    <a:pt x="197193" y="2618540"/>
                  </a:lnTo>
                  <a:lnTo>
                    <a:pt x="195623" y="2623928"/>
                  </a:lnTo>
                  <a:lnTo>
                    <a:pt x="193962" y="2629316"/>
                  </a:lnTo>
                  <a:lnTo>
                    <a:pt x="192184" y="2634704"/>
                  </a:lnTo>
                  <a:lnTo>
                    <a:pt x="190331" y="2640092"/>
                  </a:lnTo>
                  <a:lnTo>
                    <a:pt x="188408" y="2645480"/>
                  </a:lnTo>
                  <a:lnTo>
                    <a:pt x="186414" y="2650868"/>
                  </a:lnTo>
                  <a:lnTo>
                    <a:pt x="184335" y="2656256"/>
                  </a:lnTo>
                  <a:lnTo>
                    <a:pt x="182204" y="2661644"/>
                  </a:lnTo>
                  <a:lnTo>
                    <a:pt x="180026" y="2667032"/>
                  </a:lnTo>
                  <a:lnTo>
                    <a:pt x="177804" y="2672420"/>
                  </a:lnTo>
                  <a:lnTo>
                    <a:pt x="175532" y="2677808"/>
                  </a:lnTo>
                  <a:lnTo>
                    <a:pt x="173235" y="2683196"/>
                  </a:lnTo>
                  <a:lnTo>
                    <a:pt x="170916" y="2688584"/>
                  </a:lnTo>
                  <a:lnTo>
                    <a:pt x="168581" y="2693972"/>
                  </a:lnTo>
                  <a:lnTo>
                    <a:pt x="166233" y="2699360"/>
                  </a:lnTo>
                  <a:lnTo>
                    <a:pt x="163885" y="2704748"/>
                  </a:lnTo>
                  <a:lnTo>
                    <a:pt x="161541" y="2710136"/>
                  </a:lnTo>
                  <a:lnTo>
                    <a:pt x="159204" y="2715523"/>
                  </a:lnTo>
                  <a:lnTo>
                    <a:pt x="156891" y="2720911"/>
                  </a:lnTo>
                  <a:lnTo>
                    <a:pt x="154599" y="2726299"/>
                  </a:lnTo>
                  <a:lnTo>
                    <a:pt x="152333" y="2731687"/>
                  </a:lnTo>
                  <a:lnTo>
                    <a:pt x="150096" y="2737075"/>
                  </a:lnTo>
                  <a:lnTo>
                    <a:pt x="147910" y="2742463"/>
                  </a:lnTo>
                  <a:lnTo>
                    <a:pt x="145764" y="2747851"/>
                  </a:lnTo>
                  <a:lnTo>
                    <a:pt x="143660" y="2753239"/>
                  </a:lnTo>
                  <a:close/>
                </a:path>
              </a:pathLst>
            </a:custGeom>
            <a:solidFill>
              <a:srgbClr val="4472C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55387" y="7651305"/>
              <a:ext cx="37631" cy="0"/>
            </a:xfrm>
            <a:custGeom>
              <a:avLst/>
              <a:pathLst>
                <a:path w="37631" h="0">
                  <a:moveTo>
                    <a:pt x="0" y="0"/>
                  </a:moveTo>
                  <a:lnTo>
                    <a:pt x="37631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374202" y="7651305"/>
              <a:ext cx="0" cy="264447"/>
            </a:xfrm>
            <a:custGeom>
              <a:avLst/>
              <a:pathLst>
                <a:path w="0" h="264447">
                  <a:moveTo>
                    <a:pt x="0" y="0"/>
                  </a:moveTo>
                  <a:lnTo>
                    <a:pt x="0" y="264447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355387" y="7915753"/>
              <a:ext cx="37631" cy="0"/>
            </a:xfrm>
            <a:custGeom>
              <a:avLst/>
              <a:pathLst>
                <a:path w="37631" h="0">
                  <a:moveTo>
                    <a:pt x="0" y="0"/>
                  </a:moveTo>
                  <a:lnTo>
                    <a:pt x="37631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3298939" y="7746359"/>
              <a:ext cx="150526" cy="68285"/>
            </a:xfrm>
            <a:custGeom>
              <a:avLst/>
              <a:pathLst>
                <a:path w="150526" h="68285">
                  <a:moveTo>
                    <a:pt x="0" y="0"/>
                  </a:moveTo>
                  <a:lnTo>
                    <a:pt x="0" y="68285"/>
                  </a:lnTo>
                  <a:lnTo>
                    <a:pt x="150526" y="68285"/>
                  </a:lnTo>
                  <a:lnTo>
                    <a:pt x="150526" y="0"/>
                  </a:lnTo>
                  <a:close/>
                </a:path>
              </a:pathLst>
            </a:custGeom>
            <a:solidFill>
              <a:srgbClr val="F2975A">
                <a:alpha val="29803"/>
              </a:srgbClr>
            </a:solidFill>
            <a:ln w="13550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298939" y="7792491"/>
              <a:ext cx="150526" cy="0"/>
            </a:xfrm>
            <a:custGeom>
              <a:avLst/>
              <a:pathLst>
                <a:path w="150526" h="0">
                  <a:moveTo>
                    <a:pt x="0" y="0"/>
                  </a:moveTo>
                  <a:lnTo>
                    <a:pt x="150526" y="0"/>
                  </a:lnTo>
                </a:path>
              </a:pathLst>
            </a:custGeom>
            <a:ln w="27101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860651" y="6307796"/>
              <a:ext cx="37631" cy="0"/>
            </a:xfrm>
            <a:custGeom>
              <a:avLst/>
              <a:pathLst>
                <a:path w="37631" h="0">
                  <a:moveTo>
                    <a:pt x="0" y="0"/>
                  </a:moveTo>
                  <a:lnTo>
                    <a:pt x="37631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879467" y="6307796"/>
              <a:ext cx="0" cy="1609670"/>
            </a:xfrm>
            <a:custGeom>
              <a:avLst/>
              <a:pathLst>
                <a:path w="0" h="1609670">
                  <a:moveTo>
                    <a:pt x="0" y="0"/>
                  </a:moveTo>
                  <a:lnTo>
                    <a:pt x="0" y="160967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860651" y="7917466"/>
              <a:ext cx="37631" cy="0"/>
            </a:xfrm>
            <a:custGeom>
              <a:avLst/>
              <a:pathLst>
                <a:path w="37631" h="0">
                  <a:moveTo>
                    <a:pt x="0" y="0"/>
                  </a:moveTo>
                  <a:lnTo>
                    <a:pt x="37631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4804204" y="7150055"/>
              <a:ext cx="150526" cy="581841"/>
            </a:xfrm>
            <a:custGeom>
              <a:avLst/>
              <a:pathLst>
                <a:path w="150526" h="581841">
                  <a:moveTo>
                    <a:pt x="0" y="0"/>
                  </a:moveTo>
                  <a:lnTo>
                    <a:pt x="0" y="581841"/>
                  </a:lnTo>
                  <a:lnTo>
                    <a:pt x="150526" y="581841"/>
                  </a:lnTo>
                  <a:lnTo>
                    <a:pt x="150526" y="0"/>
                  </a:lnTo>
                  <a:close/>
                </a:path>
              </a:pathLst>
            </a:custGeom>
            <a:solidFill>
              <a:srgbClr val="4472C4">
                <a:alpha val="29803"/>
              </a:srgbClr>
            </a:solidFill>
            <a:ln w="13550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804204" y="7521390"/>
              <a:ext cx="150526" cy="0"/>
            </a:xfrm>
            <a:custGeom>
              <a:avLst/>
              <a:pathLst>
                <a:path w="150526" h="0">
                  <a:moveTo>
                    <a:pt x="0" y="0"/>
                  </a:moveTo>
                  <a:lnTo>
                    <a:pt x="150526" y="0"/>
                  </a:lnTo>
                </a:path>
              </a:pathLst>
            </a:custGeom>
            <a:ln w="27101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tx24"/>
            <p:cNvSpPr/>
            <p:nvPr/>
          </p:nvSpPr>
          <p:spPr>
            <a:xfrm>
              <a:off x="3413151" y="3268611"/>
              <a:ext cx="1427367" cy="2060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 &lt; 2.22e-16</a:t>
              </a:r>
            </a:p>
          </p:txBody>
        </p:sp>
        <p:sp>
          <p:nvSpPr>
            <p:cNvPr id="25" name="pl25"/>
            <p:cNvSpPr/>
            <p:nvPr/>
          </p:nvSpPr>
          <p:spPr>
            <a:xfrm>
              <a:off x="4879467" y="3526383"/>
              <a:ext cx="0" cy="83379"/>
            </a:xfrm>
            <a:custGeom>
              <a:avLst/>
              <a:pathLst>
                <a:path w="0" h="83379">
                  <a:moveTo>
                    <a:pt x="0" y="83379"/>
                  </a:moveTo>
                  <a:lnTo>
                    <a:pt x="0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374202" y="3526383"/>
              <a:ext cx="1505264" cy="0"/>
            </a:xfrm>
            <a:custGeom>
              <a:avLst/>
              <a:pathLst>
                <a:path w="1505264" h="0">
                  <a:moveTo>
                    <a:pt x="1505264" y="0"/>
                  </a:moveTo>
                  <a:lnTo>
                    <a:pt x="0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374202" y="3526383"/>
              <a:ext cx="0" cy="83379"/>
            </a:xfrm>
            <a:custGeom>
              <a:avLst/>
              <a:pathLst>
                <a:path w="0" h="83379">
                  <a:moveTo>
                    <a:pt x="0" y="0"/>
                  </a:moveTo>
                  <a:lnTo>
                    <a:pt x="0" y="83379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2471044" y="3014888"/>
              <a:ext cx="3311582" cy="5176015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233430" y="3014888"/>
              <a:ext cx="3311582" cy="51760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233430" y="7955630"/>
              <a:ext cx="3311582" cy="0"/>
            </a:xfrm>
            <a:custGeom>
              <a:avLst/>
              <a:pathLst>
                <a:path w="3311582" h="0">
                  <a:moveTo>
                    <a:pt x="0" y="0"/>
                  </a:moveTo>
                  <a:lnTo>
                    <a:pt x="3311582" y="0"/>
                  </a:lnTo>
                  <a:lnTo>
                    <a:pt x="3311582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233430" y="6571669"/>
              <a:ext cx="3311582" cy="0"/>
            </a:xfrm>
            <a:custGeom>
              <a:avLst/>
              <a:pathLst>
                <a:path w="3311582" h="0">
                  <a:moveTo>
                    <a:pt x="0" y="0"/>
                  </a:moveTo>
                  <a:lnTo>
                    <a:pt x="3311582" y="0"/>
                  </a:lnTo>
                  <a:lnTo>
                    <a:pt x="3311582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233430" y="5187707"/>
              <a:ext cx="3311582" cy="0"/>
            </a:xfrm>
            <a:custGeom>
              <a:avLst/>
              <a:pathLst>
                <a:path w="3311582" h="0">
                  <a:moveTo>
                    <a:pt x="0" y="0"/>
                  </a:moveTo>
                  <a:lnTo>
                    <a:pt x="3311582" y="0"/>
                  </a:lnTo>
                  <a:lnTo>
                    <a:pt x="3311582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6233430" y="3803746"/>
              <a:ext cx="3311582" cy="0"/>
            </a:xfrm>
            <a:custGeom>
              <a:avLst/>
              <a:pathLst>
                <a:path w="3311582" h="0">
                  <a:moveTo>
                    <a:pt x="0" y="0"/>
                  </a:moveTo>
                  <a:lnTo>
                    <a:pt x="3311582" y="0"/>
                  </a:lnTo>
                  <a:lnTo>
                    <a:pt x="3311582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7136589" y="3014888"/>
              <a:ext cx="0" cy="5176015"/>
            </a:xfrm>
            <a:custGeom>
              <a:avLst/>
              <a:pathLst>
                <a:path w="0" h="5176015">
                  <a:moveTo>
                    <a:pt x="0" y="5176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641854" y="3014888"/>
              <a:ext cx="0" cy="5176015"/>
            </a:xfrm>
            <a:custGeom>
              <a:avLst/>
              <a:pathLst>
                <a:path w="0" h="5176015">
                  <a:moveTo>
                    <a:pt x="0" y="5176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729281" y="4164590"/>
              <a:ext cx="814615" cy="3749726"/>
            </a:xfrm>
            <a:custGeom>
              <a:avLst/>
              <a:pathLst>
                <a:path w="814615" h="3749726">
                  <a:moveTo>
                    <a:pt x="147432" y="3749726"/>
                  </a:moveTo>
                  <a:lnTo>
                    <a:pt x="138035" y="3742388"/>
                  </a:lnTo>
                  <a:lnTo>
                    <a:pt x="128752" y="3735050"/>
                  </a:lnTo>
                  <a:lnTo>
                    <a:pt x="119579" y="3727712"/>
                  </a:lnTo>
                  <a:lnTo>
                    <a:pt x="110529" y="3720374"/>
                  </a:lnTo>
                  <a:lnTo>
                    <a:pt x="101651" y="3713036"/>
                  </a:lnTo>
                  <a:lnTo>
                    <a:pt x="93027" y="3705698"/>
                  </a:lnTo>
                  <a:lnTo>
                    <a:pt x="84612" y="3698360"/>
                  </a:lnTo>
                  <a:lnTo>
                    <a:pt x="76423" y="3691022"/>
                  </a:lnTo>
                  <a:lnTo>
                    <a:pt x="68564" y="3683684"/>
                  </a:lnTo>
                  <a:lnTo>
                    <a:pt x="61059" y="3676346"/>
                  </a:lnTo>
                  <a:lnTo>
                    <a:pt x="53858" y="3669008"/>
                  </a:lnTo>
                  <a:lnTo>
                    <a:pt x="46972" y="3661670"/>
                  </a:lnTo>
                  <a:lnTo>
                    <a:pt x="40589" y="3654332"/>
                  </a:lnTo>
                  <a:lnTo>
                    <a:pt x="34610" y="3646994"/>
                  </a:lnTo>
                  <a:lnTo>
                    <a:pt x="29009" y="3639656"/>
                  </a:lnTo>
                  <a:lnTo>
                    <a:pt x="23815" y="3632318"/>
                  </a:lnTo>
                  <a:lnTo>
                    <a:pt x="19245" y="3624980"/>
                  </a:lnTo>
                  <a:lnTo>
                    <a:pt x="15098" y="3617642"/>
                  </a:lnTo>
                  <a:lnTo>
                    <a:pt x="11380" y="3610304"/>
                  </a:lnTo>
                  <a:lnTo>
                    <a:pt x="8179" y="3602966"/>
                  </a:lnTo>
                  <a:lnTo>
                    <a:pt x="5592" y="3595628"/>
                  </a:lnTo>
                  <a:lnTo>
                    <a:pt x="3451" y="3588290"/>
                  </a:lnTo>
                  <a:lnTo>
                    <a:pt x="1757" y="3580952"/>
                  </a:lnTo>
                  <a:lnTo>
                    <a:pt x="660" y="3573614"/>
                  </a:lnTo>
                  <a:lnTo>
                    <a:pt x="111" y="3566276"/>
                  </a:lnTo>
                  <a:lnTo>
                    <a:pt x="0" y="3558938"/>
                  </a:lnTo>
                  <a:lnTo>
                    <a:pt x="322" y="3551600"/>
                  </a:lnTo>
                  <a:lnTo>
                    <a:pt x="1272" y="3544262"/>
                  </a:lnTo>
                  <a:lnTo>
                    <a:pt x="2668" y="3536924"/>
                  </a:lnTo>
                  <a:lnTo>
                    <a:pt x="4462" y="3529586"/>
                  </a:lnTo>
                  <a:lnTo>
                    <a:pt x="6670" y="3522248"/>
                  </a:lnTo>
                  <a:lnTo>
                    <a:pt x="9437" y="3514910"/>
                  </a:lnTo>
                  <a:lnTo>
                    <a:pt x="12551" y="3507572"/>
                  </a:lnTo>
                  <a:lnTo>
                    <a:pt x="16002" y="3500234"/>
                  </a:lnTo>
                  <a:lnTo>
                    <a:pt x="19838" y="3492896"/>
                  </a:lnTo>
                  <a:lnTo>
                    <a:pt x="24076" y="3485558"/>
                  </a:lnTo>
                  <a:lnTo>
                    <a:pt x="28583" y="3478220"/>
                  </a:lnTo>
                  <a:lnTo>
                    <a:pt x="33349" y="3470882"/>
                  </a:lnTo>
                  <a:lnTo>
                    <a:pt x="38431" y="3463544"/>
                  </a:lnTo>
                  <a:lnTo>
                    <a:pt x="43764" y="3456206"/>
                  </a:lnTo>
                  <a:lnTo>
                    <a:pt x="49281" y="3448868"/>
                  </a:lnTo>
                  <a:lnTo>
                    <a:pt x="54971" y="3441530"/>
                  </a:lnTo>
                  <a:lnTo>
                    <a:pt x="60877" y="3434192"/>
                  </a:lnTo>
                  <a:lnTo>
                    <a:pt x="66907" y="3426854"/>
                  </a:lnTo>
                  <a:lnTo>
                    <a:pt x="73038" y="3419516"/>
                  </a:lnTo>
                  <a:lnTo>
                    <a:pt x="79262" y="3412178"/>
                  </a:lnTo>
                  <a:lnTo>
                    <a:pt x="85575" y="3404840"/>
                  </a:lnTo>
                  <a:lnTo>
                    <a:pt x="91923" y="3397502"/>
                  </a:lnTo>
                  <a:lnTo>
                    <a:pt x="98297" y="3390164"/>
                  </a:lnTo>
                  <a:lnTo>
                    <a:pt x="104682" y="3382825"/>
                  </a:lnTo>
                  <a:lnTo>
                    <a:pt x="111050" y="3375487"/>
                  </a:lnTo>
                  <a:lnTo>
                    <a:pt x="117389" y="3368149"/>
                  </a:lnTo>
                  <a:lnTo>
                    <a:pt x="123691" y="3360811"/>
                  </a:lnTo>
                  <a:lnTo>
                    <a:pt x="129924" y="3353473"/>
                  </a:lnTo>
                  <a:lnTo>
                    <a:pt x="136075" y="3346135"/>
                  </a:lnTo>
                  <a:lnTo>
                    <a:pt x="142149" y="3338797"/>
                  </a:lnTo>
                  <a:lnTo>
                    <a:pt x="148141" y="3331459"/>
                  </a:lnTo>
                  <a:lnTo>
                    <a:pt x="153992" y="3324121"/>
                  </a:lnTo>
                  <a:lnTo>
                    <a:pt x="159733" y="3316783"/>
                  </a:lnTo>
                  <a:lnTo>
                    <a:pt x="165366" y="3309445"/>
                  </a:lnTo>
                  <a:lnTo>
                    <a:pt x="170878" y="3302107"/>
                  </a:lnTo>
                  <a:lnTo>
                    <a:pt x="176215" y="3294769"/>
                  </a:lnTo>
                  <a:lnTo>
                    <a:pt x="181430" y="3287431"/>
                  </a:lnTo>
                  <a:lnTo>
                    <a:pt x="186522" y="3280093"/>
                  </a:lnTo>
                  <a:lnTo>
                    <a:pt x="191459" y="3272755"/>
                  </a:lnTo>
                  <a:lnTo>
                    <a:pt x="196227" y="3265417"/>
                  </a:lnTo>
                  <a:lnTo>
                    <a:pt x="200867" y="3258079"/>
                  </a:lnTo>
                  <a:lnTo>
                    <a:pt x="205381" y="3250741"/>
                  </a:lnTo>
                  <a:lnTo>
                    <a:pt x="209720" y="3243403"/>
                  </a:lnTo>
                  <a:lnTo>
                    <a:pt x="213912" y="3236065"/>
                  </a:lnTo>
                  <a:lnTo>
                    <a:pt x="217981" y="3228727"/>
                  </a:lnTo>
                  <a:lnTo>
                    <a:pt x="221928" y="3221389"/>
                  </a:lnTo>
                  <a:lnTo>
                    <a:pt x="225694" y="3214051"/>
                  </a:lnTo>
                  <a:lnTo>
                    <a:pt x="229341" y="3206713"/>
                  </a:lnTo>
                  <a:lnTo>
                    <a:pt x="232875" y="3199375"/>
                  </a:lnTo>
                  <a:lnTo>
                    <a:pt x="236287" y="3192037"/>
                  </a:lnTo>
                  <a:lnTo>
                    <a:pt x="239544" y="3184699"/>
                  </a:lnTo>
                  <a:lnTo>
                    <a:pt x="242699" y="3177361"/>
                  </a:lnTo>
                  <a:lnTo>
                    <a:pt x="245754" y="3170023"/>
                  </a:lnTo>
                  <a:lnTo>
                    <a:pt x="248689" y="3162685"/>
                  </a:lnTo>
                  <a:lnTo>
                    <a:pt x="251502" y="3155347"/>
                  </a:lnTo>
                  <a:lnTo>
                    <a:pt x="254228" y="3148009"/>
                  </a:lnTo>
                  <a:lnTo>
                    <a:pt x="256868" y="3140671"/>
                  </a:lnTo>
                  <a:lnTo>
                    <a:pt x="259394" y="3133333"/>
                  </a:lnTo>
                  <a:lnTo>
                    <a:pt x="261828" y="3125995"/>
                  </a:lnTo>
                  <a:lnTo>
                    <a:pt x="264188" y="3118657"/>
                  </a:lnTo>
                  <a:lnTo>
                    <a:pt x="266475" y="3111319"/>
                  </a:lnTo>
                  <a:lnTo>
                    <a:pt x="268656" y="3103981"/>
                  </a:lnTo>
                  <a:lnTo>
                    <a:pt x="270771" y="3096643"/>
                  </a:lnTo>
                  <a:lnTo>
                    <a:pt x="272824" y="3089305"/>
                  </a:lnTo>
                  <a:lnTo>
                    <a:pt x="274809" y="3081967"/>
                  </a:lnTo>
                  <a:lnTo>
                    <a:pt x="276711" y="3074629"/>
                  </a:lnTo>
                  <a:lnTo>
                    <a:pt x="278561" y="3067291"/>
                  </a:lnTo>
                  <a:lnTo>
                    <a:pt x="280359" y="3059953"/>
                  </a:lnTo>
                  <a:lnTo>
                    <a:pt x="282095" y="3052615"/>
                  </a:lnTo>
                  <a:lnTo>
                    <a:pt x="283771" y="3045277"/>
                  </a:lnTo>
                  <a:lnTo>
                    <a:pt x="285403" y="3037939"/>
                  </a:lnTo>
                  <a:lnTo>
                    <a:pt x="286993" y="3030601"/>
                  </a:lnTo>
                  <a:lnTo>
                    <a:pt x="288527" y="3023263"/>
                  </a:lnTo>
                  <a:lnTo>
                    <a:pt x="290019" y="3015925"/>
                  </a:lnTo>
                  <a:lnTo>
                    <a:pt x="291476" y="3008587"/>
                  </a:lnTo>
                  <a:lnTo>
                    <a:pt x="292899" y="3001249"/>
                  </a:lnTo>
                  <a:lnTo>
                    <a:pt x="294274" y="2993911"/>
                  </a:lnTo>
                  <a:lnTo>
                    <a:pt x="295620" y="2986573"/>
                  </a:lnTo>
                  <a:lnTo>
                    <a:pt x="296938" y="2979235"/>
                  </a:lnTo>
                  <a:lnTo>
                    <a:pt x="298227" y="2971897"/>
                  </a:lnTo>
                  <a:lnTo>
                    <a:pt x="299482" y="2964559"/>
                  </a:lnTo>
                  <a:lnTo>
                    <a:pt x="300714" y="2957220"/>
                  </a:lnTo>
                  <a:lnTo>
                    <a:pt x="301926" y="2949882"/>
                  </a:lnTo>
                  <a:lnTo>
                    <a:pt x="303112" y="2942544"/>
                  </a:lnTo>
                  <a:lnTo>
                    <a:pt x="304275" y="2935206"/>
                  </a:lnTo>
                  <a:lnTo>
                    <a:pt x="305422" y="2927868"/>
                  </a:lnTo>
                  <a:lnTo>
                    <a:pt x="306551" y="2920530"/>
                  </a:lnTo>
                  <a:lnTo>
                    <a:pt x="307660" y="2913192"/>
                  </a:lnTo>
                  <a:lnTo>
                    <a:pt x="308752" y="2905854"/>
                  </a:lnTo>
                  <a:lnTo>
                    <a:pt x="309831" y="2898516"/>
                  </a:lnTo>
                  <a:lnTo>
                    <a:pt x="310897" y="2891178"/>
                  </a:lnTo>
                  <a:lnTo>
                    <a:pt x="311944" y="2883840"/>
                  </a:lnTo>
                  <a:lnTo>
                    <a:pt x="312979" y="2876502"/>
                  </a:lnTo>
                  <a:lnTo>
                    <a:pt x="314001" y="2869164"/>
                  </a:lnTo>
                  <a:lnTo>
                    <a:pt x="315011" y="2861826"/>
                  </a:lnTo>
                  <a:lnTo>
                    <a:pt x="316004" y="2854488"/>
                  </a:lnTo>
                  <a:lnTo>
                    <a:pt x="316985" y="2847150"/>
                  </a:lnTo>
                  <a:lnTo>
                    <a:pt x="317954" y="2839812"/>
                  </a:lnTo>
                  <a:lnTo>
                    <a:pt x="318907" y="2832474"/>
                  </a:lnTo>
                  <a:lnTo>
                    <a:pt x="319844" y="2825136"/>
                  </a:lnTo>
                  <a:lnTo>
                    <a:pt x="320767" y="2817798"/>
                  </a:lnTo>
                  <a:lnTo>
                    <a:pt x="321676" y="2810460"/>
                  </a:lnTo>
                  <a:lnTo>
                    <a:pt x="322564" y="2803122"/>
                  </a:lnTo>
                  <a:lnTo>
                    <a:pt x="323434" y="2795784"/>
                  </a:lnTo>
                  <a:lnTo>
                    <a:pt x="324287" y="2788446"/>
                  </a:lnTo>
                  <a:lnTo>
                    <a:pt x="325123" y="2781108"/>
                  </a:lnTo>
                  <a:lnTo>
                    <a:pt x="325931" y="2773770"/>
                  </a:lnTo>
                  <a:lnTo>
                    <a:pt x="326718" y="2766432"/>
                  </a:lnTo>
                  <a:lnTo>
                    <a:pt x="327486" y="2759094"/>
                  </a:lnTo>
                  <a:lnTo>
                    <a:pt x="328229" y="2751756"/>
                  </a:lnTo>
                  <a:lnTo>
                    <a:pt x="328940" y="2744418"/>
                  </a:lnTo>
                  <a:lnTo>
                    <a:pt x="329628" y="2737080"/>
                  </a:lnTo>
                  <a:lnTo>
                    <a:pt x="330292" y="2729742"/>
                  </a:lnTo>
                  <a:lnTo>
                    <a:pt x="330924" y="2722404"/>
                  </a:lnTo>
                  <a:lnTo>
                    <a:pt x="331523" y="2715066"/>
                  </a:lnTo>
                  <a:lnTo>
                    <a:pt x="332096" y="2707728"/>
                  </a:lnTo>
                  <a:lnTo>
                    <a:pt x="332642" y="2700390"/>
                  </a:lnTo>
                  <a:lnTo>
                    <a:pt x="333147" y="2693052"/>
                  </a:lnTo>
                  <a:lnTo>
                    <a:pt x="333622" y="2685714"/>
                  </a:lnTo>
                  <a:lnTo>
                    <a:pt x="334069" y="2678376"/>
                  </a:lnTo>
                  <a:lnTo>
                    <a:pt x="334486" y="2671038"/>
                  </a:lnTo>
                  <a:lnTo>
                    <a:pt x="334861" y="2663700"/>
                  </a:lnTo>
                  <a:lnTo>
                    <a:pt x="335207" y="2656362"/>
                  </a:lnTo>
                  <a:lnTo>
                    <a:pt x="335525" y="2649024"/>
                  </a:lnTo>
                  <a:lnTo>
                    <a:pt x="335811" y="2641686"/>
                  </a:lnTo>
                  <a:lnTo>
                    <a:pt x="336060" y="2634348"/>
                  </a:lnTo>
                  <a:lnTo>
                    <a:pt x="336283" y="2627010"/>
                  </a:lnTo>
                  <a:lnTo>
                    <a:pt x="336480" y="2619672"/>
                  </a:lnTo>
                  <a:lnTo>
                    <a:pt x="336645" y="2612334"/>
                  </a:lnTo>
                  <a:lnTo>
                    <a:pt x="336782" y="2604996"/>
                  </a:lnTo>
                  <a:lnTo>
                    <a:pt x="336897" y="2597658"/>
                  </a:lnTo>
                  <a:lnTo>
                    <a:pt x="336991" y="2590320"/>
                  </a:lnTo>
                  <a:lnTo>
                    <a:pt x="337056" y="2582982"/>
                  </a:lnTo>
                  <a:lnTo>
                    <a:pt x="337103" y="2575644"/>
                  </a:lnTo>
                  <a:lnTo>
                    <a:pt x="337135" y="2568306"/>
                  </a:lnTo>
                  <a:lnTo>
                    <a:pt x="337150" y="2560968"/>
                  </a:lnTo>
                  <a:lnTo>
                    <a:pt x="337148" y="2553630"/>
                  </a:lnTo>
                  <a:lnTo>
                    <a:pt x="337136" y="2546292"/>
                  </a:lnTo>
                  <a:lnTo>
                    <a:pt x="337115" y="2538953"/>
                  </a:lnTo>
                  <a:lnTo>
                    <a:pt x="337087" y="2531615"/>
                  </a:lnTo>
                  <a:lnTo>
                    <a:pt x="337053" y="2524277"/>
                  </a:lnTo>
                  <a:lnTo>
                    <a:pt x="337017" y="2516939"/>
                  </a:lnTo>
                  <a:lnTo>
                    <a:pt x="336980" y="2509601"/>
                  </a:lnTo>
                  <a:lnTo>
                    <a:pt x="336946" y="2502263"/>
                  </a:lnTo>
                  <a:lnTo>
                    <a:pt x="336917" y="2494925"/>
                  </a:lnTo>
                  <a:lnTo>
                    <a:pt x="336894" y="2487587"/>
                  </a:lnTo>
                  <a:lnTo>
                    <a:pt x="336878" y="2480249"/>
                  </a:lnTo>
                  <a:lnTo>
                    <a:pt x="336877" y="2472911"/>
                  </a:lnTo>
                  <a:lnTo>
                    <a:pt x="336888" y="2465573"/>
                  </a:lnTo>
                  <a:lnTo>
                    <a:pt x="336913" y="2458235"/>
                  </a:lnTo>
                  <a:lnTo>
                    <a:pt x="336953" y="2450897"/>
                  </a:lnTo>
                  <a:lnTo>
                    <a:pt x="337018" y="2443559"/>
                  </a:lnTo>
                  <a:lnTo>
                    <a:pt x="337101" y="2436221"/>
                  </a:lnTo>
                  <a:lnTo>
                    <a:pt x="337203" y="2428883"/>
                  </a:lnTo>
                  <a:lnTo>
                    <a:pt x="337329" y="2421545"/>
                  </a:lnTo>
                  <a:lnTo>
                    <a:pt x="337484" y="2414207"/>
                  </a:lnTo>
                  <a:lnTo>
                    <a:pt x="337662" y="2406869"/>
                  </a:lnTo>
                  <a:lnTo>
                    <a:pt x="337863" y="2399531"/>
                  </a:lnTo>
                  <a:lnTo>
                    <a:pt x="338095" y="2392193"/>
                  </a:lnTo>
                  <a:lnTo>
                    <a:pt x="338358" y="2384855"/>
                  </a:lnTo>
                  <a:lnTo>
                    <a:pt x="338644" y="2377517"/>
                  </a:lnTo>
                  <a:lnTo>
                    <a:pt x="338955" y="2370179"/>
                  </a:lnTo>
                  <a:lnTo>
                    <a:pt x="339303" y="2362841"/>
                  </a:lnTo>
                  <a:lnTo>
                    <a:pt x="339678" y="2355503"/>
                  </a:lnTo>
                  <a:lnTo>
                    <a:pt x="340077" y="2348165"/>
                  </a:lnTo>
                  <a:lnTo>
                    <a:pt x="340501" y="2340827"/>
                  </a:lnTo>
                  <a:lnTo>
                    <a:pt x="340961" y="2333489"/>
                  </a:lnTo>
                  <a:lnTo>
                    <a:pt x="341443" y="2326151"/>
                  </a:lnTo>
                  <a:lnTo>
                    <a:pt x="341948" y="2318813"/>
                  </a:lnTo>
                  <a:lnTo>
                    <a:pt x="342478" y="2311475"/>
                  </a:lnTo>
                  <a:lnTo>
                    <a:pt x="343035" y="2304137"/>
                  </a:lnTo>
                  <a:lnTo>
                    <a:pt x="343611" y="2296799"/>
                  </a:lnTo>
                  <a:lnTo>
                    <a:pt x="344204" y="2289461"/>
                  </a:lnTo>
                  <a:lnTo>
                    <a:pt x="344821" y="2282123"/>
                  </a:lnTo>
                  <a:lnTo>
                    <a:pt x="345455" y="2274785"/>
                  </a:lnTo>
                  <a:lnTo>
                    <a:pt x="346102" y="2267447"/>
                  </a:lnTo>
                  <a:lnTo>
                    <a:pt x="346762" y="2260109"/>
                  </a:lnTo>
                  <a:lnTo>
                    <a:pt x="347437" y="2252771"/>
                  </a:lnTo>
                  <a:lnTo>
                    <a:pt x="348121" y="2245433"/>
                  </a:lnTo>
                  <a:lnTo>
                    <a:pt x="348813" y="2238095"/>
                  </a:lnTo>
                  <a:lnTo>
                    <a:pt x="349511" y="2230757"/>
                  </a:lnTo>
                  <a:lnTo>
                    <a:pt x="350215" y="2223419"/>
                  </a:lnTo>
                  <a:lnTo>
                    <a:pt x="350920" y="2216081"/>
                  </a:lnTo>
                  <a:lnTo>
                    <a:pt x="351626" y="2208743"/>
                  </a:lnTo>
                  <a:lnTo>
                    <a:pt x="352331" y="2201405"/>
                  </a:lnTo>
                  <a:lnTo>
                    <a:pt x="353033" y="2194067"/>
                  </a:lnTo>
                  <a:lnTo>
                    <a:pt x="353730" y="2186729"/>
                  </a:lnTo>
                  <a:lnTo>
                    <a:pt x="354422" y="2179391"/>
                  </a:lnTo>
                  <a:lnTo>
                    <a:pt x="355104" y="2172053"/>
                  </a:lnTo>
                  <a:lnTo>
                    <a:pt x="355776" y="2164715"/>
                  </a:lnTo>
                  <a:lnTo>
                    <a:pt x="356438" y="2157377"/>
                  </a:lnTo>
                  <a:lnTo>
                    <a:pt x="357089" y="2150039"/>
                  </a:lnTo>
                  <a:lnTo>
                    <a:pt x="357722" y="2142701"/>
                  </a:lnTo>
                  <a:lnTo>
                    <a:pt x="358342" y="2135363"/>
                  </a:lnTo>
                  <a:lnTo>
                    <a:pt x="358947" y="2128025"/>
                  </a:lnTo>
                  <a:lnTo>
                    <a:pt x="359536" y="2120687"/>
                  </a:lnTo>
                  <a:lnTo>
                    <a:pt x="360102" y="2113348"/>
                  </a:lnTo>
                  <a:lnTo>
                    <a:pt x="360652" y="2106010"/>
                  </a:lnTo>
                  <a:lnTo>
                    <a:pt x="361185" y="2098672"/>
                  </a:lnTo>
                  <a:lnTo>
                    <a:pt x="361696" y="2091334"/>
                  </a:lnTo>
                  <a:lnTo>
                    <a:pt x="362184" y="2083996"/>
                  </a:lnTo>
                  <a:lnTo>
                    <a:pt x="362654" y="2076658"/>
                  </a:lnTo>
                  <a:lnTo>
                    <a:pt x="363106" y="2069320"/>
                  </a:lnTo>
                  <a:lnTo>
                    <a:pt x="363532" y="2061982"/>
                  </a:lnTo>
                  <a:lnTo>
                    <a:pt x="363936" y="2054644"/>
                  </a:lnTo>
                  <a:lnTo>
                    <a:pt x="364322" y="2047306"/>
                  </a:lnTo>
                  <a:lnTo>
                    <a:pt x="364690" y="2039968"/>
                  </a:lnTo>
                  <a:lnTo>
                    <a:pt x="365030" y="2032630"/>
                  </a:lnTo>
                  <a:lnTo>
                    <a:pt x="365351" y="2025292"/>
                  </a:lnTo>
                  <a:lnTo>
                    <a:pt x="365655" y="2017954"/>
                  </a:lnTo>
                  <a:lnTo>
                    <a:pt x="365939" y="2010616"/>
                  </a:lnTo>
                  <a:lnTo>
                    <a:pt x="366199" y="2003278"/>
                  </a:lnTo>
                  <a:lnTo>
                    <a:pt x="366442" y="1995940"/>
                  </a:lnTo>
                  <a:lnTo>
                    <a:pt x="366669" y="1988602"/>
                  </a:lnTo>
                  <a:lnTo>
                    <a:pt x="366875" y="1981264"/>
                  </a:lnTo>
                  <a:lnTo>
                    <a:pt x="367062" y="1973926"/>
                  </a:lnTo>
                  <a:lnTo>
                    <a:pt x="367234" y="1966588"/>
                  </a:lnTo>
                  <a:lnTo>
                    <a:pt x="367391" y="1959250"/>
                  </a:lnTo>
                  <a:lnTo>
                    <a:pt x="367529" y="1951912"/>
                  </a:lnTo>
                  <a:lnTo>
                    <a:pt x="367651" y="1944574"/>
                  </a:lnTo>
                  <a:lnTo>
                    <a:pt x="367760" y="1937236"/>
                  </a:lnTo>
                  <a:lnTo>
                    <a:pt x="367857" y="1929898"/>
                  </a:lnTo>
                  <a:lnTo>
                    <a:pt x="367936" y="1922560"/>
                  </a:lnTo>
                  <a:lnTo>
                    <a:pt x="368003" y="1915222"/>
                  </a:lnTo>
                  <a:lnTo>
                    <a:pt x="368060" y="1907884"/>
                  </a:lnTo>
                  <a:lnTo>
                    <a:pt x="368104" y="1900546"/>
                  </a:lnTo>
                  <a:lnTo>
                    <a:pt x="368135" y="1893208"/>
                  </a:lnTo>
                  <a:lnTo>
                    <a:pt x="368157" y="1885870"/>
                  </a:lnTo>
                  <a:lnTo>
                    <a:pt x="368170" y="1878532"/>
                  </a:lnTo>
                  <a:lnTo>
                    <a:pt x="368173" y="1871194"/>
                  </a:lnTo>
                  <a:lnTo>
                    <a:pt x="368165" y="1863856"/>
                  </a:lnTo>
                  <a:lnTo>
                    <a:pt x="368151" y="1856518"/>
                  </a:lnTo>
                  <a:lnTo>
                    <a:pt x="368130" y="1849180"/>
                  </a:lnTo>
                  <a:lnTo>
                    <a:pt x="368101" y="1841842"/>
                  </a:lnTo>
                  <a:lnTo>
                    <a:pt x="368066" y="1834504"/>
                  </a:lnTo>
                  <a:lnTo>
                    <a:pt x="368026" y="1827166"/>
                  </a:lnTo>
                  <a:lnTo>
                    <a:pt x="367981" y="1819828"/>
                  </a:lnTo>
                  <a:lnTo>
                    <a:pt x="367931" y="1812490"/>
                  </a:lnTo>
                  <a:lnTo>
                    <a:pt x="367879" y="1805152"/>
                  </a:lnTo>
                  <a:lnTo>
                    <a:pt x="367824" y="1797814"/>
                  </a:lnTo>
                  <a:lnTo>
                    <a:pt x="367766" y="1790476"/>
                  </a:lnTo>
                  <a:lnTo>
                    <a:pt x="367708" y="1783138"/>
                  </a:lnTo>
                  <a:lnTo>
                    <a:pt x="367649" y="1775800"/>
                  </a:lnTo>
                  <a:lnTo>
                    <a:pt x="367590" y="1768462"/>
                  </a:lnTo>
                  <a:lnTo>
                    <a:pt x="367532" y="1761124"/>
                  </a:lnTo>
                  <a:lnTo>
                    <a:pt x="367477" y="1753786"/>
                  </a:lnTo>
                  <a:lnTo>
                    <a:pt x="367424" y="1746448"/>
                  </a:lnTo>
                  <a:lnTo>
                    <a:pt x="367373" y="1739110"/>
                  </a:lnTo>
                  <a:lnTo>
                    <a:pt x="367328" y="1731772"/>
                  </a:lnTo>
                  <a:lnTo>
                    <a:pt x="367287" y="1724434"/>
                  </a:lnTo>
                  <a:lnTo>
                    <a:pt x="367252" y="1717096"/>
                  </a:lnTo>
                  <a:lnTo>
                    <a:pt x="367222" y="1709758"/>
                  </a:lnTo>
                  <a:lnTo>
                    <a:pt x="367201" y="1702420"/>
                  </a:lnTo>
                  <a:lnTo>
                    <a:pt x="367187" y="1695082"/>
                  </a:lnTo>
                  <a:lnTo>
                    <a:pt x="367181" y="1687743"/>
                  </a:lnTo>
                  <a:lnTo>
                    <a:pt x="367183" y="1680405"/>
                  </a:lnTo>
                  <a:lnTo>
                    <a:pt x="367197" y="1673067"/>
                  </a:lnTo>
                  <a:lnTo>
                    <a:pt x="367219" y="1665729"/>
                  </a:lnTo>
                  <a:lnTo>
                    <a:pt x="367251" y="1658391"/>
                  </a:lnTo>
                  <a:lnTo>
                    <a:pt x="367295" y="1651053"/>
                  </a:lnTo>
                  <a:lnTo>
                    <a:pt x="367352" y="1643715"/>
                  </a:lnTo>
                  <a:lnTo>
                    <a:pt x="367419" y="1636377"/>
                  </a:lnTo>
                  <a:lnTo>
                    <a:pt x="367496" y="1629039"/>
                  </a:lnTo>
                  <a:lnTo>
                    <a:pt x="367589" y="1621701"/>
                  </a:lnTo>
                  <a:lnTo>
                    <a:pt x="367694" y="1614363"/>
                  </a:lnTo>
                  <a:lnTo>
                    <a:pt x="367810" y="1607025"/>
                  </a:lnTo>
                  <a:lnTo>
                    <a:pt x="367937" y="1599687"/>
                  </a:lnTo>
                  <a:lnTo>
                    <a:pt x="368082" y="1592349"/>
                  </a:lnTo>
                  <a:lnTo>
                    <a:pt x="368237" y="1585011"/>
                  </a:lnTo>
                  <a:lnTo>
                    <a:pt x="368404" y="1577673"/>
                  </a:lnTo>
                  <a:lnTo>
                    <a:pt x="368584" y="1570335"/>
                  </a:lnTo>
                  <a:lnTo>
                    <a:pt x="368779" y="1562997"/>
                  </a:lnTo>
                  <a:lnTo>
                    <a:pt x="368985" y="1555659"/>
                  </a:lnTo>
                  <a:lnTo>
                    <a:pt x="369202" y="1548321"/>
                  </a:lnTo>
                  <a:lnTo>
                    <a:pt x="369433" y="1540983"/>
                  </a:lnTo>
                  <a:lnTo>
                    <a:pt x="369676" y="1533645"/>
                  </a:lnTo>
                  <a:lnTo>
                    <a:pt x="369929" y="1526307"/>
                  </a:lnTo>
                  <a:lnTo>
                    <a:pt x="370192" y="1518969"/>
                  </a:lnTo>
                  <a:lnTo>
                    <a:pt x="370469" y="1511631"/>
                  </a:lnTo>
                  <a:lnTo>
                    <a:pt x="370756" y="1504293"/>
                  </a:lnTo>
                  <a:lnTo>
                    <a:pt x="371051" y="1496955"/>
                  </a:lnTo>
                  <a:lnTo>
                    <a:pt x="371355" y="1489617"/>
                  </a:lnTo>
                  <a:lnTo>
                    <a:pt x="371672" y="1482279"/>
                  </a:lnTo>
                  <a:lnTo>
                    <a:pt x="371995" y="1474941"/>
                  </a:lnTo>
                  <a:lnTo>
                    <a:pt x="372326" y="1467603"/>
                  </a:lnTo>
                  <a:lnTo>
                    <a:pt x="372664" y="1460265"/>
                  </a:lnTo>
                  <a:lnTo>
                    <a:pt x="373011" y="1452927"/>
                  </a:lnTo>
                  <a:lnTo>
                    <a:pt x="373363" y="1445589"/>
                  </a:lnTo>
                  <a:lnTo>
                    <a:pt x="373721" y="1438251"/>
                  </a:lnTo>
                  <a:lnTo>
                    <a:pt x="374085" y="1430913"/>
                  </a:lnTo>
                  <a:lnTo>
                    <a:pt x="374454" y="1423575"/>
                  </a:lnTo>
                  <a:lnTo>
                    <a:pt x="374826" y="1416237"/>
                  </a:lnTo>
                  <a:lnTo>
                    <a:pt x="375202" y="1408899"/>
                  </a:lnTo>
                  <a:lnTo>
                    <a:pt x="375581" y="1401561"/>
                  </a:lnTo>
                  <a:lnTo>
                    <a:pt x="375962" y="1394223"/>
                  </a:lnTo>
                  <a:lnTo>
                    <a:pt x="376344" y="1386885"/>
                  </a:lnTo>
                  <a:lnTo>
                    <a:pt x="376728" y="1379547"/>
                  </a:lnTo>
                  <a:lnTo>
                    <a:pt x="377112" y="1372209"/>
                  </a:lnTo>
                  <a:lnTo>
                    <a:pt x="377495" y="1364871"/>
                  </a:lnTo>
                  <a:lnTo>
                    <a:pt x="377877" y="1357533"/>
                  </a:lnTo>
                  <a:lnTo>
                    <a:pt x="378257" y="1350195"/>
                  </a:lnTo>
                  <a:lnTo>
                    <a:pt x="378635" y="1342857"/>
                  </a:lnTo>
                  <a:lnTo>
                    <a:pt x="379010" y="1335519"/>
                  </a:lnTo>
                  <a:lnTo>
                    <a:pt x="379381" y="1328181"/>
                  </a:lnTo>
                  <a:lnTo>
                    <a:pt x="379748" y="1320843"/>
                  </a:lnTo>
                  <a:lnTo>
                    <a:pt x="380109" y="1313505"/>
                  </a:lnTo>
                  <a:lnTo>
                    <a:pt x="380465" y="1306167"/>
                  </a:lnTo>
                  <a:lnTo>
                    <a:pt x="380817" y="1298829"/>
                  </a:lnTo>
                  <a:lnTo>
                    <a:pt x="381159" y="1291491"/>
                  </a:lnTo>
                  <a:lnTo>
                    <a:pt x="381495" y="1284153"/>
                  </a:lnTo>
                  <a:lnTo>
                    <a:pt x="381824" y="1276815"/>
                  </a:lnTo>
                  <a:lnTo>
                    <a:pt x="382146" y="1269476"/>
                  </a:lnTo>
                  <a:lnTo>
                    <a:pt x="382457" y="1262138"/>
                  </a:lnTo>
                  <a:lnTo>
                    <a:pt x="382760" y="1254800"/>
                  </a:lnTo>
                  <a:lnTo>
                    <a:pt x="383055" y="1247462"/>
                  </a:lnTo>
                  <a:lnTo>
                    <a:pt x="383340" y="1240124"/>
                  </a:lnTo>
                  <a:lnTo>
                    <a:pt x="383615" y="1232786"/>
                  </a:lnTo>
                  <a:lnTo>
                    <a:pt x="383881" y="1225448"/>
                  </a:lnTo>
                  <a:lnTo>
                    <a:pt x="384138" y="1218110"/>
                  </a:lnTo>
                  <a:lnTo>
                    <a:pt x="384384" y="1210772"/>
                  </a:lnTo>
                  <a:lnTo>
                    <a:pt x="384620" y="1203434"/>
                  </a:lnTo>
                  <a:lnTo>
                    <a:pt x="384848" y="1196096"/>
                  </a:lnTo>
                  <a:lnTo>
                    <a:pt x="385068" y="1188758"/>
                  </a:lnTo>
                  <a:lnTo>
                    <a:pt x="385276" y="1181420"/>
                  </a:lnTo>
                  <a:lnTo>
                    <a:pt x="385475" y="1174082"/>
                  </a:lnTo>
                  <a:lnTo>
                    <a:pt x="385668" y="1166744"/>
                  </a:lnTo>
                  <a:lnTo>
                    <a:pt x="385853" y="1159406"/>
                  </a:lnTo>
                  <a:lnTo>
                    <a:pt x="386028" y="1152068"/>
                  </a:lnTo>
                  <a:lnTo>
                    <a:pt x="386197" y="1144730"/>
                  </a:lnTo>
                  <a:lnTo>
                    <a:pt x="386361" y="1137392"/>
                  </a:lnTo>
                  <a:lnTo>
                    <a:pt x="386518" y="1130054"/>
                  </a:lnTo>
                  <a:lnTo>
                    <a:pt x="386670" y="1122716"/>
                  </a:lnTo>
                  <a:lnTo>
                    <a:pt x="386818" y="1115378"/>
                  </a:lnTo>
                  <a:lnTo>
                    <a:pt x="386962" y="1108040"/>
                  </a:lnTo>
                  <a:lnTo>
                    <a:pt x="387103" y="1100702"/>
                  </a:lnTo>
                  <a:lnTo>
                    <a:pt x="387241" y="1093364"/>
                  </a:lnTo>
                  <a:lnTo>
                    <a:pt x="387378" y="1086026"/>
                  </a:lnTo>
                  <a:lnTo>
                    <a:pt x="387514" y="1078688"/>
                  </a:lnTo>
                  <a:lnTo>
                    <a:pt x="387650" y="1071350"/>
                  </a:lnTo>
                  <a:lnTo>
                    <a:pt x="387787" y="1064012"/>
                  </a:lnTo>
                  <a:lnTo>
                    <a:pt x="387925" y="1056674"/>
                  </a:lnTo>
                  <a:lnTo>
                    <a:pt x="388065" y="1049336"/>
                  </a:lnTo>
                  <a:lnTo>
                    <a:pt x="388208" y="1041998"/>
                  </a:lnTo>
                  <a:lnTo>
                    <a:pt x="388354" y="1034660"/>
                  </a:lnTo>
                  <a:lnTo>
                    <a:pt x="388503" y="1027322"/>
                  </a:lnTo>
                  <a:lnTo>
                    <a:pt x="388657" y="1019984"/>
                  </a:lnTo>
                  <a:lnTo>
                    <a:pt x="388816" y="1012646"/>
                  </a:lnTo>
                  <a:lnTo>
                    <a:pt x="388980" y="1005308"/>
                  </a:lnTo>
                  <a:lnTo>
                    <a:pt x="389149" y="997970"/>
                  </a:lnTo>
                  <a:lnTo>
                    <a:pt x="389324" y="990632"/>
                  </a:lnTo>
                  <a:lnTo>
                    <a:pt x="389506" y="983294"/>
                  </a:lnTo>
                  <a:lnTo>
                    <a:pt x="389693" y="975956"/>
                  </a:lnTo>
                  <a:lnTo>
                    <a:pt x="389885" y="968618"/>
                  </a:lnTo>
                  <a:lnTo>
                    <a:pt x="390086" y="961280"/>
                  </a:lnTo>
                  <a:lnTo>
                    <a:pt x="390292" y="953942"/>
                  </a:lnTo>
                  <a:lnTo>
                    <a:pt x="390503" y="946604"/>
                  </a:lnTo>
                  <a:lnTo>
                    <a:pt x="390719" y="939266"/>
                  </a:lnTo>
                  <a:lnTo>
                    <a:pt x="390943" y="931928"/>
                  </a:lnTo>
                  <a:lnTo>
                    <a:pt x="391171" y="924590"/>
                  </a:lnTo>
                  <a:lnTo>
                    <a:pt x="391404" y="917252"/>
                  </a:lnTo>
                  <a:lnTo>
                    <a:pt x="391641" y="909914"/>
                  </a:lnTo>
                  <a:lnTo>
                    <a:pt x="391882" y="902576"/>
                  </a:lnTo>
                  <a:lnTo>
                    <a:pt x="392127" y="895238"/>
                  </a:lnTo>
                  <a:lnTo>
                    <a:pt x="392374" y="887900"/>
                  </a:lnTo>
                  <a:lnTo>
                    <a:pt x="392624" y="880562"/>
                  </a:lnTo>
                  <a:lnTo>
                    <a:pt x="392876" y="873224"/>
                  </a:lnTo>
                  <a:lnTo>
                    <a:pt x="393128" y="865886"/>
                  </a:lnTo>
                  <a:lnTo>
                    <a:pt x="393382" y="858548"/>
                  </a:lnTo>
                  <a:lnTo>
                    <a:pt x="393635" y="851210"/>
                  </a:lnTo>
                  <a:lnTo>
                    <a:pt x="393887" y="843871"/>
                  </a:lnTo>
                  <a:lnTo>
                    <a:pt x="394138" y="836533"/>
                  </a:lnTo>
                  <a:lnTo>
                    <a:pt x="394388" y="829195"/>
                  </a:lnTo>
                  <a:lnTo>
                    <a:pt x="394634" y="821857"/>
                  </a:lnTo>
                  <a:lnTo>
                    <a:pt x="394878" y="814519"/>
                  </a:lnTo>
                  <a:lnTo>
                    <a:pt x="395119" y="807181"/>
                  </a:lnTo>
                  <a:lnTo>
                    <a:pt x="395356" y="799843"/>
                  </a:lnTo>
                  <a:lnTo>
                    <a:pt x="395588" y="792505"/>
                  </a:lnTo>
                  <a:lnTo>
                    <a:pt x="395815" y="785167"/>
                  </a:lnTo>
                  <a:lnTo>
                    <a:pt x="396039" y="777829"/>
                  </a:lnTo>
                  <a:lnTo>
                    <a:pt x="396255" y="770491"/>
                  </a:lnTo>
                  <a:lnTo>
                    <a:pt x="396467" y="763153"/>
                  </a:lnTo>
                  <a:lnTo>
                    <a:pt x="396673" y="755815"/>
                  </a:lnTo>
                  <a:lnTo>
                    <a:pt x="396875" y="748477"/>
                  </a:lnTo>
                  <a:lnTo>
                    <a:pt x="397068" y="741139"/>
                  </a:lnTo>
                  <a:lnTo>
                    <a:pt x="397257" y="733801"/>
                  </a:lnTo>
                  <a:lnTo>
                    <a:pt x="397440" y="726463"/>
                  </a:lnTo>
                  <a:lnTo>
                    <a:pt x="397618" y="719125"/>
                  </a:lnTo>
                  <a:lnTo>
                    <a:pt x="397789" y="711787"/>
                  </a:lnTo>
                  <a:lnTo>
                    <a:pt x="397956" y="704449"/>
                  </a:lnTo>
                  <a:lnTo>
                    <a:pt x="398118" y="697111"/>
                  </a:lnTo>
                  <a:lnTo>
                    <a:pt x="398274" y="689773"/>
                  </a:lnTo>
                  <a:lnTo>
                    <a:pt x="398426" y="682435"/>
                  </a:lnTo>
                  <a:lnTo>
                    <a:pt x="398574" y="675097"/>
                  </a:lnTo>
                  <a:lnTo>
                    <a:pt x="398719" y="667759"/>
                  </a:lnTo>
                  <a:lnTo>
                    <a:pt x="398860" y="660421"/>
                  </a:lnTo>
                  <a:lnTo>
                    <a:pt x="398998" y="653083"/>
                  </a:lnTo>
                  <a:lnTo>
                    <a:pt x="399134" y="645745"/>
                  </a:lnTo>
                  <a:lnTo>
                    <a:pt x="399268" y="638407"/>
                  </a:lnTo>
                  <a:lnTo>
                    <a:pt x="399399" y="631069"/>
                  </a:lnTo>
                  <a:lnTo>
                    <a:pt x="399530" y="623731"/>
                  </a:lnTo>
                  <a:lnTo>
                    <a:pt x="399660" y="616393"/>
                  </a:lnTo>
                  <a:lnTo>
                    <a:pt x="399789" y="609055"/>
                  </a:lnTo>
                  <a:lnTo>
                    <a:pt x="399918" y="601717"/>
                  </a:lnTo>
                  <a:lnTo>
                    <a:pt x="400047" y="594379"/>
                  </a:lnTo>
                  <a:lnTo>
                    <a:pt x="400177" y="587041"/>
                  </a:lnTo>
                  <a:lnTo>
                    <a:pt x="400308" y="579703"/>
                  </a:lnTo>
                  <a:lnTo>
                    <a:pt x="400440" y="572365"/>
                  </a:lnTo>
                  <a:lnTo>
                    <a:pt x="400574" y="565027"/>
                  </a:lnTo>
                  <a:lnTo>
                    <a:pt x="400708" y="557689"/>
                  </a:lnTo>
                  <a:lnTo>
                    <a:pt x="400845" y="550351"/>
                  </a:lnTo>
                  <a:lnTo>
                    <a:pt x="400983" y="543013"/>
                  </a:lnTo>
                  <a:lnTo>
                    <a:pt x="401123" y="535675"/>
                  </a:lnTo>
                  <a:lnTo>
                    <a:pt x="401265" y="528337"/>
                  </a:lnTo>
                  <a:lnTo>
                    <a:pt x="401409" y="520999"/>
                  </a:lnTo>
                  <a:lnTo>
                    <a:pt x="401555" y="513661"/>
                  </a:lnTo>
                  <a:lnTo>
                    <a:pt x="401701" y="506323"/>
                  </a:lnTo>
                  <a:lnTo>
                    <a:pt x="401850" y="498985"/>
                  </a:lnTo>
                  <a:lnTo>
                    <a:pt x="402000" y="491647"/>
                  </a:lnTo>
                  <a:lnTo>
                    <a:pt x="402151" y="484309"/>
                  </a:lnTo>
                  <a:lnTo>
                    <a:pt x="402302" y="476971"/>
                  </a:lnTo>
                  <a:lnTo>
                    <a:pt x="402454" y="469633"/>
                  </a:lnTo>
                  <a:lnTo>
                    <a:pt x="402606" y="462295"/>
                  </a:lnTo>
                  <a:lnTo>
                    <a:pt x="402758" y="454957"/>
                  </a:lnTo>
                  <a:lnTo>
                    <a:pt x="402910" y="447619"/>
                  </a:lnTo>
                  <a:lnTo>
                    <a:pt x="403060" y="440281"/>
                  </a:lnTo>
                  <a:lnTo>
                    <a:pt x="403210" y="432943"/>
                  </a:lnTo>
                  <a:lnTo>
                    <a:pt x="403358" y="425605"/>
                  </a:lnTo>
                  <a:lnTo>
                    <a:pt x="403504" y="418266"/>
                  </a:lnTo>
                  <a:lnTo>
                    <a:pt x="403646" y="410928"/>
                  </a:lnTo>
                  <a:lnTo>
                    <a:pt x="403787" y="403590"/>
                  </a:lnTo>
                  <a:lnTo>
                    <a:pt x="403924" y="396252"/>
                  </a:lnTo>
                  <a:lnTo>
                    <a:pt x="404058" y="388914"/>
                  </a:lnTo>
                  <a:lnTo>
                    <a:pt x="404187" y="381576"/>
                  </a:lnTo>
                  <a:lnTo>
                    <a:pt x="404312" y="374238"/>
                  </a:lnTo>
                  <a:lnTo>
                    <a:pt x="404433" y="366900"/>
                  </a:lnTo>
                  <a:lnTo>
                    <a:pt x="404548" y="359562"/>
                  </a:lnTo>
                  <a:lnTo>
                    <a:pt x="404658" y="352224"/>
                  </a:lnTo>
                  <a:lnTo>
                    <a:pt x="404763" y="344886"/>
                  </a:lnTo>
                  <a:lnTo>
                    <a:pt x="404863" y="337548"/>
                  </a:lnTo>
                  <a:lnTo>
                    <a:pt x="404955" y="330210"/>
                  </a:lnTo>
                  <a:lnTo>
                    <a:pt x="405041" y="322872"/>
                  </a:lnTo>
                  <a:lnTo>
                    <a:pt x="405122" y="315534"/>
                  </a:lnTo>
                  <a:lnTo>
                    <a:pt x="405197" y="308196"/>
                  </a:lnTo>
                  <a:lnTo>
                    <a:pt x="405264" y="300858"/>
                  </a:lnTo>
                  <a:lnTo>
                    <a:pt x="405324" y="293520"/>
                  </a:lnTo>
                  <a:lnTo>
                    <a:pt x="405379" y="286182"/>
                  </a:lnTo>
                  <a:lnTo>
                    <a:pt x="405428" y="278844"/>
                  </a:lnTo>
                  <a:lnTo>
                    <a:pt x="405468" y="271506"/>
                  </a:lnTo>
                  <a:lnTo>
                    <a:pt x="405503" y="264168"/>
                  </a:lnTo>
                  <a:lnTo>
                    <a:pt x="405532" y="256830"/>
                  </a:lnTo>
                  <a:lnTo>
                    <a:pt x="405554" y="249492"/>
                  </a:lnTo>
                  <a:lnTo>
                    <a:pt x="405570" y="242154"/>
                  </a:lnTo>
                  <a:lnTo>
                    <a:pt x="405580" y="234816"/>
                  </a:lnTo>
                  <a:lnTo>
                    <a:pt x="405586" y="227478"/>
                  </a:lnTo>
                  <a:lnTo>
                    <a:pt x="405584" y="220140"/>
                  </a:lnTo>
                  <a:lnTo>
                    <a:pt x="405578" y="212802"/>
                  </a:lnTo>
                  <a:lnTo>
                    <a:pt x="405568" y="205464"/>
                  </a:lnTo>
                  <a:lnTo>
                    <a:pt x="405553" y="198126"/>
                  </a:lnTo>
                  <a:lnTo>
                    <a:pt x="405533" y="190788"/>
                  </a:lnTo>
                  <a:lnTo>
                    <a:pt x="405510" y="183450"/>
                  </a:lnTo>
                  <a:lnTo>
                    <a:pt x="405484" y="176112"/>
                  </a:lnTo>
                  <a:lnTo>
                    <a:pt x="405455" y="168774"/>
                  </a:lnTo>
                  <a:lnTo>
                    <a:pt x="405422" y="161436"/>
                  </a:lnTo>
                  <a:lnTo>
                    <a:pt x="405388" y="154098"/>
                  </a:lnTo>
                  <a:lnTo>
                    <a:pt x="405352" y="146760"/>
                  </a:lnTo>
                  <a:lnTo>
                    <a:pt x="405314" y="139422"/>
                  </a:lnTo>
                  <a:lnTo>
                    <a:pt x="405275" y="132084"/>
                  </a:lnTo>
                  <a:lnTo>
                    <a:pt x="405235" y="124746"/>
                  </a:lnTo>
                  <a:lnTo>
                    <a:pt x="405196" y="117408"/>
                  </a:lnTo>
                  <a:lnTo>
                    <a:pt x="405156" y="110070"/>
                  </a:lnTo>
                  <a:lnTo>
                    <a:pt x="405117" y="102732"/>
                  </a:lnTo>
                  <a:lnTo>
                    <a:pt x="405079" y="95394"/>
                  </a:lnTo>
                  <a:lnTo>
                    <a:pt x="405042" y="88056"/>
                  </a:lnTo>
                  <a:lnTo>
                    <a:pt x="405008" y="80718"/>
                  </a:lnTo>
                  <a:lnTo>
                    <a:pt x="404975" y="73380"/>
                  </a:lnTo>
                  <a:lnTo>
                    <a:pt x="404944" y="66042"/>
                  </a:lnTo>
                  <a:lnTo>
                    <a:pt x="404916" y="58704"/>
                  </a:lnTo>
                  <a:lnTo>
                    <a:pt x="404891" y="51366"/>
                  </a:lnTo>
                  <a:lnTo>
                    <a:pt x="404869" y="44028"/>
                  </a:lnTo>
                  <a:lnTo>
                    <a:pt x="404850" y="36690"/>
                  </a:lnTo>
                  <a:lnTo>
                    <a:pt x="404835" y="29352"/>
                  </a:lnTo>
                  <a:lnTo>
                    <a:pt x="404825" y="22014"/>
                  </a:lnTo>
                  <a:lnTo>
                    <a:pt x="404817" y="14676"/>
                  </a:lnTo>
                  <a:lnTo>
                    <a:pt x="404813" y="7338"/>
                  </a:lnTo>
                  <a:lnTo>
                    <a:pt x="404815" y="0"/>
                  </a:lnTo>
                  <a:lnTo>
                    <a:pt x="409800" y="0"/>
                  </a:lnTo>
                  <a:lnTo>
                    <a:pt x="409802" y="7338"/>
                  </a:lnTo>
                  <a:lnTo>
                    <a:pt x="409798" y="14676"/>
                  </a:lnTo>
                  <a:lnTo>
                    <a:pt x="409790" y="22014"/>
                  </a:lnTo>
                  <a:lnTo>
                    <a:pt x="409780" y="29352"/>
                  </a:lnTo>
                  <a:lnTo>
                    <a:pt x="409765" y="36690"/>
                  </a:lnTo>
                  <a:lnTo>
                    <a:pt x="409746" y="44028"/>
                  </a:lnTo>
                  <a:lnTo>
                    <a:pt x="409724" y="51366"/>
                  </a:lnTo>
                  <a:lnTo>
                    <a:pt x="409699" y="58704"/>
                  </a:lnTo>
                  <a:lnTo>
                    <a:pt x="409671" y="66042"/>
                  </a:lnTo>
                  <a:lnTo>
                    <a:pt x="409640" y="73380"/>
                  </a:lnTo>
                  <a:lnTo>
                    <a:pt x="409607" y="80718"/>
                  </a:lnTo>
                  <a:lnTo>
                    <a:pt x="409573" y="88056"/>
                  </a:lnTo>
                  <a:lnTo>
                    <a:pt x="409536" y="95394"/>
                  </a:lnTo>
                  <a:lnTo>
                    <a:pt x="409498" y="102732"/>
                  </a:lnTo>
                  <a:lnTo>
                    <a:pt x="409459" y="110070"/>
                  </a:lnTo>
                  <a:lnTo>
                    <a:pt x="409419" y="117408"/>
                  </a:lnTo>
                  <a:lnTo>
                    <a:pt x="409380" y="124746"/>
                  </a:lnTo>
                  <a:lnTo>
                    <a:pt x="409340" y="132084"/>
                  </a:lnTo>
                  <a:lnTo>
                    <a:pt x="409301" y="139422"/>
                  </a:lnTo>
                  <a:lnTo>
                    <a:pt x="409263" y="146760"/>
                  </a:lnTo>
                  <a:lnTo>
                    <a:pt x="409227" y="154098"/>
                  </a:lnTo>
                  <a:lnTo>
                    <a:pt x="409193" y="161436"/>
                  </a:lnTo>
                  <a:lnTo>
                    <a:pt x="409160" y="168774"/>
                  </a:lnTo>
                  <a:lnTo>
                    <a:pt x="409131" y="176112"/>
                  </a:lnTo>
                  <a:lnTo>
                    <a:pt x="409105" y="183450"/>
                  </a:lnTo>
                  <a:lnTo>
                    <a:pt x="409082" y="190788"/>
                  </a:lnTo>
                  <a:lnTo>
                    <a:pt x="409062" y="198126"/>
                  </a:lnTo>
                  <a:lnTo>
                    <a:pt x="409047" y="205464"/>
                  </a:lnTo>
                  <a:lnTo>
                    <a:pt x="409037" y="212802"/>
                  </a:lnTo>
                  <a:lnTo>
                    <a:pt x="409031" y="220140"/>
                  </a:lnTo>
                  <a:lnTo>
                    <a:pt x="409029" y="227478"/>
                  </a:lnTo>
                  <a:lnTo>
                    <a:pt x="409035" y="234816"/>
                  </a:lnTo>
                  <a:lnTo>
                    <a:pt x="409045" y="242154"/>
                  </a:lnTo>
                  <a:lnTo>
                    <a:pt x="409061" y="249492"/>
                  </a:lnTo>
                  <a:lnTo>
                    <a:pt x="409083" y="256830"/>
                  </a:lnTo>
                  <a:lnTo>
                    <a:pt x="409112" y="264168"/>
                  </a:lnTo>
                  <a:lnTo>
                    <a:pt x="409147" y="271506"/>
                  </a:lnTo>
                  <a:lnTo>
                    <a:pt x="409187" y="278844"/>
                  </a:lnTo>
                  <a:lnTo>
                    <a:pt x="409236" y="286182"/>
                  </a:lnTo>
                  <a:lnTo>
                    <a:pt x="409291" y="293520"/>
                  </a:lnTo>
                  <a:lnTo>
                    <a:pt x="409351" y="300858"/>
                  </a:lnTo>
                  <a:lnTo>
                    <a:pt x="409418" y="308196"/>
                  </a:lnTo>
                  <a:lnTo>
                    <a:pt x="409493" y="315534"/>
                  </a:lnTo>
                  <a:lnTo>
                    <a:pt x="409574" y="322872"/>
                  </a:lnTo>
                  <a:lnTo>
                    <a:pt x="409660" y="330210"/>
                  </a:lnTo>
                  <a:lnTo>
                    <a:pt x="409752" y="337548"/>
                  </a:lnTo>
                  <a:lnTo>
                    <a:pt x="409852" y="344886"/>
                  </a:lnTo>
                  <a:lnTo>
                    <a:pt x="409957" y="352224"/>
                  </a:lnTo>
                  <a:lnTo>
                    <a:pt x="410067" y="359562"/>
                  </a:lnTo>
                  <a:lnTo>
                    <a:pt x="410182" y="366900"/>
                  </a:lnTo>
                  <a:lnTo>
                    <a:pt x="410303" y="374238"/>
                  </a:lnTo>
                  <a:lnTo>
                    <a:pt x="410428" y="381576"/>
                  </a:lnTo>
                  <a:lnTo>
                    <a:pt x="410557" y="388914"/>
                  </a:lnTo>
                  <a:lnTo>
                    <a:pt x="410691" y="396252"/>
                  </a:lnTo>
                  <a:lnTo>
                    <a:pt x="410828" y="403590"/>
                  </a:lnTo>
                  <a:lnTo>
                    <a:pt x="410969" y="410928"/>
                  </a:lnTo>
                  <a:lnTo>
                    <a:pt x="411111" y="418266"/>
                  </a:lnTo>
                  <a:lnTo>
                    <a:pt x="411257" y="425605"/>
                  </a:lnTo>
                  <a:lnTo>
                    <a:pt x="411405" y="432943"/>
                  </a:lnTo>
                  <a:lnTo>
                    <a:pt x="411554" y="440281"/>
                  </a:lnTo>
                  <a:lnTo>
                    <a:pt x="411705" y="447619"/>
                  </a:lnTo>
                  <a:lnTo>
                    <a:pt x="411857" y="454957"/>
                  </a:lnTo>
                  <a:lnTo>
                    <a:pt x="412009" y="462295"/>
                  </a:lnTo>
                  <a:lnTo>
                    <a:pt x="412161" y="469633"/>
                  </a:lnTo>
                  <a:lnTo>
                    <a:pt x="412313" y="476971"/>
                  </a:lnTo>
                  <a:lnTo>
                    <a:pt x="412464" y="484309"/>
                  </a:lnTo>
                  <a:lnTo>
                    <a:pt x="412615" y="491647"/>
                  </a:lnTo>
                  <a:lnTo>
                    <a:pt x="412765" y="498985"/>
                  </a:lnTo>
                  <a:lnTo>
                    <a:pt x="412914" y="506323"/>
                  </a:lnTo>
                  <a:lnTo>
                    <a:pt x="413060" y="513661"/>
                  </a:lnTo>
                  <a:lnTo>
                    <a:pt x="413206" y="520999"/>
                  </a:lnTo>
                  <a:lnTo>
                    <a:pt x="413350" y="528337"/>
                  </a:lnTo>
                  <a:lnTo>
                    <a:pt x="413492" y="535675"/>
                  </a:lnTo>
                  <a:lnTo>
                    <a:pt x="413632" y="543013"/>
                  </a:lnTo>
                  <a:lnTo>
                    <a:pt x="413770" y="550351"/>
                  </a:lnTo>
                  <a:lnTo>
                    <a:pt x="413907" y="557689"/>
                  </a:lnTo>
                  <a:lnTo>
                    <a:pt x="414041" y="565027"/>
                  </a:lnTo>
                  <a:lnTo>
                    <a:pt x="414175" y="572365"/>
                  </a:lnTo>
                  <a:lnTo>
                    <a:pt x="414307" y="579703"/>
                  </a:lnTo>
                  <a:lnTo>
                    <a:pt x="414438" y="587041"/>
                  </a:lnTo>
                  <a:lnTo>
                    <a:pt x="414568" y="594379"/>
                  </a:lnTo>
                  <a:lnTo>
                    <a:pt x="414697" y="601717"/>
                  </a:lnTo>
                  <a:lnTo>
                    <a:pt x="414826" y="609055"/>
                  </a:lnTo>
                  <a:lnTo>
                    <a:pt x="414955" y="616393"/>
                  </a:lnTo>
                  <a:lnTo>
                    <a:pt x="415085" y="623731"/>
                  </a:lnTo>
                  <a:lnTo>
                    <a:pt x="415216" y="631069"/>
                  </a:lnTo>
                  <a:lnTo>
                    <a:pt x="415347" y="638407"/>
                  </a:lnTo>
                  <a:lnTo>
                    <a:pt x="415481" y="645745"/>
                  </a:lnTo>
                  <a:lnTo>
                    <a:pt x="415617" y="653083"/>
                  </a:lnTo>
                  <a:lnTo>
                    <a:pt x="415755" y="660421"/>
                  </a:lnTo>
                  <a:lnTo>
                    <a:pt x="415896" y="667759"/>
                  </a:lnTo>
                  <a:lnTo>
                    <a:pt x="416040" y="675097"/>
                  </a:lnTo>
                  <a:lnTo>
                    <a:pt x="416189" y="682435"/>
                  </a:lnTo>
                  <a:lnTo>
                    <a:pt x="416341" y="689773"/>
                  </a:lnTo>
                  <a:lnTo>
                    <a:pt x="416497" y="697111"/>
                  </a:lnTo>
                  <a:lnTo>
                    <a:pt x="416659" y="704449"/>
                  </a:lnTo>
                  <a:lnTo>
                    <a:pt x="416826" y="711787"/>
                  </a:lnTo>
                  <a:lnTo>
                    <a:pt x="416997" y="719125"/>
                  </a:lnTo>
                  <a:lnTo>
                    <a:pt x="417175" y="726463"/>
                  </a:lnTo>
                  <a:lnTo>
                    <a:pt x="417358" y="733801"/>
                  </a:lnTo>
                  <a:lnTo>
                    <a:pt x="417547" y="741139"/>
                  </a:lnTo>
                  <a:lnTo>
                    <a:pt x="417740" y="748477"/>
                  </a:lnTo>
                  <a:lnTo>
                    <a:pt x="417942" y="755815"/>
                  </a:lnTo>
                  <a:lnTo>
                    <a:pt x="418148" y="763153"/>
                  </a:lnTo>
                  <a:lnTo>
                    <a:pt x="418360" y="770491"/>
                  </a:lnTo>
                  <a:lnTo>
                    <a:pt x="418576" y="777829"/>
                  </a:lnTo>
                  <a:lnTo>
                    <a:pt x="418800" y="785167"/>
                  </a:lnTo>
                  <a:lnTo>
                    <a:pt x="419027" y="792505"/>
                  </a:lnTo>
                  <a:lnTo>
                    <a:pt x="419259" y="799843"/>
                  </a:lnTo>
                  <a:lnTo>
                    <a:pt x="419496" y="807181"/>
                  </a:lnTo>
                  <a:lnTo>
                    <a:pt x="419737" y="814519"/>
                  </a:lnTo>
                  <a:lnTo>
                    <a:pt x="419981" y="821857"/>
                  </a:lnTo>
                  <a:lnTo>
                    <a:pt x="420227" y="829195"/>
                  </a:lnTo>
                  <a:lnTo>
                    <a:pt x="420477" y="836533"/>
                  </a:lnTo>
                  <a:lnTo>
                    <a:pt x="420728" y="843871"/>
                  </a:lnTo>
                  <a:lnTo>
                    <a:pt x="420980" y="851210"/>
                  </a:lnTo>
                  <a:lnTo>
                    <a:pt x="421233" y="858548"/>
                  </a:lnTo>
                  <a:lnTo>
                    <a:pt x="421487" y="865886"/>
                  </a:lnTo>
                  <a:lnTo>
                    <a:pt x="421739" y="873224"/>
                  </a:lnTo>
                  <a:lnTo>
                    <a:pt x="421991" y="880562"/>
                  </a:lnTo>
                  <a:lnTo>
                    <a:pt x="422241" y="887900"/>
                  </a:lnTo>
                  <a:lnTo>
                    <a:pt x="422488" y="895238"/>
                  </a:lnTo>
                  <a:lnTo>
                    <a:pt x="422733" y="902576"/>
                  </a:lnTo>
                  <a:lnTo>
                    <a:pt x="422974" y="909914"/>
                  </a:lnTo>
                  <a:lnTo>
                    <a:pt x="423211" y="917252"/>
                  </a:lnTo>
                  <a:lnTo>
                    <a:pt x="423444" y="924590"/>
                  </a:lnTo>
                  <a:lnTo>
                    <a:pt x="423672" y="931928"/>
                  </a:lnTo>
                  <a:lnTo>
                    <a:pt x="423896" y="939266"/>
                  </a:lnTo>
                  <a:lnTo>
                    <a:pt x="424112" y="946604"/>
                  </a:lnTo>
                  <a:lnTo>
                    <a:pt x="424323" y="953942"/>
                  </a:lnTo>
                  <a:lnTo>
                    <a:pt x="424529" y="961280"/>
                  </a:lnTo>
                  <a:lnTo>
                    <a:pt x="424730" y="968618"/>
                  </a:lnTo>
                  <a:lnTo>
                    <a:pt x="424922" y="975956"/>
                  </a:lnTo>
                  <a:lnTo>
                    <a:pt x="425109" y="983294"/>
                  </a:lnTo>
                  <a:lnTo>
                    <a:pt x="425291" y="990632"/>
                  </a:lnTo>
                  <a:lnTo>
                    <a:pt x="425466" y="997970"/>
                  </a:lnTo>
                  <a:lnTo>
                    <a:pt x="425635" y="1005308"/>
                  </a:lnTo>
                  <a:lnTo>
                    <a:pt x="425799" y="1012646"/>
                  </a:lnTo>
                  <a:lnTo>
                    <a:pt x="425958" y="1019984"/>
                  </a:lnTo>
                  <a:lnTo>
                    <a:pt x="426112" y="1027322"/>
                  </a:lnTo>
                  <a:lnTo>
                    <a:pt x="426261" y="1034660"/>
                  </a:lnTo>
                  <a:lnTo>
                    <a:pt x="426407" y="1041998"/>
                  </a:lnTo>
                  <a:lnTo>
                    <a:pt x="426550" y="1049336"/>
                  </a:lnTo>
                  <a:lnTo>
                    <a:pt x="426690" y="1056674"/>
                  </a:lnTo>
                  <a:lnTo>
                    <a:pt x="426828" y="1064012"/>
                  </a:lnTo>
                  <a:lnTo>
                    <a:pt x="426965" y="1071350"/>
                  </a:lnTo>
                  <a:lnTo>
                    <a:pt x="427101" y="1078688"/>
                  </a:lnTo>
                  <a:lnTo>
                    <a:pt x="427237" y="1086026"/>
                  </a:lnTo>
                  <a:lnTo>
                    <a:pt x="427374" y="1093364"/>
                  </a:lnTo>
                  <a:lnTo>
                    <a:pt x="427512" y="1100702"/>
                  </a:lnTo>
                  <a:lnTo>
                    <a:pt x="427653" y="1108040"/>
                  </a:lnTo>
                  <a:lnTo>
                    <a:pt x="427797" y="1115378"/>
                  </a:lnTo>
                  <a:lnTo>
                    <a:pt x="427945" y="1122716"/>
                  </a:lnTo>
                  <a:lnTo>
                    <a:pt x="428096" y="1130054"/>
                  </a:lnTo>
                  <a:lnTo>
                    <a:pt x="428254" y="1137392"/>
                  </a:lnTo>
                  <a:lnTo>
                    <a:pt x="428418" y="1144730"/>
                  </a:lnTo>
                  <a:lnTo>
                    <a:pt x="428587" y="1152068"/>
                  </a:lnTo>
                  <a:lnTo>
                    <a:pt x="428762" y="1159406"/>
                  </a:lnTo>
                  <a:lnTo>
                    <a:pt x="428947" y="1166744"/>
                  </a:lnTo>
                  <a:lnTo>
                    <a:pt x="429140" y="1174082"/>
                  </a:lnTo>
                  <a:lnTo>
                    <a:pt x="429339" y="1181420"/>
                  </a:lnTo>
                  <a:lnTo>
                    <a:pt x="429547" y="1188758"/>
                  </a:lnTo>
                  <a:lnTo>
                    <a:pt x="429767" y="1196096"/>
                  </a:lnTo>
                  <a:lnTo>
                    <a:pt x="429995" y="1203434"/>
                  </a:lnTo>
                  <a:lnTo>
                    <a:pt x="430231" y="1210772"/>
                  </a:lnTo>
                  <a:lnTo>
                    <a:pt x="430477" y="1218110"/>
                  </a:lnTo>
                  <a:lnTo>
                    <a:pt x="430734" y="1225448"/>
                  </a:lnTo>
                  <a:lnTo>
                    <a:pt x="431000" y="1232786"/>
                  </a:lnTo>
                  <a:lnTo>
                    <a:pt x="431275" y="1240124"/>
                  </a:lnTo>
                  <a:lnTo>
                    <a:pt x="431560" y="1247462"/>
                  </a:lnTo>
                  <a:lnTo>
                    <a:pt x="431855" y="1254800"/>
                  </a:lnTo>
                  <a:lnTo>
                    <a:pt x="432158" y="1262138"/>
                  </a:lnTo>
                  <a:lnTo>
                    <a:pt x="432469" y="1269476"/>
                  </a:lnTo>
                  <a:lnTo>
                    <a:pt x="432791" y="1276815"/>
                  </a:lnTo>
                  <a:lnTo>
                    <a:pt x="433120" y="1284153"/>
                  </a:lnTo>
                  <a:lnTo>
                    <a:pt x="433456" y="1291491"/>
                  </a:lnTo>
                  <a:lnTo>
                    <a:pt x="433798" y="1298829"/>
                  </a:lnTo>
                  <a:lnTo>
                    <a:pt x="434149" y="1306167"/>
                  </a:lnTo>
                  <a:lnTo>
                    <a:pt x="434506" y="1313505"/>
                  </a:lnTo>
                  <a:lnTo>
                    <a:pt x="434867" y="1320843"/>
                  </a:lnTo>
                  <a:lnTo>
                    <a:pt x="435234" y="1328181"/>
                  </a:lnTo>
                  <a:lnTo>
                    <a:pt x="435605" y="1335519"/>
                  </a:lnTo>
                  <a:lnTo>
                    <a:pt x="435980" y="1342857"/>
                  </a:lnTo>
                  <a:lnTo>
                    <a:pt x="436358" y="1350195"/>
                  </a:lnTo>
                  <a:lnTo>
                    <a:pt x="436738" y="1357533"/>
                  </a:lnTo>
                  <a:lnTo>
                    <a:pt x="437120" y="1364871"/>
                  </a:lnTo>
                  <a:lnTo>
                    <a:pt x="437503" y="1372209"/>
                  </a:lnTo>
                  <a:lnTo>
                    <a:pt x="437887" y="1379547"/>
                  </a:lnTo>
                  <a:lnTo>
                    <a:pt x="438271" y="1386885"/>
                  </a:lnTo>
                  <a:lnTo>
                    <a:pt x="438653" y="1394223"/>
                  </a:lnTo>
                  <a:lnTo>
                    <a:pt x="439034" y="1401561"/>
                  </a:lnTo>
                  <a:lnTo>
                    <a:pt x="439413" y="1408899"/>
                  </a:lnTo>
                  <a:lnTo>
                    <a:pt x="439789" y="1416237"/>
                  </a:lnTo>
                  <a:lnTo>
                    <a:pt x="440161" y="1423575"/>
                  </a:lnTo>
                  <a:lnTo>
                    <a:pt x="440530" y="1430913"/>
                  </a:lnTo>
                  <a:lnTo>
                    <a:pt x="440894" y="1438251"/>
                  </a:lnTo>
                  <a:lnTo>
                    <a:pt x="441251" y="1445589"/>
                  </a:lnTo>
                  <a:lnTo>
                    <a:pt x="441604" y="1452927"/>
                  </a:lnTo>
                  <a:lnTo>
                    <a:pt x="441951" y="1460265"/>
                  </a:lnTo>
                  <a:lnTo>
                    <a:pt x="442289" y="1467603"/>
                  </a:lnTo>
                  <a:lnTo>
                    <a:pt x="442620" y="1474941"/>
                  </a:lnTo>
                  <a:lnTo>
                    <a:pt x="442943" y="1482279"/>
                  </a:lnTo>
                  <a:lnTo>
                    <a:pt x="443260" y="1489617"/>
                  </a:lnTo>
                  <a:lnTo>
                    <a:pt x="443564" y="1496955"/>
                  </a:lnTo>
                  <a:lnTo>
                    <a:pt x="443859" y="1504293"/>
                  </a:lnTo>
                  <a:lnTo>
                    <a:pt x="444146" y="1511631"/>
                  </a:lnTo>
                  <a:lnTo>
                    <a:pt x="444423" y="1518969"/>
                  </a:lnTo>
                  <a:lnTo>
                    <a:pt x="444686" y="1526307"/>
                  </a:lnTo>
                  <a:lnTo>
                    <a:pt x="444939" y="1533645"/>
                  </a:lnTo>
                  <a:lnTo>
                    <a:pt x="445182" y="1540983"/>
                  </a:lnTo>
                  <a:lnTo>
                    <a:pt x="445413" y="1548321"/>
                  </a:lnTo>
                  <a:lnTo>
                    <a:pt x="445630" y="1555659"/>
                  </a:lnTo>
                  <a:lnTo>
                    <a:pt x="445836" y="1562997"/>
                  </a:lnTo>
                  <a:lnTo>
                    <a:pt x="446031" y="1570335"/>
                  </a:lnTo>
                  <a:lnTo>
                    <a:pt x="446211" y="1577673"/>
                  </a:lnTo>
                  <a:lnTo>
                    <a:pt x="446378" y="1585011"/>
                  </a:lnTo>
                  <a:lnTo>
                    <a:pt x="446533" y="1592349"/>
                  </a:lnTo>
                  <a:lnTo>
                    <a:pt x="446678" y="1599687"/>
                  </a:lnTo>
                  <a:lnTo>
                    <a:pt x="446805" y="1607025"/>
                  </a:lnTo>
                  <a:lnTo>
                    <a:pt x="446921" y="1614363"/>
                  </a:lnTo>
                  <a:lnTo>
                    <a:pt x="447026" y="1621701"/>
                  </a:lnTo>
                  <a:lnTo>
                    <a:pt x="447119" y="1629039"/>
                  </a:lnTo>
                  <a:lnTo>
                    <a:pt x="447196" y="1636377"/>
                  </a:lnTo>
                  <a:lnTo>
                    <a:pt x="447263" y="1643715"/>
                  </a:lnTo>
                  <a:lnTo>
                    <a:pt x="447320" y="1651053"/>
                  </a:lnTo>
                  <a:lnTo>
                    <a:pt x="447364" y="1658391"/>
                  </a:lnTo>
                  <a:lnTo>
                    <a:pt x="447396" y="1665729"/>
                  </a:lnTo>
                  <a:lnTo>
                    <a:pt x="447418" y="1673067"/>
                  </a:lnTo>
                  <a:lnTo>
                    <a:pt x="447432" y="1680405"/>
                  </a:lnTo>
                  <a:lnTo>
                    <a:pt x="447434" y="1687743"/>
                  </a:lnTo>
                  <a:lnTo>
                    <a:pt x="447428" y="1695082"/>
                  </a:lnTo>
                  <a:lnTo>
                    <a:pt x="447414" y="1702420"/>
                  </a:lnTo>
                  <a:lnTo>
                    <a:pt x="447393" y="1709758"/>
                  </a:lnTo>
                  <a:lnTo>
                    <a:pt x="447363" y="1717096"/>
                  </a:lnTo>
                  <a:lnTo>
                    <a:pt x="447327" y="1724434"/>
                  </a:lnTo>
                  <a:lnTo>
                    <a:pt x="447287" y="1731772"/>
                  </a:lnTo>
                  <a:lnTo>
                    <a:pt x="447242" y="1739110"/>
                  </a:lnTo>
                  <a:lnTo>
                    <a:pt x="447191" y="1746448"/>
                  </a:lnTo>
                  <a:lnTo>
                    <a:pt x="447138" y="1753786"/>
                  </a:lnTo>
                  <a:lnTo>
                    <a:pt x="447083" y="1761124"/>
                  </a:lnTo>
                  <a:lnTo>
                    <a:pt x="447025" y="1768462"/>
                  </a:lnTo>
                  <a:lnTo>
                    <a:pt x="446966" y="1775800"/>
                  </a:lnTo>
                  <a:lnTo>
                    <a:pt x="446907" y="1783138"/>
                  </a:lnTo>
                  <a:lnTo>
                    <a:pt x="446849" y="1790476"/>
                  </a:lnTo>
                  <a:lnTo>
                    <a:pt x="446791" y="1797814"/>
                  </a:lnTo>
                  <a:lnTo>
                    <a:pt x="446736" y="1805152"/>
                  </a:lnTo>
                  <a:lnTo>
                    <a:pt x="446684" y="1812490"/>
                  </a:lnTo>
                  <a:lnTo>
                    <a:pt x="446634" y="1819828"/>
                  </a:lnTo>
                  <a:lnTo>
                    <a:pt x="446589" y="1827166"/>
                  </a:lnTo>
                  <a:lnTo>
                    <a:pt x="446549" y="1834504"/>
                  </a:lnTo>
                  <a:lnTo>
                    <a:pt x="446514" y="1841842"/>
                  </a:lnTo>
                  <a:lnTo>
                    <a:pt x="446485" y="1849180"/>
                  </a:lnTo>
                  <a:lnTo>
                    <a:pt x="446464" y="1856518"/>
                  </a:lnTo>
                  <a:lnTo>
                    <a:pt x="446450" y="1863856"/>
                  </a:lnTo>
                  <a:lnTo>
                    <a:pt x="446442" y="1871194"/>
                  </a:lnTo>
                  <a:lnTo>
                    <a:pt x="446445" y="1878532"/>
                  </a:lnTo>
                  <a:lnTo>
                    <a:pt x="446458" y="1885870"/>
                  </a:lnTo>
                  <a:lnTo>
                    <a:pt x="446480" y="1893208"/>
                  </a:lnTo>
                  <a:lnTo>
                    <a:pt x="446511" y="1900546"/>
                  </a:lnTo>
                  <a:lnTo>
                    <a:pt x="446555" y="1907884"/>
                  </a:lnTo>
                  <a:lnTo>
                    <a:pt x="446612" y="1915222"/>
                  </a:lnTo>
                  <a:lnTo>
                    <a:pt x="446679" y="1922560"/>
                  </a:lnTo>
                  <a:lnTo>
                    <a:pt x="446758" y="1929898"/>
                  </a:lnTo>
                  <a:lnTo>
                    <a:pt x="446855" y="1937236"/>
                  </a:lnTo>
                  <a:lnTo>
                    <a:pt x="446964" y="1944574"/>
                  </a:lnTo>
                  <a:lnTo>
                    <a:pt x="447086" y="1951912"/>
                  </a:lnTo>
                  <a:lnTo>
                    <a:pt x="447224" y="1959250"/>
                  </a:lnTo>
                  <a:lnTo>
                    <a:pt x="447381" y="1966588"/>
                  </a:lnTo>
                  <a:lnTo>
                    <a:pt x="447553" y="1973926"/>
                  </a:lnTo>
                  <a:lnTo>
                    <a:pt x="447740" y="1981264"/>
                  </a:lnTo>
                  <a:lnTo>
                    <a:pt x="447946" y="1988602"/>
                  </a:lnTo>
                  <a:lnTo>
                    <a:pt x="448173" y="1995940"/>
                  </a:lnTo>
                  <a:lnTo>
                    <a:pt x="448416" y="2003278"/>
                  </a:lnTo>
                  <a:lnTo>
                    <a:pt x="448676" y="2010616"/>
                  </a:lnTo>
                  <a:lnTo>
                    <a:pt x="448960" y="2017954"/>
                  </a:lnTo>
                  <a:lnTo>
                    <a:pt x="449264" y="2025292"/>
                  </a:lnTo>
                  <a:lnTo>
                    <a:pt x="449585" y="2032630"/>
                  </a:lnTo>
                  <a:lnTo>
                    <a:pt x="449925" y="2039968"/>
                  </a:lnTo>
                  <a:lnTo>
                    <a:pt x="450293" y="2047306"/>
                  </a:lnTo>
                  <a:lnTo>
                    <a:pt x="450679" y="2054644"/>
                  </a:lnTo>
                  <a:lnTo>
                    <a:pt x="451083" y="2061982"/>
                  </a:lnTo>
                  <a:lnTo>
                    <a:pt x="451509" y="2069320"/>
                  </a:lnTo>
                  <a:lnTo>
                    <a:pt x="451961" y="2076658"/>
                  </a:lnTo>
                  <a:lnTo>
                    <a:pt x="452431" y="2083996"/>
                  </a:lnTo>
                  <a:lnTo>
                    <a:pt x="452919" y="2091334"/>
                  </a:lnTo>
                  <a:lnTo>
                    <a:pt x="453430" y="2098672"/>
                  </a:lnTo>
                  <a:lnTo>
                    <a:pt x="453963" y="2106010"/>
                  </a:lnTo>
                  <a:lnTo>
                    <a:pt x="454513" y="2113348"/>
                  </a:lnTo>
                  <a:lnTo>
                    <a:pt x="455079" y="2120687"/>
                  </a:lnTo>
                  <a:lnTo>
                    <a:pt x="455668" y="2128025"/>
                  </a:lnTo>
                  <a:lnTo>
                    <a:pt x="456273" y="2135363"/>
                  </a:lnTo>
                  <a:lnTo>
                    <a:pt x="456893" y="2142701"/>
                  </a:lnTo>
                  <a:lnTo>
                    <a:pt x="457526" y="2150039"/>
                  </a:lnTo>
                  <a:lnTo>
                    <a:pt x="458177" y="2157377"/>
                  </a:lnTo>
                  <a:lnTo>
                    <a:pt x="458839" y="2164715"/>
                  </a:lnTo>
                  <a:lnTo>
                    <a:pt x="459511" y="2172053"/>
                  </a:lnTo>
                  <a:lnTo>
                    <a:pt x="460193" y="2179391"/>
                  </a:lnTo>
                  <a:lnTo>
                    <a:pt x="460885" y="2186729"/>
                  </a:lnTo>
                  <a:lnTo>
                    <a:pt x="461582" y="2194067"/>
                  </a:lnTo>
                  <a:lnTo>
                    <a:pt x="462284" y="2201405"/>
                  </a:lnTo>
                  <a:lnTo>
                    <a:pt x="462989" y="2208743"/>
                  </a:lnTo>
                  <a:lnTo>
                    <a:pt x="463695" y="2216081"/>
                  </a:lnTo>
                  <a:lnTo>
                    <a:pt x="464400" y="2223419"/>
                  </a:lnTo>
                  <a:lnTo>
                    <a:pt x="465104" y="2230757"/>
                  </a:lnTo>
                  <a:lnTo>
                    <a:pt x="465802" y="2238095"/>
                  </a:lnTo>
                  <a:lnTo>
                    <a:pt x="466494" y="2245433"/>
                  </a:lnTo>
                  <a:lnTo>
                    <a:pt x="467178" y="2252771"/>
                  </a:lnTo>
                  <a:lnTo>
                    <a:pt x="467853" y="2260109"/>
                  </a:lnTo>
                  <a:lnTo>
                    <a:pt x="468513" y="2267447"/>
                  </a:lnTo>
                  <a:lnTo>
                    <a:pt x="469160" y="2274785"/>
                  </a:lnTo>
                  <a:lnTo>
                    <a:pt x="469794" y="2282123"/>
                  </a:lnTo>
                  <a:lnTo>
                    <a:pt x="470411" y="2289461"/>
                  </a:lnTo>
                  <a:lnTo>
                    <a:pt x="471004" y="2296799"/>
                  </a:lnTo>
                  <a:lnTo>
                    <a:pt x="471580" y="2304137"/>
                  </a:lnTo>
                  <a:lnTo>
                    <a:pt x="472137" y="2311475"/>
                  </a:lnTo>
                  <a:lnTo>
                    <a:pt x="472667" y="2318813"/>
                  </a:lnTo>
                  <a:lnTo>
                    <a:pt x="473172" y="2326151"/>
                  </a:lnTo>
                  <a:lnTo>
                    <a:pt x="473654" y="2333489"/>
                  </a:lnTo>
                  <a:lnTo>
                    <a:pt x="474114" y="2340827"/>
                  </a:lnTo>
                  <a:lnTo>
                    <a:pt x="474538" y="2348165"/>
                  </a:lnTo>
                  <a:lnTo>
                    <a:pt x="474937" y="2355503"/>
                  </a:lnTo>
                  <a:lnTo>
                    <a:pt x="475312" y="2362841"/>
                  </a:lnTo>
                  <a:lnTo>
                    <a:pt x="475660" y="2370179"/>
                  </a:lnTo>
                  <a:lnTo>
                    <a:pt x="475971" y="2377517"/>
                  </a:lnTo>
                  <a:lnTo>
                    <a:pt x="476257" y="2384855"/>
                  </a:lnTo>
                  <a:lnTo>
                    <a:pt x="476520" y="2392193"/>
                  </a:lnTo>
                  <a:lnTo>
                    <a:pt x="476752" y="2399531"/>
                  </a:lnTo>
                  <a:lnTo>
                    <a:pt x="476953" y="2406869"/>
                  </a:lnTo>
                  <a:lnTo>
                    <a:pt x="477131" y="2414207"/>
                  </a:lnTo>
                  <a:lnTo>
                    <a:pt x="477286" y="2421545"/>
                  </a:lnTo>
                  <a:lnTo>
                    <a:pt x="477412" y="2428883"/>
                  </a:lnTo>
                  <a:lnTo>
                    <a:pt x="477514" y="2436221"/>
                  </a:lnTo>
                  <a:lnTo>
                    <a:pt x="477597" y="2443559"/>
                  </a:lnTo>
                  <a:lnTo>
                    <a:pt x="477662" y="2450897"/>
                  </a:lnTo>
                  <a:lnTo>
                    <a:pt x="477702" y="2458235"/>
                  </a:lnTo>
                  <a:lnTo>
                    <a:pt x="477727" y="2465573"/>
                  </a:lnTo>
                  <a:lnTo>
                    <a:pt x="477738" y="2472911"/>
                  </a:lnTo>
                  <a:lnTo>
                    <a:pt x="477737" y="2480249"/>
                  </a:lnTo>
                  <a:lnTo>
                    <a:pt x="477721" y="2487587"/>
                  </a:lnTo>
                  <a:lnTo>
                    <a:pt x="477698" y="2494925"/>
                  </a:lnTo>
                  <a:lnTo>
                    <a:pt x="477669" y="2502263"/>
                  </a:lnTo>
                  <a:lnTo>
                    <a:pt x="477635" y="2509601"/>
                  </a:lnTo>
                  <a:lnTo>
                    <a:pt x="477598" y="2516939"/>
                  </a:lnTo>
                  <a:lnTo>
                    <a:pt x="477562" y="2524277"/>
                  </a:lnTo>
                  <a:lnTo>
                    <a:pt x="477528" y="2531615"/>
                  </a:lnTo>
                  <a:lnTo>
                    <a:pt x="477500" y="2538953"/>
                  </a:lnTo>
                  <a:lnTo>
                    <a:pt x="477479" y="2546292"/>
                  </a:lnTo>
                  <a:lnTo>
                    <a:pt x="477467" y="2553630"/>
                  </a:lnTo>
                  <a:lnTo>
                    <a:pt x="477464" y="2560968"/>
                  </a:lnTo>
                  <a:lnTo>
                    <a:pt x="477480" y="2568306"/>
                  </a:lnTo>
                  <a:lnTo>
                    <a:pt x="477512" y="2575644"/>
                  </a:lnTo>
                  <a:lnTo>
                    <a:pt x="477559" y="2582982"/>
                  </a:lnTo>
                  <a:lnTo>
                    <a:pt x="477624" y="2590320"/>
                  </a:lnTo>
                  <a:lnTo>
                    <a:pt x="477718" y="2597658"/>
                  </a:lnTo>
                  <a:lnTo>
                    <a:pt x="477833" y="2604996"/>
                  </a:lnTo>
                  <a:lnTo>
                    <a:pt x="477970" y="2612334"/>
                  </a:lnTo>
                  <a:lnTo>
                    <a:pt x="478135" y="2619672"/>
                  </a:lnTo>
                  <a:lnTo>
                    <a:pt x="478332" y="2627010"/>
                  </a:lnTo>
                  <a:lnTo>
                    <a:pt x="478555" y="2634348"/>
                  </a:lnTo>
                  <a:lnTo>
                    <a:pt x="478804" y="2641686"/>
                  </a:lnTo>
                  <a:lnTo>
                    <a:pt x="479090" y="2649024"/>
                  </a:lnTo>
                  <a:lnTo>
                    <a:pt x="479408" y="2656362"/>
                  </a:lnTo>
                  <a:lnTo>
                    <a:pt x="479754" y="2663700"/>
                  </a:lnTo>
                  <a:lnTo>
                    <a:pt x="480129" y="2671038"/>
                  </a:lnTo>
                  <a:lnTo>
                    <a:pt x="480546" y="2678376"/>
                  </a:lnTo>
                  <a:lnTo>
                    <a:pt x="480993" y="2685714"/>
                  </a:lnTo>
                  <a:lnTo>
                    <a:pt x="481468" y="2693052"/>
                  </a:lnTo>
                  <a:lnTo>
                    <a:pt x="481973" y="2700390"/>
                  </a:lnTo>
                  <a:lnTo>
                    <a:pt x="482519" y="2707728"/>
                  </a:lnTo>
                  <a:lnTo>
                    <a:pt x="483092" y="2715066"/>
                  </a:lnTo>
                  <a:lnTo>
                    <a:pt x="483691" y="2722404"/>
                  </a:lnTo>
                  <a:lnTo>
                    <a:pt x="484323" y="2729742"/>
                  </a:lnTo>
                  <a:lnTo>
                    <a:pt x="484987" y="2737080"/>
                  </a:lnTo>
                  <a:lnTo>
                    <a:pt x="485675" y="2744418"/>
                  </a:lnTo>
                  <a:lnTo>
                    <a:pt x="486386" y="2751756"/>
                  </a:lnTo>
                  <a:lnTo>
                    <a:pt x="487129" y="2759094"/>
                  </a:lnTo>
                  <a:lnTo>
                    <a:pt x="487896" y="2766432"/>
                  </a:lnTo>
                  <a:lnTo>
                    <a:pt x="488684" y="2773770"/>
                  </a:lnTo>
                  <a:lnTo>
                    <a:pt x="489492" y="2781108"/>
                  </a:lnTo>
                  <a:lnTo>
                    <a:pt x="490328" y="2788446"/>
                  </a:lnTo>
                  <a:lnTo>
                    <a:pt x="491181" y="2795784"/>
                  </a:lnTo>
                  <a:lnTo>
                    <a:pt x="492051" y="2803122"/>
                  </a:lnTo>
                  <a:lnTo>
                    <a:pt x="492939" y="2810460"/>
                  </a:lnTo>
                  <a:lnTo>
                    <a:pt x="493848" y="2817798"/>
                  </a:lnTo>
                  <a:lnTo>
                    <a:pt x="494771" y="2825136"/>
                  </a:lnTo>
                  <a:lnTo>
                    <a:pt x="495708" y="2832474"/>
                  </a:lnTo>
                  <a:lnTo>
                    <a:pt x="496661" y="2839812"/>
                  </a:lnTo>
                  <a:lnTo>
                    <a:pt x="497630" y="2847150"/>
                  </a:lnTo>
                  <a:lnTo>
                    <a:pt x="498611" y="2854488"/>
                  </a:lnTo>
                  <a:lnTo>
                    <a:pt x="499604" y="2861826"/>
                  </a:lnTo>
                  <a:lnTo>
                    <a:pt x="500613" y="2869164"/>
                  </a:lnTo>
                  <a:lnTo>
                    <a:pt x="501636" y="2876502"/>
                  </a:lnTo>
                  <a:lnTo>
                    <a:pt x="502671" y="2883840"/>
                  </a:lnTo>
                  <a:lnTo>
                    <a:pt x="503718" y="2891178"/>
                  </a:lnTo>
                  <a:lnTo>
                    <a:pt x="504784" y="2898516"/>
                  </a:lnTo>
                  <a:lnTo>
                    <a:pt x="505863" y="2905854"/>
                  </a:lnTo>
                  <a:lnTo>
                    <a:pt x="506955" y="2913192"/>
                  </a:lnTo>
                  <a:lnTo>
                    <a:pt x="508064" y="2920530"/>
                  </a:lnTo>
                  <a:lnTo>
                    <a:pt x="509193" y="2927868"/>
                  </a:lnTo>
                  <a:lnTo>
                    <a:pt x="510340" y="2935206"/>
                  </a:lnTo>
                  <a:lnTo>
                    <a:pt x="511503" y="2942544"/>
                  </a:lnTo>
                  <a:lnTo>
                    <a:pt x="512689" y="2949882"/>
                  </a:lnTo>
                  <a:lnTo>
                    <a:pt x="513901" y="2957220"/>
                  </a:lnTo>
                  <a:lnTo>
                    <a:pt x="515133" y="2964559"/>
                  </a:lnTo>
                  <a:lnTo>
                    <a:pt x="516388" y="2971897"/>
                  </a:lnTo>
                  <a:lnTo>
                    <a:pt x="517677" y="2979235"/>
                  </a:lnTo>
                  <a:lnTo>
                    <a:pt x="518995" y="2986573"/>
                  </a:lnTo>
                  <a:lnTo>
                    <a:pt x="520341" y="2993911"/>
                  </a:lnTo>
                  <a:lnTo>
                    <a:pt x="521716" y="3001249"/>
                  </a:lnTo>
                  <a:lnTo>
                    <a:pt x="523139" y="3008587"/>
                  </a:lnTo>
                  <a:lnTo>
                    <a:pt x="524596" y="3015925"/>
                  </a:lnTo>
                  <a:lnTo>
                    <a:pt x="526088" y="3023263"/>
                  </a:lnTo>
                  <a:lnTo>
                    <a:pt x="527622" y="3030601"/>
                  </a:lnTo>
                  <a:lnTo>
                    <a:pt x="529212" y="3037939"/>
                  </a:lnTo>
                  <a:lnTo>
                    <a:pt x="530844" y="3045277"/>
                  </a:lnTo>
                  <a:lnTo>
                    <a:pt x="532520" y="3052615"/>
                  </a:lnTo>
                  <a:lnTo>
                    <a:pt x="534256" y="3059953"/>
                  </a:lnTo>
                  <a:lnTo>
                    <a:pt x="536054" y="3067291"/>
                  </a:lnTo>
                  <a:lnTo>
                    <a:pt x="537903" y="3074629"/>
                  </a:lnTo>
                  <a:lnTo>
                    <a:pt x="539806" y="3081967"/>
                  </a:lnTo>
                  <a:lnTo>
                    <a:pt x="541791" y="3089305"/>
                  </a:lnTo>
                  <a:lnTo>
                    <a:pt x="543844" y="3096643"/>
                  </a:lnTo>
                  <a:lnTo>
                    <a:pt x="545959" y="3103981"/>
                  </a:lnTo>
                  <a:lnTo>
                    <a:pt x="548140" y="3111319"/>
                  </a:lnTo>
                  <a:lnTo>
                    <a:pt x="550427" y="3118657"/>
                  </a:lnTo>
                  <a:lnTo>
                    <a:pt x="552787" y="3125995"/>
                  </a:lnTo>
                  <a:lnTo>
                    <a:pt x="555221" y="3133333"/>
                  </a:lnTo>
                  <a:lnTo>
                    <a:pt x="557747" y="3140671"/>
                  </a:lnTo>
                  <a:lnTo>
                    <a:pt x="560387" y="3148009"/>
                  </a:lnTo>
                  <a:lnTo>
                    <a:pt x="563113" y="3155347"/>
                  </a:lnTo>
                  <a:lnTo>
                    <a:pt x="565926" y="3162685"/>
                  </a:lnTo>
                  <a:lnTo>
                    <a:pt x="568861" y="3170023"/>
                  </a:lnTo>
                  <a:lnTo>
                    <a:pt x="571916" y="3177361"/>
                  </a:lnTo>
                  <a:lnTo>
                    <a:pt x="575071" y="3184699"/>
                  </a:lnTo>
                  <a:lnTo>
                    <a:pt x="578328" y="3192037"/>
                  </a:lnTo>
                  <a:lnTo>
                    <a:pt x="581740" y="3199375"/>
                  </a:lnTo>
                  <a:lnTo>
                    <a:pt x="585274" y="3206713"/>
                  </a:lnTo>
                  <a:lnTo>
                    <a:pt x="588921" y="3214051"/>
                  </a:lnTo>
                  <a:lnTo>
                    <a:pt x="592687" y="3221389"/>
                  </a:lnTo>
                  <a:lnTo>
                    <a:pt x="596634" y="3228727"/>
                  </a:lnTo>
                  <a:lnTo>
                    <a:pt x="600703" y="3236065"/>
                  </a:lnTo>
                  <a:lnTo>
                    <a:pt x="604895" y="3243403"/>
                  </a:lnTo>
                  <a:lnTo>
                    <a:pt x="609234" y="3250741"/>
                  </a:lnTo>
                  <a:lnTo>
                    <a:pt x="613748" y="3258079"/>
                  </a:lnTo>
                  <a:lnTo>
                    <a:pt x="618388" y="3265417"/>
                  </a:lnTo>
                  <a:lnTo>
                    <a:pt x="623156" y="3272755"/>
                  </a:lnTo>
                  <a:lnTo>
                    <a:pt x="628093" y="3280093"/>
                  </a:lnTo>
                  <a:lnTo>
                    <a:pt x="633185" y="3287431"/>
                  </a:lnTo>
                  <a:lnTo>
                    <a:pt x="638400" y="3294769"/>
                  </a:lnTo>
                  <a:lnTo>
                    <a:pt x="643737" y="3302107"/>
                  </a:lnTo>
                  <a:lnTo>
                    <a:pt x="649249" y="3309445"/>
                  </a:lnTo>
                  <a:lnTo>
                    <a:pt x="654882" y="3316783"/>
                  </a:lnTo>
                  <a:lnTo>
                    <a:pt x="660623" y="3324121"/>
                  </a:lnTo>
                  <a:lnTo>
                    <a:pt x="666474" y="3331459"/>
                  </a:lnTo>
                  <a:lnTo>
                    <a:pt x="672466" y="3338797"/>
                  </a:lnTo>
                  <a:lnTo>
                    <a:pt x="678540" y="3346135"/>
                  </a:lnTo>
                  <a:lnTo>
                    <a:pt x="684691" y="3353473"/>
                  </a:lnTo>
                  <a:lnTo>
                    <a:pt x="690924" y="3360811"/>
                  </a:lnTo>
                  <a:lnTo>
                    <a:pt x="697226" y="3368149"/>
                  </a:lnTo>
                  <a:lnTo>
                    <a:pt x="703565" y="3375487"/>
                  </a:lnTo>
                  <a:lnTo>
                    <a:pt x="709933" y="3382825"/>
                  </a:lnTo>
                  <a:lnTo>
                    <a:pt x="716318" y="3390164"/>
                  </a:lnTo>
                  <a:lnTo>
                    <a:pt x="722692" y="3397502"/>
                  </a:lnTo>
                  <a:lnTo>
                    <a:pt x="729040" y="3404840"/>
                  </a:lnTo>
                  <a:lnTo>
                    <a:pt x="735353" y="3412178"/>
                  </a:lnTo>
                  <a:lnTo>
                    <a:pt x="741577" y="3419516"/>
                  </a:lnTo>
                  <a:lnTo>
                    <a:pt x="747708" y="3426854"/>
                  </a:lnTo>
                  <a:lnTo>
                    <a:pt x="753738" y="3434192"/>
                  </a:lnTo>
                  <a:lnTo>
                    <a:pt x="759644" y="3441530"/>
                  </a:lnTo>
                  <a:lnTo>
                    <a:pt x="765334" y="3448868"/>
                  </a:lnTo>
                  <a:lnTo>
                    <a:pt x="770851" y="3456206"/>
                  </a:lnTo>
                  <a:lnTo>
                    <a:pt x="776184" y="3463544"/>
                  </a:lnTo>
                  <a:lnTo>
                    <a:pt x="781266" y="3470882"/>
                  </a:lnTo>
                  <a:lnTo>
                    <a:pt x="786032" y="3478220"/>
                  </a:lnTo>
                  <a:lnTo>
                    <a:pt x="790539" y="3485558"/>
                  </a:lnTo>
                  <a:lnTo>
                    <a:pt x="794777" y="3492896"/>
                  </a:lnTo>
                  <a:lnTo>
                    <a:pt x="798613" y="3500234"/>
                  </a:lnTo>
                  <a:lnTo>
                    <a:pt x="802064" y="3507572"/>
                  </a:lnTo>
                  <a:lnTo>
                    <a:pt x="805178" y="3514910"/>
                  </a:lnTo>
                  <a:lnTo>
                    <a:pt x="807945" y="3522248"/>
                  </a:lnTo>
                  <a:lnTo>
                    <a:pt x="810153" y="3529586"/>
                  </a:lnTo>
                  <a:lnTo>
                    <a:pt x="811947" y="3536924"/>
                  </a:lnTo>
                  <a:lnTo>
                    <a:pt x="813343" y="3544262"/>
                  </a:lnTo>
                  <a:lnTo>
                    <a:pt x="814293" y="3551600"/>
                  </a:lnTo>
                  <a:lnTo>
                    <a:pt x="814615" y="3558938"/>
                  </a:lnTo>
                  <a:lnTo>
                    <a:pt x="814504" y="3566276"/>
                  </a:lnTo>
                  <a:lnTo>
                    <a:pt x="813955" y="3573614"/>
                  </a:lnTo>
                  <a:lnTo>
                    <a:pt x="812858" y="3580952"/>
                  </a:lnTo>
                  <a:lnTo>
                    <a:pt x="811164" y="3588290"/>
                  </a:lnTo>
                  <a:lnTo>
                    <a:pt x="809023" y="3595628"/>
                  </a:lnTo>
                  <a:lnTo>
                    <a:pt x="806436" y="3602966"/>
                  </a:lnTo>
                  <a:lnTo>
                    <a:pt x="803235" y="3610304"/>
                  </a:lnTo>
                  <a:lnTo>
                    <a:pt x="799517" y="3617642"/>
                  </a:lnTo>
                  <a:lnTo>
                    <a:pt x="795370" y="3624980"/>
                  </a:lnTo>
                  <a:lnTo>
                    <a:pt x="790800" y="3632318"/>
                  </a:lnTo>
                  <a:lnTo>
                    <a:pt x="785606" y="3639656"/>
                  </a:lnTo>
                  <a:lnTo>
                    <a:pt x="780005" y="3646994"/>
                  </a:lnTo>
                  <a:lnTo>
                    <a:pt x="774026" y="3654332"/>
                  </a:lnTo>
                  <a:lnTo>
                    <a:pt x="767643" y="3661670"/>
                  </a:lnTo>
                  <a:lnTo>
                    <a:pt x="760757" y="3669008"/>
                  </a:lnTo>
                  <a:lnTo>
                    <a:pt x="753556" y="3676346"/>
                  </a:lnTo>
                  <a:lnTo>
                    <a:pt x="746051" y="3683684"/>
                  </a:lnTo>
                  <a:lnTo>
                    <a:pt x="738192" y="3691022"/>
                  </a:lnTo>
                  <a:lnTo>
                    <a:pt x="730003" y="3698360"/>
                  </a:lnTo>
                  <a:lnTo>
                    <a:pt x="721588" y="3705698"/>
                  </a:lnTo>
                  <a:lnTo>
                    <a:pt x="712964" y="3713036"/>
                  </a:lnTo>
                  <a:lnTo>
                    <a:pt x="704086" y="3720374"/>
                  </a:lnTo>
                  <a:lnTo>
                    <a:pt x="695036" y="3727712"/>
                  </a:lnTo>
                  <a:lnTo>
                    <a:pt x="685863" y="3735050"/>
                  </a:lnTo>
                  <a:lnTo>
                    <a:pt x="676580" y="3742388"/>
                  </a:lnTo>
                  <a:lnTo>
                    <a:pt x="667183" y="3749726"/>
                  </a:lnTo>
                  <a:close/>
                </a:path>
              </a:pathLst>
            </a:custGeom>
            <a:solidFill>
              <a:srgbClr val="F2975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7964485" y="4884751"/>
              <a:ext cx="1354738" cy="3015704"/>
            </a:xfrm>
            <a:custGeom>
              <a:avLst/>
              <a:pathLst>
                <a:path w="1354738" h="3015704">
                  <a:moveTo>
                    <a:pt x="359038" y="3015704"/>
                  </a:moveTo>
                  <a:lnTo>
                    <a:pt x="340801" y="3009802"/>
                  </a:lnTo>
                  <a:lnTo>
                    <a:pt x="322261" y="3003901"/>
                  </a:lnTo>
                  <a:lnTo>
                    <a:pt x="303496" y="2997999"/>
                  </a:lnTo>
                  <a:lnTo>
                    <a:pt x="284624" y="2992098"/>
                  </a:lnTo>
                  <a:lnTo>
                    <a:pt x="265695" y="2986196"/>
                  </a:lnTo>
                  <a:lnTo>
                    <a:pt x="246765" y="2980294"/>
                  </a:lnTo>
                  <a:lnTo>
                    <a:pt x="227971" y="2974393"/>
                  </a:lnTo>
                  <a:lnTo>
                    <a:pt x="209374" y="2968491"/>
                  </a:lnTo>
                  <a:lnTo>
                    <a:pt x="191034" y="2962590"/>
                  </a:lnTo>
                  <a:lnTo>
                    <a:pt x="173012" y="2956688"/>
                  </a:lnTo>
                  <a:lnTo>
                    <a:pt x="155509" y="2950787"/>
                  </a:lnTo>
                  <a:lnTo>
                    <a:pt x="138595" y="2944885"/>
                  </a:lnTo>
                  <a:lnTo>
                    <a:pt x="122269" y="2938983"/>
                  </a:lnTo>
                  <a:lnTo>
                    <a:pt x="106591" y="2933082"/>
                  </a:lnTo>
                  <a:lnTo>
                    <a:pt x="91711" y="2927180"/>
                  </a:lnTo>
                  <a:lnTo>
                    <a:pt x="77891" y="2921279"/>
                  </a:lnTo>
                  <a:lnTo>
                    <a:pt x="64959" y="2915377"/>
                  </a:lnTo>
                  <a:lnTo>
                    <a:pt x="52964" y="2909476"/>
                  </a:lnTo>
                  <a:lnTo>
                    <a:pt x="41951" y="2903574"/>
                  </a:lnTo>
                  <a:lnTo>
                    <a:pt x="32384" y="2897672"/>
                  </a:lnTo>
                  <a:lnTo>
                    <a:pt x="23973" y="2891771"/>
                  </a:lnTo>
                  <a:lnTo>
                    <a:pt x="16700" y="2885869"/>
                  </a:lnTo>
                  <a:lnTo>
                    <a:pt x="10592" y="2879968"/>
                  </a:lnTo>
                  <a:lnTo>
                    <a:pt x="5935" y="2874066"/>
                  </a:lnTo>
                  <a:lnTo>
                    <a:pt x="2736" y="2868165"/>
                  </a:lnTo>
                  <a:lnTo>
                    <a:pt x="758" y="2862263"/>
                  </a:lnTo>
                  <a:lnTo>
                    <a:pt x="0" y="2856361"/>
                  </a:lnTo>
                  <a:lnTo>
                    <a:pt x="530" y="2850460"/>
                  </a:lnTo>
                  <a:lnTo>
                    <a:pt x="2691" y="2844558"/>
                  </a:lnTo>
                  <a:lnTo>
                    <a:pt x="6020" y="2838657"/>
                  </a:lnTo>
                  <a:lnTo>
                    <a:pt x="10493" y="2832755"/>
                  </a:lnTo>
                  <a:lnTo>
                    <a:pt x="16082" y="2826854"/>
                  </a:lnTo>
                  <a:lnTo>
                    <a:pt x="23081" y="2820952"/>
                  </a:lnTo>
                  <a:lnTo>
                    <a:pt x="31180" y="2815050"/>
                  </a:lnTo>
                  <a:lnTo>
                    <a:pt x="40229" y="2809149"/>
                  </a:lnTo>
                  <a:lnTo>
                    <a:pt x="50183" y="2803247"/>
                  </a:lnTo>
                  <a:lnTo>
                    <a:pt x="61116" y="2797346"/>
                  </a:lnTo>
                  <a:lnTo>
                    <a:pt x="72998" y="2791444"/>
                  </a:lnTo>
                  <a:lnTo>
                    <a:pt x="85554" y="2785543"/>
                  </a:lnTo>
                  <a:lnTo>
                    <a:pt x="98730" y="2779641"/>
                  </a:lnTo>
                  <a:lnTo>
                    <a:pt x="112469" y="2773739"/>
                  </a:lnTo>
                  <a:lnTo>
                    <a:pt x="126866" y="2767838"/>
                  </a:lnTo>
                  <a:lnTo>
                    <a:pt x="141626" y="2761936"/>
                  </a:lnTo>
                  <a:lnTo>
                    <a:pt x="156694" y="2756035"/>
                  </a:lnTo>
                  <a:lnTo>
                    <a:pt x="172013" y="2750133"/>
                  </a:lnTo>
                  <a:lnTo>
                    <a:pt x="187548" y="2744231"/>
                  </a:lnTo>
                  <a:lnTo>
                    <a:pt x="203174" y="2738330"/>
                  </a:lnTo>
                  <a:lnTo>
                    <a:pt x="218815" y="2732428"/>
                  </a:lnTo>
                  <a:lnTo>
                    <a:pt x="234422" y="2726527"/>
                  </a:lnTo>
                  <a:lnTo>
                    <a:pt x="249932" y="2720625"/>
                  </a:lnTo>
                  <a:lnTo>
                    <a:pt x="265227" y="2714724"/>
                  </a:lnTo>
                  <a:lnTo>
                    <a:pt x="280300" y="2708822"/>
                  </a:lnTo>
                  <a:lnTo>
                    <a:pt x="295115" y="2702920"/>
                  </a:lnTo>
                  <a:lnTo>
                    <a:pt x="309637" y="2697019"/>
                  </a:lnTo>
                  <a:lnTo>
                    <a:pt x="323694" y="2691117"/>
                  </a:lnTo>
                  <a:lnTo>
                    <a:pt x="337346" y="2685216"/>
                  </a:lnTo>
                  <a:lnTo>
                    <a:pt x="350592" y="2679314"/>
                  </a:lnTo>
                  <a:lnTo>
                    <a:pt x="363413" y="2673413"/>
                  </a:lnTo>
                  <a:lnTo>
                    <a:pt x="375693" y="2667511"/>
                  </a:lnTo>
                  <a:lnTo>
                    <a:pt x="387408" y="2661609"/>
                  </a:lnTo>
                  <a:lnTo>
                    <a:pt x="398646" y="2655708"/>
                  </a:lnTo>
                  <a:lnTo>
                    <a:pt x="409402" y="2649806"/>
                  </a:lnTo>
                  <a:lnTo>
                    <a:pt x="419648" y="2643905"/>
                  </a:lnTo>
                  <a:lnTo>
                    <a:pt x="429228" y="2638003"/>
                  </a:lnTo>
                  <a:lnTo>
                    <a:pt x="438329" y="2632102"/>
                  </a:lnTo>
                  <a:lnTo>
                    <a:pt x="446954" y="2626200"/>
                  </a:lnTo>
                  <a:lnTo>
                    <a:pt x="455111" y="2620298"/>
                  </a:lnTo>
                  <a:lnTo>
                    <a:pt x="462671" y="2614397"/>
                  </a:lnTo>
                  <a:lnTo>
                    <a:pt x="469746" y="2608495"/>
                  </a:lnTo>
                  <a:lnTo>
                    <a:pt x="476399" y="2602594"/>
                  </a:lnTo>
                  <a:lnTo>
                    <a:pt x="482641" y="2596692"/>
                  </a:lnTo>
                  <a:lnTo>
                    <a:pt x="488429" y="2590791"/>
                  </a:lnTo>
                  <a:lnTo>
                    <a:pt x="493751" y="2584889"/>
                  </a:lnTo>
                  <a:lnTo>
                    <a:pt x="498724" y="2578987"/>
                  </a:lnTo>
                  <a:lnTo>
                    <a:pt x="503366" y="2573086"/>
                  </a:lnTo>
                  <a:lnTo>
                    <a:pt x="507691" y="2567184"/>
                  </a:lnTo>
                  <a:lnTo>
                    <a:pt x="511603" y="2561283"/>
                  </a:lnTo>
                  <a:lnTo>
                    <a:pt x="515248" y="2555381"/>
                  </a:lnTo>
                  <a:lnTo>
                    <a:pt x="518642" y="2549480"/>
                  </a:lnTo>
                  <a:lnTo>
                    <a:pt x="521798" y="2543578"/>
                  </a:lnTo>
                  <a:lnTo>
                    <a:pt x="524681" y="2537676"/>
                  </a:lnTo>
                  <a:lnTo>
                    <a:pt x="527336" y="2531775"/>
                  </a:lnTo>
                  <a:lnTo>
                    <a:pt x="529812" y="2525873"/>
                  </a:lnTo>
                  <a:lnTo>
                    <a:pt x="532119" y="2519972"/>
                  </a:lnTo>
                  <a:lnTo>
                    <a:pt x="534255" y="2514070"/>
                  </a:lnTo>
                  <a:lnTo>
                    <a:pt x="536208" y="2508169"/>
                  </a:lnTo>
                  <a:lnTo>
                    <a:pt x="538037" y="2502267"/>
                  </a:lnTo>
                  <a:lnTo>
                    <a:pt x="539750" y="2496365"/>
                  </a:lnTo>
                  <a:lnTo>
                    <a:pt x="541355" y="2490464"/>
                  </a:lnTo>
                  <a:lnTo>
                    <a:pt x="542830" y="2484562"/>
                  </a:lnTo>
                  <a:lnTo>
                    <a:pt x="544213" y="2478661"/>
                  </a:lnTo>
                  <a:lnTo>
                    <a:pt x="545518" y="2472759"/>
                  </a:lnTo>
                  <a:lnTo>
                    <a:pt x="546748" y="2466858"/>
                  </a:lnTo>
                  <a:lnTo>
                    <a:pt x="547897" y="2460956"/>
                  </a:lnTo>
                  <a:lnTo>
                    <a:pt x="548972" y="2455054"/>
                  </a:lnTo>
                  <a:lnTo>
                    <a:pt x="549990" y="2449153"/>
                  </a:lnTo>
                  <a:lnTo>
                    <a:pt x="550956" y="2443251"/>
                  </a:lnTo>
                  <a:lnTo>
                    <a:pt x="551871" y="2437350"/>
                  </a:lnTo>
                  <a:lnTo>
                    <a:pt x="552723" y="2431448"/>
                  </a:lnTo>
                  <a:lnTo>
                    <a:pt x="553534" y="2425546"/>
                  </a:lnTo>
                  <a:lnTo>
                    <a:pt x="554306" y="2419645"/>
                  </a:lnTo>
                  <a:lnTo>
                    <a:pt x="555041" y="2413743"/>
                  </a:lnTo>
                  <a:lnTo>
                    <a:pt x="555732" y="2407842"/>
                  </a:lnTo>
                  <a:lnTo>
                    <a:pt x="556387" y="2401940"/>
                  </a:lnTo>
                  <a:lnTo>
                    <a:pt x="557013" y="2396039"/>
                  </a:lnTo>
                  <a:lnTo>
                    <a:pt x="557611" y="2390137"/>
                  </a:lnTo>
                  <a:lnTo>
                    <a:pt x="558180" y="2384235"/>
                  </a:lnTo>
                  <a:lnTo>
                    <a:pt x="558719" y="2378334"/>
                  </a:lnTo>
                  <a:lnTo>
                    <a:pt x="559237" y="2372432"/>
                  </a:lnTo>
                  <a:lnTo>
                    <a:pt x="559736" y="2366531"/>
                  </a:lnTo>
                  <a:lnTo>
                    <a:pt x="560216" y="2360629"/>
                  </a:lnTo>
                  <a:lnTo>
                    <a:pt x="560675" y="2354728"/>
                  </a:lnTo>
                  <a:lnTo>
                    <a:pt x="561121" y="2348826"/>
                  </a:lnTo>
                  <a:lnTo>
                    <a:pt x="561555" y="2342924"/>
                  </a:lnTo>
                  <a:lnTo>
                    <a:pt x="561979" y="2337023"/>
                  </a:lnTo>
                  <a:lnTo>
                    <a:pt x="562393" y="2331121"/>
                  </a:lnTo>
                  <a:lnTo>
                    <a:pt x="562801" y="2325220"/>
                  </a:lnTo>
                  <a:lnTo>
                    <a:pt x="563206" y="2319318"/>
                  </a:lnTo>
                  <a:lnTo>
                    <a:pt x="563608" y="2313417"/>
                  </a:lnTo>
                  <a:lnTo>
                    <a:pt x="564010" y="2307515"/>
                  </a:lnTo>
                  <a:lnTo>
                    <a:pt x="564415" y="2301613"/>
                  </a:lnTo>
                  <a:lnTo>
                    <a:pt x="564824" y="2295712"/>
                  </a:lnTo>
                  <a:lnTo>
                    <a:pt x="565239" y="2289810"/>
                  </a:lnTo>
                  <a:lnTo>
                    <a:pt x="565661" y="2283909"/>
                  </a:lnTo>
                  <a:lnTo>
                    <a:pt x="566096" y="2278007"/>
                  </a:lnTo>
                  <a:lnTo>
                    <a:pt x="566544" y="2272106"/>
                  </a:lnTo>
                  <a:lnTo>
                    <a:pt x="567004" y="2266204"/>
                  </a:lnTo>
                  <a:lnTo>
                    <a:pt x="567480" y="2260302"/>
                  </a:lnTo>
                  <a:lnTo>
                    <a:pt x="567975" y="2254401"/>
                  </a:lnTo>
                  <a:lnTo>
                    <a:pt x="568494" y="2248499"/>
                  </a:lnTo>
                  <a:lnTo>
                    <a:pt x="569034" y="2242598"/>
                  </a:lnTo>
                  <a:lnTo>
                    <a:pt x="569596" y="2236696"/>
                  </a:lnTo>
                  <a:lnTo>
                    <a:pt x="570182" y="2230795"/>
                  </a:lnTo>
                  <a:lnTo>
                    <a:pt x="570805" y="2224893"/>
                  </a:lnTo>
                  <a:lnTo>
                    <a:pt x="571456" y="2218991"/>
                  </a:lnTo>
                  <a:lnTo>
                    <a:pt x="572135" y="2213090"/>
                  </a:lnTo>
                  <a:lnTo>
                    <a:pt x="572845" y="2207188"/>
                  </a:lnTo>
                  <a:lnTo>
                    <a:pt x="573597" y="2201287"/>
                  </a:lnTo>
                  <a:lnTo>
                    <a:pt x="574385" y="2195385"/>
                  </a:lnTo>
                  <a:lnTo>
                    <a:pt x="575209" y="2189484"/>
                  </a:lnTo>
                  <a:lnTo>
                    <a:pt x="576066" y="2183582"/>
                  </a:lnTo>
                  <a:lnTo>
                    <a:pt x="576965" y="2177680"/>
                  </a:lnTo>
                  <a:lnTo>
                    <a:pt x="577909" y="2171779"/>
                  </a:lnTo>
                  <a:lnTo>
                    <a:pt x="578889" y="2165877"/>
                  </a:lnTo>
                  <a:lnTo>
                    <a:pt x="579905" y="2159976"/>
                  </a:lnTo>
                  <a:lnTo>
                    <a:pt x="580955" y="2154074"/>
                  </a:lnTo>
                  <a:lnTo>
                    <a:pt x="582054" y="2148173"/>
                  </a:lnTo>
                  <a:lnTo>
                    <a:pt x="583185" y="2142271"/>
                  </a:lnTo>
                  <a:lnTo>
                    <a:pt x="584348" y="2136369"/>
                  </a:lnTo>
                  <a:lnTo>
                    <a:pt x="585540" y="2130468"/>
                  </a:lnTo>
                  <a:lnTo>
                    <a:pt x="586765" y="2124566"/>
                  </a:lnTo>
                  <a:lnTo>
                    <a:pt x="588019" y="2118665"/>
                  </a:lnTo>
                  <a:lnTo>
                    <a:pt x="589292" y="2112763"/>
                  </a:lnTo>
                  <a:lnTo>
                    <a:pt x="590584" y="2106861"/>
                  </a:lnTo>
                  <a:lnTo>
                    <a:pt x="591892" y="2100960"/>
                  </a:lnTo>
                  <a:lnTo>
                    <a:pt x="593213" y="2095058"/>
                  </a:lnTo>
                  <a:lnTo>
                    <a:pt x="594538" y="2089157"/>
                  </a:lnTo>
                  <a:lnTo>
                    <a:pt x="595866" y="2083255"/>
                  </a:lnTo>
                  <a:lnTo>
                    <a:pt x="597191" y="2077354"/>
                  </a:lnTo>
                  <a:lnTo>
                    <a:pt x="598507" y="2071452"/>
                  </a:lnTo>
                  <a:lnTo>
                    <a:pt x="599809" y="2065550"/>
                  </a:lnTo>
                  <a:lnTo>
                    <a:pt x="601095" y="2059649"/>
                  </a:lnTo>
                  <a:lnTo>
                    <a:pt x="602360" y="2053747"/>
                  </a:lnTo>
                  <a:lnTo>
                    <a:pt x="603596" y="2047846"/>
                  </a:lnTo>
                  <a:lnTo>
                    <a:pt x="604794" y="2041944"/>
                  </a:lnTo>
                  <a:lnTo>
                    <a:pt x="605959" y="2036043"/>
                  </a:lnTo>
                  <a:lnTo>
                    <a:pt x="607087" y="2030141"/>
                  </a:lnTo>
                  <a:lnTo>
                    <a:pt x="608174" y="2024239"/>
                  </a:lnTo>
                  <a:lnTo>
                    <a:pt x="609200" y="2018338"/>
                  </a:lnTo>
                  <a:lnTo>
                    <a:pt x="610179" y="2012436"/>
                  </a:lnTo>
                  <a:lnTo>
                    <a:pt x="611110" y="2006535"/>
                  </a:lnTo>
                  <a:lnTo>
                    <a:pt x="611990" y="2000633"/>
                  </a:lnTo>
                  <a:lnTo>
                    <a:pt x="612804" y="1994732"/>
                  </a:lnTo>
                  <a:lnTo>
                    <a:pt x="613557" y="1988830"/>
                  </a:lnTo>
                  <a:lnTo>
                    <a:pt x="614257" y="1982928"/>
                  </a:lnTo>
                  <a:lnTo>
                    <a:pt x="614904" y="1977027"/>
                  </a:lnTo>
                  <a:lnTo>
                    <a:pt x="615490" y="1971125"/>
                  </a:lnTo>
                  <a:lnTo>
                    <a:pt x="616009" y="1965224"/>
                  </a:lnTo>
                  <a:lnTo>
                    <a:pt x="616476" y="1959322"/>
                  </a:lnTo>
                  <a:lnTo>
                    <a:pt x="616894" y="1953421"/>
                  </a:lnTo>
                  <a:lnTo>
                    <a:pt x="617262" y="1947519"/>
                  </a:lnTo>
                  <a:lnTo>
                    <a:pt x="617567" y="1941617"/>
                  </a:lnTo>
                  <a:lnTo>
                    <a:pt x="617827" y="1935716"/>
                  </a:lnTo>
                  <a:lnTo>
                    <a:pt x="618047" y="1929814"/>
                  </a:lnTo>
                  <a:lnTo>
                    <a:pt x="618227" y="1923913"/>
                  </a:lnTo>
                  <a:lnTo>
                    <a:pt x="618363" y="1918011"/>
                  </a:lnTo>
                  <a:lnTo>
                    <a:pt x="618461" y="1912110"/>
                  </a:lnTo>
                  <a:lnTo>
                    <a:pt x="618529" y="1906208"/>
                  </a:lnTo>
                  <a:lnTo>
                    <a:pt x="618570" y="1900306"/>
                  </a:lnTo>
                  <a:lnTo>
                    <a:pt x="618585" y="1894405"/>
                  </a:lnTo>
                  <a:lnTo>
                    <a:pt x="618572" y="1888503"/>
                  </a:lnTo>
                  <a:lnTo>
                    <a:pt x="618541" y="1882602"/>
                  </a:lnTo>
                  <a:lnTo>
                    <a:pt x="618494" y="1876700"/>
                  </a:lnTo>
                  <a:lnTo>
                    <a:pt x="618433" y="1870799"/>
                  </a:lnTo>
                  <a:lnTo>
                    <a:pt x="618357" y="1864897"/>
                  </a:lnTo>
                  <a:lnTo>
                    <a:pt x="618272" y="1858995"/>
                  </a:lnTo>
                  <a:lnTo>
                    <a:pt x="618179" y="1853094"/>
                  </a:lnTo>
                  <a:lnTo>
                    <a:pt x="618080" y="1847192"/>
                  </a:lnTo>
                  <a:lnTo>
                    <a:pt x="617975" y="1841291"/>
                  </a:lnTo>
                  <a:lnTo>
                    <a:pt x="617865" y="1835389"/>
                  </a:lnTo>
                  <a:lnTo>
                    <a:pt x="617753" y="1829487"/>
                  </a:lnTo>
                  <a:lnTo>
                    <a:pt x="617638" y="1823586"/>
                  </a:lnTo>
                  <a:lnTo>
                    <a:pt x="617521" y="1817684"/>
                  </a:lnTo>
                  <a:lnTo>
                    <a:pt x="617402" y="1811783"/>
                  </a:lnTo>
                  <a:lnTo>
                    <a:pt x="617280" y="1805881"/>
                  </a:lnTo>
                  <a:lnTo>
                    <a:pt x="617157" y="1799980"/>
                  </a:lnTo>
                  <a:lnTo>
                    <a:pt x="617031" y="1794078"/>
                  </a:lnTo>
                  <a:lnTo>
                    <a:pt x="616901" y="1788176"/>
                  </a:lnTo>
                  <a:lnTo>
                    <a:pt x="616767" y="1782275"/>
                  </a:lnTo>
                  <a:lnTo>
                    <a:pt x="616629" y="1776373"/>
                  </a:lnTo>
                  <a:lnTo>
                    <a:pt x="616487" y="1770472"/>
                  </a:lnTo>
                  <a:lnTo>
                    <a:pt x="616338" y="1764570"/>
                  </a:lnTo>
                  <a:lnTo>
                    <a:pt x="616182" y="1758669"/>
                  </a:lnTo>
                  <a:lnTo>
                    <a:pt x="616019" y="1752767"/>
                  </a:lnTo>
                  <a:lnTo>
                    <a:pt x="615848" y="1746865"/>
                  </a:lnTo>
                  <a:lnTo>
                    <a:pt x="615670" y="1740964"/>
                  </a:lnTo>
                  <a:lnTo>
                    <a:pt x="615482" y="1735062"/>
                  </a:lnTo>
                  <a:lnTo>
                    <a:pt x="615284" y="1729161"/>
                  </a:lnTo>
                  <a:lnTo>
                    <a:pt x="615079" y="1723259"/>
                  </a:lnTo>
                  <a:lnTo>
                    <a:pt x="614866" y="1717358"/>
                  </a:lnTo>
                  <a:lnTo>
                    <a:pt x="614644" y="1711456"/>
                  </a:lnTo>
                  <a:lnTo>
                    <a:pt x="614414" y="1705554"/>
                  </a:lnTo>
                  <a:lnTo>
                    <a:pt x="614178" y="1699653"/>
                  </a:lnTo>
                  <a:lnTo>
                    <a:pt x="613936" y="1693751"/>
                  </a:lnTo>
                  <a:lnTo>
                    <a:pt x="613691" y="1687850"/>
                  </a:lnTo>
                  <a:lnTo>
                    <a:pt x="613443" y="1681948"/>
                  </a:lnTo>
                  <a:lnTo>
                    <a:pt x="613194" y="1676047"/>
                  </a:lnTo>
                  <a:lnTo>
                    <a:pt x="612948" y="1670145"/>
                  </a:lnTo>
                  <a:lnTo>
                    <a:pt x="612705" y="1664243"/>
                  </a:lnTo>
                  <a:lnTo>
                    <a:pt x="612470" y="1658342"/>
                  </a:lnTo>
                  <a:lnTo>
                    <a:pt x="612245" y="1652440"/>
                  </a:lnTo>
                  <a:lnTo>
                    <a:pt x="612032" y="1646539"/>
                  </a:lnTo>
                  <a:lnTo>
                    <a:pt x="611833" y="1640637"/>
                  </a:lnTo>
                  <a:lnTo>
                    <a:pt x="611654" y="1634736"/>
                  </a:lnTo>
                  <a:lnTo>
                    <a:pt x="611501" y="1628834"/>
                  </a:lnTo>
                  <a:lnTo>
                    <a:pt x="611373" y="1622932"/>
                  </a:lnTo>
                  <a:lnTo>
                    <a:pt x="611271" y="1617031"/>
                  </a:lnTo>
                  <a:lnTo>
                    <a:pt x="611199" y="1611129"/>
                  </a:lnTo>
                  <a:lnTo>
                    <a:pt x="611174" y="1605228"/>
                  </a:lnTo>
                  <a:lnTo>
                    <a:pt x="611186" y="1599326"/>
                  </a:lnTo>
                  <a:lnTo>
                    <a:pt x="611236" y="1593425"/>
                  </a:lnTo>
                  <a:lnTo>
                    <a:pt x="611328" y="1587523"/>
                  </a:lnTo>
                  <a:lnTo>
                    <a:pt x="611476" y="1581621"/>
                  </a:lnTo>
                  <a:lnTo>
                    <a:pt x="611677" y="1575720"/>
                  </a:lnTo>
                  <a:lnTo>
                    <a:pt x="611926" y="1569818"/>
                  </a:lnTo>
                  <a:lnTo>
                    <a:pt x="612224" y="1563917"/>
                  </a:lnTo>
                  <a:lnTo>
                    <a:pt x="612579" y="1558015"/>
                  </a:lnTo>
                  <a:lnTo>
                    <a:pt x="613002" y="1552114"/>
                  </a:lnTo>
                  <a:lnTo>
                    <a:pt x="613476" y="1546212"/>
                  </a:lnTo>
                  <a:lnTo>
                    <a:pt x="614003" y="1540310"/>
                  </a:lnTo>
                  <a:lnTo>
                    <a:pt x="614581" y="1534409"/>
                  </a:lnTo>
                  <a:lnTo>
                    <a:pt x="615229" y="1528507"/>
                  </a:lnTo>
                  <a:lnTo>
                    <a:pt x="615928" y="1522606"/>
                  </a:lnTo>
                  <a:lnTo>
                    <a:pt x="616676" y="1516704"/>
                  </a:lnTo>
                  <a:lnTo>
                    <a:pt x="617469" y="1510802"/>
                  </a:lnTo>
                  <a:lnTo>
                    <a:pt x="618316" y="1504901"/>
                  </a:lnTo>
                  <a:lnTo>
                    <a:pt x="619212" y="1498999"/>
                  </a:lnTo>
                  <a:lnTo>
                    <a:pt x="620145" y="1493098"/>
                  </a:lnTo>
                  <a:lnTo>
                    <a:pt x="621113" y="1487196"/>
                  </a:lnTo>
                  <a:lnTo>
                    <a:pt x="622114" y="1481295"/>
                  </a:lnTo>
                  <a:lnTo>
                    <a:pt x="623152" y="1475393"/>
                  </a:lnTo>
                  <a:lnTo>
                    <a:pt x="624212" y="1469491"/>
                  </a:lnTo>
                  <a:lnTo>
                    <a:pt x="625292" y="1463590"/>
                  </a:lnTo>
                  <a:lnTo>
                    <a:pt x="626388" y="1457688"/>
                  </a:lnTo>
                  <a:lnTo>
                    <a:pt x="627500" y="1451787"/>
                  </a:lnTo>
                  <a:lnTo>
                    <a:pt x="628618" y="1445885"/>
                  </a:lnTo>
                  <a:lnTo>
                    <a:pt x="629740" y="1439984"/>
                  </a:lnTo>
                  <a:lnTo>
                    <a:pt x="630861" y="1434082"/>
                  </a:lnTo>
                  <a:lnTo>
                    <a:pt x="631978" y="1428180"/>
                  </a:lnTo>
                  <a:lnTo>
                    <a:pt x="633086" y="1422279"/>
                  </a:lnTo>
                  <a:lnTo>
                    <a:pt x="634182" y="1416377"/>
                  </a:lnTo>
                  <a:lnTo>
                    <a:pt x="635264" y="1410476"/>
                  </a:lnTo>
                  <a:lnTo>
                    <a:pt x="636330" y="1404574"/>
                  </a:lnTo>
                  <a:lnTo>
                    <a:pt x="637370" y="1398673"/>
                  </a:lnTo>
                  <a:lnTo>
                    <a:pt x="638387" y="1392771"/>
                  </a:lnTo>
                  <a:lnTo>
                    <a:pt x="639381" y="1386869"/>
                  </a:lnTo>
                  <a:lnTo>
                    <a:pt x="640351" y="1380968"/>
                  </a:lnTo>
                  <a:lnTo>
                    <a:pt x="641288" y="1375066"/>
                  </a:lnTo>
                  <a:lnTo>
                    <a:pt x="642193" y="1369165"/>
                  </a:lnTo>
                  <a:lnTo>
                    <a:pt x="643071" y="1363263"/>
                  </a:lnTo>
                  <a:lnTo>
                    <a:pt x="643920" y="1357362"/>
                  </a:lnTo>
                  <a:lnTo>
                    <a:pt x="644738" y="1351460"/>
                  </a:lnTo>
                  <a:lnTo>
                    <a:pt x="645519" y="1345558"/>
                  </a:lnTo>
                  <a:lnTo>
                    <a:pt x="646271" y="1339657"/>
                  </a:lnTo>
                  <a:lnTo>
                    <a:pt x="646996" y="1333755"/>
                  </a:lnTo>
                  <a:lnTo>
                    <a:pt x="647693" y="1327854"/>
                  </a:lnTo>
                  <a:lnTo>
                    <a:pt x="648354" y="1321952"/>
                  </a:lnTo>
                  <a:lnTo>
                    <a:pt x="648988" y="1316051"/>
                  </a:lnTo>
                  <a:lnTo>
                    <a:pt x="649597" y="1310149"/>
                  </a:lnTo>
                  <a:lnTo>
                    <a:pt x="650183" y="1304247"/>
                  </a:lnTo>
                  <a:lnTo>
                    <a:pt x="650741" y="1298346"/>
                  </a:lnTo>
                  <a:lnTo>
                    <a:pt x="651273" y="1292444"/>
                  </a:lnTo>
                  <a:lnTo>
                    <a:pt x="651785" y="1286543"/>
                  </a:lnTo>
                  <a:lnTo>
                    <a:pt x="652277" y="1280641"/>
                  </a:lnTo>
                  <a:lnTo>
                    <a:pt x="652751" y="1274740"/>
                  </a:lnTo>
                  <a:lnTo>
                    <a:pt x="653202" y="1268838"/>
                  </a:lnTo>
                  <a:lnTo>
                    <a:pt x="653637" y="1262936"/>
                  </a:lnTo>
                  <a:lnTo>
                    <a:pt x="654057" y="1257035"/>
                  </a:lnTo>
                  <a:lnTo>
                    <a:pt x="654464" y="1251133"/>
                  </a:lnTo>
                  <a:lnTo>
                    <a:pt x="654855" y="1245232"/>
                  </a:lnTo>
                  <a:lnTo>
                    <a:pt x="655233" y="1239330"/>
                  </a:lnTo>
                  <a:lnTo>
                    <a:pt x="655601" y="1233429"/>
                  </a:lnTo>
                  <a:lnTo>
                    <a:pt x="655959" y="1227527"/>
                  </a:lnTo>
                  <a:lnTo>
                    <a:pt x="656307" y="1221625"/>
                  </a:lnTo>
                  <a:lnTo>
                    <a:pt x="656646" y="1215724"/>
                  </a:lnTo>
                  <a:lnTo>
                    <a:pt x="656978" y="1209822"/>
                  </a:lnTo>
                  <a:lnTo>
                    <a:pt x="657304" y="1203921"/>
                  </a:lnTo>
                  <a:lnTo>
                    <a:pt x="657625" y="1198019"/>
                  </a:lnTo>
                  <a:lnTo>
                    <a:pt x="657939" y="1192117"/>
                  </a:lnTo>
                  <a:lnTo>
                    <a:pt x="658250" y="1186216"/>
                  </a:lnTo>
                  <a:lnTo>
                    <a:pt x="658558" y="1180314"/>
                  </a:lnTo>
                  <a:lnTo>
                    <a:pt x="658863" y="1174413"/>
                  </a:lnTo>
                  <a:lnTo>
                    <a:pt x="659165" y="1168511"/>
                  </a:lnTo>
                  <a:lnTo>
                    <a:pt x="659466" y="1162610"/>
                  </a:lnTo>
                  <a:lnTo>
                    <a:pt x="659767" y="1156708"/>
                  </a:lnTo>
                  <a:lnTo>
                    <a:pt x="660066" y="1150806"/>
                  </a:lnTo>
                  <a:lnTo>
                    <a:pt x="660366" y="1144905"/>
                  </a:lnTo>
                  <a:lnTo>
                    <a:pt x="660666" y="1139003"/>
                  </a:lnTo>
                  <a:lnTo>
                    <a:pt x="660967" y="1133102"/>
                  </a:lnTo>
                  <a:lnTo>
                    <a:pt x="661269" y="1127200"/>
                  </a:lnTo>
                  <a:lnTo>
                    <a:pt x="661571" y="1121299"/>
                  </a:lnTo>
                  <a:lnTo>
                    <a:pt x="661876" y="1115397"/>
                  </a:lnTo>
                  <a:lnTo>
                    <a:pt x="662181" y="1109495"/>
                  </a:lnTo>
                  <a:lnTo>
                    <a:pt x="662488" y="1103594"/>
                  </a:lnTo>
                  <a:lnTo>
                    <a:pt x="662795" y="1097692"/>
                  </a:lnTo>
                  <a:lnTo>
                    <a:pt x="663104" y="1091791"/>
                  </a:lnTo>
                  <a:lnTo>
                    <a:pt x="663413" y="1085889"/>
                  </a:lnTo>
                  <a:lnTo>
                    <a:pt x="663722" y="1079988"/>
                  </a:lnTo>
                  <a:lnTo>
                    <a:pt x="664031" y="1074086"/>
                  </a:lnTo>
                  <a:lnTo>
                    <a:pt x="664339" y="1068184"/>
                  </a:lnTo>
                  <a:lnTo>
                    <a:pt x="664646" y="1062283"/>
                  </a:lnTo>
                  <a:lnTo>
                    <a:pt x="664950" y="1056381"/>
                  </a:lnTo>
                  <a:lnTo>
                    <a:pt x="665252" y="1050480"/>
                  </a:lnTo>
                  <a:lnTo>
                    <a:pt x="665550" y="1044578"/>
                  </a:lnTo>
                  <a:lnTo>
                    <a:pt x="665843" y="1038677"/>
                  </a:lnTo>
                  <a:lnTo>
                    <a:pt x="666130" y="1032775"/>
                  </a:lnTo>
                  <a:lnTo>
                    <a:pt x="666412" y="1026873"/>
                  </a:lnTo>
                  <a:lnTo>
                    <a:pt x="666686" y="1020972"/>
                  </a:lnTo>
                  <a:lnTo>
                    <a:pt x="666952" y="1015070"/>
                  </a:lnTo>
                  <a:lnTo>
                    <a:pt x="667206" y="1009169"/>
                  </a:lnTo>
                  <a:lnTo>
                    <a:pt x="667451" y="1003267"/>
                  </a:lnTo>
                  <a:lnTo>
                    <a:pt x="667685" y="997366"/>
                  </a:lnTo>
                  <a:lnTo>
                    <a:pt x="667908" y="991464"/>
                  </a:lnTo>
                  <a:lnTo>
                    <a:pt x="668115" y="985562"/>
                  </a:lnTo>
                  <a:lnTo>
                    <a:pt x="668308" y="979661"/>
                  </a:lnTo>
                  <a:lnTo>
                    <a:pt x="668487" y="973759"/>
                  </a:lnTo>
                  <a:lnTo>
                    <a:pt x="668652" y="967858"/>
                  </a:lnTo>
                  <a:lnTo>
                    <a:pt x="668800" y="961956"/>
                  </a:lnTo>
                  <a:lnTo>
                    <a:pt x="668929" y="956055"/>
                  </a:lnTo>
                  <a:lnTo>
                    <a:pt x="669043" y="950153"/>
                  </a:lnTo>
                  <a:lnTo>
                    <a:pt x="669141" y="944251"/>
                  </a:lnTo>
                  <a:lnTo>
                    <a:pt x="669222" y="938350"/>
                  </a:lnTo>
                  <a:lnTo>
                    <a:pt x="669282" y="932448"/>
                  </a:lnTo>
                  <a:lnTo>
                    <a:pt x="669326" y="926547"/>
                  </a:lnTo>
                  <a:lnTo>
                    <a:pt x="669356" y="920645"/>
                  </a:lnTo>
                  <a:lnTo>
                    <a:pt x="669370" y="914743"/>
                  </a:lnTo>
                  <a:lnTo>
                    <a:pt x="669365" y="908842"/>
                  </a:lnTo>
                  <a:lnTo>
                    <a:pt x="669345" y="902940"/>
                  </a:lnTo>
                  <a:lnTo>
                    <a:pt x="669312" y="897039"/>
                  </a:lnTo>
                  <a:lnTo>
                    <a:pt x="669267" y="891137"/>
                  </a:lnTo>
                  <a:lnTo>
                    <a:pt x="669209" y="885236"/>
                  </a:lnTo>
                  <a:lnTo>
                    <a:pt x="669138" y="879334"/>
                  </a:lnTo>
                  <a:lnTo>
                    <a:pt x="669059" y="873432"/>
                  </a:lnTo>
                  <a:lnTo>
                    <a:pt x="668971" y="867531"/>
                  </a:lnTo>
                  <a:lnTo>
                    <a:pt x="668877" y="861629"/>
                  </a:lnTo>
                  <a:lnTo>
                    <a:pt x="668775" y="855728"/>
                  </a:lnTo>
                  <a:lnTo>
                    <a:pt x="668669" y="849826"/>
                  </a:lnTo>
                  <a:lnTo>
                    <a:pt x="668560" y="843925"/>
                  </a:lnTo>
                  <a:lnTo>
                    <a:pt x="668450" y="838023"/>
                  </a:lnTo>
                  <a:lnTo>
                    <a:pt x="668339" y="832121"/>
                  </a:lnTo>
                  <a:lnTo>
                    <a:pt x="668229" y="826220"/>
                  </a:lnTo>
                  <a:lnTo>
                    <a:pt x="668121" y="820318"/>
                  </a:lnTo>
                  <a:lnTo>
                    <a:pt x="668017" y="814417"/>
                  </a:lnTo>
                  <a:lnTo>
                    <a:pt x="667916" y="808515"/>
                  </a:lnTo>
                  <a:lnTo>
                    <a:pt x="667822" y="802614"/>
                  </a:lnTo>
                  <a:lnTo>
                    <a:pt x="667734" y="796712"/>
                  </a:lnTo>
                  <a:lnTo>
                    <a:pt x="667652" y="790810"/>
                  </a:lnTo>
                  <a:lnTo>
                    <a:pt x="667577" y="784909"/>
                  </a:lnTo>
                  <a:lnTo>
                    <a:pt x="667512" y="779007"/>
                  </a:lnTo>
                  <a:lnTo>
                    <a:pt x="667456" y="773106"/>
                  </a:lnTo>
                  <a:lnTo>
                    <a:pt x="667406" y="767204"/>
                  </a:lnTo>
                  <a:lnTo>
                    <a:pt x="667365" y="761303"/>
                  </a:lnTo>
                  <a:lnTo>
                    <a:pt x="667334" y="755401"/>
                  </a:lnTo>
                  <a:lnTo>
                    <a:pt x="667311" y="749499"/>
                  </a:lnTo>
                  <a:lnTo>
                    <a:pt x="667296" y="743598"/>
                  </a:lnTo>
                  <a:lnTo>
                    <a:pt x="667288" y="737696"/>
                  </a:lnTo>
                  <a:lnTo>
                    <a:pt x="667287" y="731795"/>
                  </a:lnTo>
                  <a:lnTo>
                    <a:pt x="667295" y="725893"/>
                  </a:lnTo>
                  <a:lnTo>
                    <a:pt x="667307" y="719992"/>
                  </a:lnTo>
                  <a:lnTo>
                    <a:pt x="667324" y="714090"/>
                  </a:lnTo>
                  <a:lnTo>
                    <a:pt x="667346" y="708188"/>
                  </a:lnTo>
                  <a:lnTo>
                    <a:pt x="667371" y="702287"/>
                  </a:lnTo>
                  <a:lnTo>
                    <a:pt x="667400" y="696385"/>
                  </a:lnTo>
                  <a:lnTo>
                    <a:pt x="667429" y="690484"/>
                  </a:lnTo>
                  <a:lnTo>
                    <a:pt x="667460" y="684582"/>
                  </a:lnTo>
                  <a:lnTo>
                    <a:pt x="667492" y="678681"/>
                  </a:lnTo>
                  <a:lnTo>
                    <a:pt x="667523" y="672779"/>
                  </a:lnTo>
                  <a:lnTo>
                    <a:pt x="667552" y="666877"/>
                  </a:lnTo>
                  <a:lnTo>
                    <a:pt x="667580" y="660976"/>
                  </a:lnTo>
                  <a:lnTo>
                    <a:pt x="667605" y="655074"/>
                  </a:lnTo>
                  <a:lnTo>
                    <a:pt x="667627" y="649173"/>
                  </a:lnTo>
                  <a:lnTo>
                    <a:pt x="667645" y="643271"/>
                  </a:lnTo>
                  <a:lnTo>
                    <a:pt x="667660" y="637370"/>
                  </a:lnTo>
                  <a:lnTo>
                    <a:pt x="667672" y="631468"/>
                  </a:lnTo>
                  <a:lnTo>
                    <a:pt x="667678" y="625566"/>
                  </a:lnTo>
                  <a:lnTo>
                    <a:pt x="667680" y="619665"/>
                  </a:lnTo>
                  <a:lnTo>
                    <a:pt x="667678" y="613763"/>
                  </a:lnTo>
                  <a:lnTo>
                    <a:pt x="667673" y="607862"/>
                  </a:lnTo>
                  <a:lnTo>
                    <a:pt x="667664" y="601960"/>
                  </a:lnTo>
                  <a:lnTo>
                    <a:pt x="667651" y="596058"/>
                  </a:lnTo>
                  <a:lnTo>
                    <a:pt x="667635" y="590157"/>
                  </a:lnTo>
                  <a:lnTo>
                    <a:pt x="667617" y="584255"/>
                  </a:lnTo>
                  <a:lnTo>
                    <a:pt x="667598" y="578354"/>
                  </a:lnTo>
                  <a:lnTo>
                    <a:pt x="667577" y="572452"/>
                  </a:lnTo>
                  <a:lnTo>
                    <a:pt x="667556" y="566551"/>
                  </a:lnTo>
                  <a:lnTo>
                    <a:pt x="667536" y="560649"/>
                  </a:lnTo>
                  <a:lnTo>
                    <a:pt x="667516" y="554747"/>
                  </a:lnTo>
                  <a:lnTo>
                    <a:pt x="667499" y="548846"/>
                  </a:lnTo>
                  <a:lnTo>
                    <a:pt x="667486" y="542944"/>
                  </a:lnTo>
                  <a:lnTo>
                    <a:pt x="667475" y="537043"/>
                  </a:lnTo>
                  <a:lnTo>
                    <a:pt x="667469" y="531141"/>
                  </a:lnTo>
                  <a:lnTo>
                    <a:pt x="667468" y="525240"/>
                  </a:lnTo>
                  <a:lnTo>
                    <a:pt x="667474" y="519338"/>
                  </a:lnTo>
                  <a:lnTo>
                    <a:pt x="667486" y="513436"/>
                  </a:lnTo>
                  <a:lnTo>
                    <a:pt x="667504" y="507535"/>
                  </a:lnTo>
                  <a:lnTo>
                    <a:pt x="667530" y="501633"/>
                  </a:lnTo>
                  <a:lnTo>
                    <a:pt x="667565" y="495732"/>
                  </a:lnTo>
                  <a:lnTo>
                    <a:pt x="667608" y="489830"/>
                  </a:lnTo>
                  <a:lnTo>
                    <a:pt x="667658" y="483929"/>
                  </a:lnTo>
                  <a:lnTo>
                    <a:pt x="667716" y="478027"/>
                  </a:lnTo>
                  <a:lnTo>
                    <a:pt x="667783" y="472125"/>
                  </a:lnTo>
                  <a:lnTo>
                    <a:pt x="667858" y="466224"/>
                  </a:lnTo>
                  <a:lnTo>
                    <a:pt x="667941" y="460322"/>
                  </a:lnTo>
                  <a:lnTo>
                    <a:pt x="668030" y="454421"/>
                  </a:lnTo>
                  <a:lnTo>
                    <a:pt x="668126" y="448519"/>
                  </a:lnTo>
                  <a:lnTo>
                    <a:pt x="668229" y="442618"/>
                  </a:lnTo>
                  <a:lnTo>
                    <a:pt x="668337" y="436716"/>
                  </a:lnTo>
                  <a:lnTo>
                    <a:pt x="668450" y="430814"/>
                  </a:lnTo>
                  <a:lnTo>
                    <a:pt x="668566" y="424913"/>
                  </a:lnTo>
                  <a:lnTo>
                    <a:pt x="668685" y="419011"/>
                  </a:lnTo>
                  <a:lnTo>
                    <a:pt x="668806" y="413110"/>
                  </a:lnTo>
                  <a:lnTo>
                    <a:pt x="668928" y="407208"/>
                  </a:lnTo>
                  <a:lnTo>
                    <a:pt x="669051" y="401307"/>
                  </a:lnTo>
                  <a:lnTo>
                    <a:pt x="669172" y="395405"/>
                  </a:lnTo>
                  <a:lnTo>
                    <a:pt x="669292" y="389503"/>
                  </a:lnTo>
                  <a:lnTo>
                    <a:pt x="669409" y="383602"/>
                  </a:lnTo>
                  <a:lnTo>
                    <a:pt x="669523" y="377700"/>
                  </a:lnTo>
                  <a:lnTo>
                    <a:pt x="669633" y="371799"/>
                  </a:lnTo>
                  <a:lnTo>
                    <a:pt x="669737" y="365897"/>
                  </a:lnTo>
                  <a:lnTo>
                    <a:pt x="669836" y="359996"/>
                  </a:lnTo>
                  <a:lnTo>
                    <a:pt x="669929" y="354094"/>
                  </a:lnTo>
                  <a:lnTo>
                    <a:pt x="670017" y="348192"/>
                  </a:lnTo>
                  <a:lnTo>
                    <a:pt x="670097" y="342291"/>
                  </a:lnTo>
                  <a:lnTo>
                    <a:pt x="670168" y="336389"/>
                  </a:lnTo>
                  <a:lnTo>
                    <a:pt x="670234" y="330488"/>
                  </a:lnTo>
                  <a:lnTo>
                    <a:pt x="670292" y="324586"/>
                  </a:lnTo>
                  <a:lnTo>
                    <a:pt x="670343" y="318685"/>
                  </a:lnTo>
                  <a:lnTo>
                    <a:pt x="670384" y="312783"/>
                  </a:lnTo>
                  <a:lnTo>
                    <a:pt x="670419" y="306881"/>
                  </a:lnTo>
                  <a:lnTo>
                    <a:pt x="670447" y="300980"/>
                  </a:lnTo>
                  <a:lnTo>
                    <a:pt x="670469" y="295078"/>
                  </a:lnTo>
                  <a:lnTo>
                    <a:pt x="670483" y="289177"/>
                  </a:lnTo>
                  <a:lnTo>
                    <a:pt x="670490" y="283275"/>
                  </a:lnTo>
                  <a:lnTo>
                    <a:pt x="670492" y="277373"/>
                  </a:lnTo>
                  <a:lnTo>
                    <a:pt x="670489" y="271472"/>
                  </a:lnTo>
                  <a:lnTo>
                    <a:pt x="670479" y="265570"/>
                  </a:lnTo>
                  <a:lnTo>
                    <a:pt x="670465" y="259669"/>
                  </a:lnTo>
                  <a:lnTo>
                    <a:pt x="670446" y="253767"/>
                  </a:lnTo>
                  <a:lnTo>
                    <a:pt x="670424" y="247866"/>
                  </a:lnTo>
                  <a:lnTo>
                    <a:pt x="670399" y="241964"/>
                  </a:lnTo>
                  <a:lnTo>
                    <a:pt x="670369" y="236062"/>
                  </a:lnTo>
                  <a:lnTo>
                    <a:pt x="670338" y="230161"/>
                  </a:lnTo>
                  <a:lnTo>
                    <a:pt x="670304" y="224259"/>
                  </a:lnTo>
                  <a:lnTo>
                    <a:pt x="670268" y="218358"/>
                  </a:lnTo>
                  <a:lnTo>
                    <a:pt x="670232" y="212456"/>
                  </a:lnTo>
                  <a:lnTo>
                    <a:pt x="670194" y="206555"/>
                  </a:lnTo>
                  <a:lnTo>
                    <a:pt x="670155" y="200653"/>
                  </a:lnTo>
                  <a:lnTo>
                    <a:pt x="670117" y="194751"/>
                  </a:lnTo>
                  <a:lnTo>
                    <a:pt x="670079" y="188850"/>
                  </a:lnTo>
                  <a:lnTo>
                    <a:pt x="670042" y="182948"/>
                  </a:lnTo>
                  <a:lnTo>
                    <a:pt x="670005" y="177047"/>
                  </a:lnTo>
                  <a:lnTo>
                    <a:pt x="669971" y="171145"/>
                  </a:lnTo>
                  <a:lnTo>
                    <a:pt x="669937" y="165244"/>
                  </a:lnTo>
                  <a:lnTo>
                    <a:pt x="669907" y="159342"/>
                  </a:lnTo>
                  <a:lnTo>
                    <a:pt x="669879" y="153440"/>
                  </a:lnTo>
                  <a:lnTo>
                    <a:pt x="669854" y="147539"/>
                  </a:lnTo>
                  <a:lnTo>
                    <a:pt x="669832" y="141637"/>
                  </a:lnTo>
                  <a:lnTo>
                    <a:pt x="669814" y="135736"/>
                  </a:lnTo>
                  <a:lnTo>
                    <a:pt x="669801" y="129834"/>
                  </a:lnTo>
                  <a:lnTo>
                    <a:pt x="669792" y="123933"/>
                  </a:lnTo>
                  <a:lnTo>
                    <a:pt x="669788" y="118031"/>
                  </a:lnTo>
                  <a:lnTo>
                    <a:pt x="669789" y="112129"/>
                  </a:lnTo>
                  <a:lnTo>
                    <a:pt x="669797" y="106228"/>
                  </a:lnTo>
                  <a:lnTo>
                    <a:pt x="669811" y="100326"/>
                  </a:lnTo>
                  <a:lnTo>
                    <a:pt x="669831" y="94425"/>
                  </a:lnTo>
                  <a:lnTo>
                    <a:pt x="669857" y="88523"/>
                  </a:lnTo>
                  <a:lnTo>
                    <a:pt x="669891" y="82622"/>
                  </a:lnTo>
                  <a:lnTo>
                    <a:pt x="669934" y="76720"/>
                  </a:lnTo>
                  <a:lnTo>
                    <a:pt x="669983" y="70818"/>
                  </a:lnTo>
                  <a:lnTo>
                    <a:pt x="670039" y="64917"/>
                  </a:lnTo>
                  <a:lnTo>
                    <a:pt x="670104" y="59015"/>
                  </a:lnTo>
                  <a:lnTo>
                    <a:pt x="670179" y="53114"/>
                  </a:lnTo>
                  <a:lnTo>
                    <a:pt x="670261" y="47212"/>
                  </a:lnTo>
                  <a:lnTo>
                    <a:pt x="670351" y="41311"/>
                  </a:lnTo>
                  <a:lnTo>
                    <a:pt x="670448" y="35409"/>
                  </a:lnTo>
                  <a:lnTo>
                    <a:pt x="670556" y="29507"/>
                  </a:lnTo>
                  <a:lnTo>
                    <a:pt x="670672" y="23606"/>
                  </a:lnTo>
                  <a:lnTo>
                    <a:pt x="670795" y="17704"/>
                  </a:lnTo>
                  <a:lnTo>
                    <a:pt x="670925" y="11803"/>
                  </a:lnTo>
                  <a:lnTo>
                    <a:pt x="671064" y="5901"/>
                  </a:lnTo>
                  <a:lnTo>
                    <a:pt x="671210" y="0"/>
                  </a:lnTo>
                  <a:lnTo>
                    <a:pt x="683527" y="0"/>
                  </a:lnTo>
                  <a:lnTo>
                    <a:pt x="683673" y="5901"/>
                  </a:lnTo>
                  <a:lnTo>
                    <a:pt x="683812" y="11803"/>
                  </a:lnTo>
                  <a:lnTo>
                    <a:pt x="683942" y="17704"/>
                  </a:lnTo>
                  <a:lnTo>
                    <a:pt x="684065" y="23606"/>
                  </a:lnTo>
                  <a:lnTo>
                    <a:pt x="684181" y="29507"/>
                  </a:lnTo>
                  <a:lnTo>
                    <a:pt x="684289" y="35409"/>
                  </a:lnTo>
                  <a:lnTo>
                    <a:pt x="684386" y="41311"/>
                  </a:lnTo>
                  <a:lnTo>
                    <a:pt x="684476" y="47212"/>
                  </a:lnTo>
                  <a:lnTo>
                    <a:pt x="684558" y="53114"/>
                  </a:lnTo>
                  <a:lnTo>
                    <a:pt x="684633" y="59015"/>
                  </a:lnTo>
                  <a:lnTo>
                    <a:pt x="684698" y="64917"/>
                  </a:lnTo>
                  <a:lnTo>
                    <a:pt x="684754" y="70818"/>
                  </a:lnTo>
                  <a:lnTo>
                    <a:pt x="684804" y="76720"/>
                  </a:lnTo>
                  <a:lnTo>
                    <a:pt x="684846" y="82622"/>
                  </a:lnTo>
                  <a:lnTo>
                    <a:pt x="684880" y="88523"/>
                  </a:lnTo>
                  <a:lnTo>
                    <a:pt x="684906" y="94425"/>
                  </a:lnTo>
                  <a:lnTo>
                    <a:pt x="684926" y="100326"/>
                  </a:lnTo>
                  <a:lnTo>
                    <a:pt x="684940" y="106228"/>
                  </a:lnTo>
                  <a:lnTo>
                    <a:pt x="684948" y="112129"/>
                  </a:lnTo>
                  <a:lnTo>
                    <a:pt x="684949" y="118031"/>
                  </a:lnTo>
                  <a:lnTo>
                    <a:pt x="684945" y="123933"/>
                  </a:lnTo>
                  <a:lnTo>
                    <a:pt x="684936" y="129834"/>
                  </a:lnTo>
                  <a:lnTo>
                    <a:pt x="684923" y="135736"/>
                  </a:lnTo>
                  <a:lnTo>
                    <a:pt x="684905" y="141637"/>
                  </a:lnTo>
                  <a:lnTo>
                    <a:pt x="684883" y="147539"/>
                  </a:lnTo>
                  <a:lnTo>
                    <a:pt x="684858" y="153440"/>
                  </a:lnTo>
                  <a:lnTo>
                    <a:pt x="684830" y="159342"/>
                  </a:lnTo>
                  <a:lnTo>
                    <a:pt x="684800" y="165244"/>
                  </a:lnTo>
                  <a:lnTo>
                    <a:pt x="684767" y="171145"/>
                  </a:lnTo>
                  <a:lnTo>
                    <a:pt x="684732" y="177047"/>
                  </a:lnTo>
                  <a:lnTo>
                    <a:pt x="684696" y="182948"/>
                  </a:lnTo>
                  <a:lnTo>
                    <a:pt x="684658" y="188850"/>
                  </a:lnTo>
                  <a:lnTo>
                    <a:pt x="684620" y="194751"/>
                  </a:lnTo>
                  <a:lnTo>
                    <a:pt x="684582" y="200653"/>
                  </a:lnTo>
                  <a:lnTo>
                    <a:pt x="684544" y="206555"/>
                  </a:lnTo>
                  <a:lnTo>
                    <a:pt x="684506" y="212456"/>
                  </a:lnTo>
                  <a:lnTo>
                    <a:pt x="684469" y="218358"/>
                  </a:lnTo>
                  <a:lnTo>
                    <a:pt x="684433" y="224259"/>
                  </a:lnTo>
                  <a:lnTo>
                    <a:pt x="684400" y="230161"/>
                  </a:lnTo>
                  <a:lnTo>
                    <a:pt x="684368" y="236062"/>
                  </a:lnTo>
                  <a:lnTo>
                    <a:pt x="684339" y="241964"/>
                  </a:lnTo>
                  <a:lnTo>
                    <a:pt x="684313" y="247866"/>
                  </a:lnTo>
                  <a:lnTo>
                    <a:pt x="684291" y="253767"/>
                  </a:lnTo>
                  <a:lnTo>
                    <a:pt x="684272" y="259669"/>
                  </a:lnTo>
                  <a:lnTo>
                    <a:pt x="684258" y="265570"/>
                  </a:lnTo>
                  <a:lnTo>
                    <a:pt x="684249" y="271472"/>
                  </a:lnTo>
                  <a:lnTo>
                    <a:pt x="684245" y="277373"/>
                  </a:lnTo>
                  <a:lnTo>
                    <a:pt x="684247" y="283275"/>
                  </a:lnTo>
                  <a:lnTo>
                    <a:pt x="684254" y="289177"/>
                  </a:lnTo>
                  <a:lnTo>
                    <a:pt x="684268" y="295078"/>
                  </a:lnTo>
                  <a:lnTo>
                    <a:pt x="684290" y="300980"/>
                  </a:lnTo>
                  <a:lnTo>
                    <a:pt x="684318" y="306881"/>
                  </a:lnTo>
                  <a:lnTo>
                    <a:pt x="684353" y="312783"/>
                  </a:lnTo>
                  <a:lnTo>
                    <a:pt x="684394" y="318685"/>
                  </a:lnTo>
                  <a:lnTo>
                    <a:pt x="684445" y="324586"/>
                  </a:lnTo>
                  <a:lnTo>
                    <a:pt x="684504" y="330488"/>
                  </a:lnTo>
                  <a:lnTo>
                    <a:pt x="684569" y="336389"/>
                  </a:lnTo>
                  <a:lnTo>
                    <a:pt x="684641" y="342291"/>
                  </a:lnTo>
                  <a:lnTo>
                    <a:pt x="684721" y="348192"/>
                  </a:lnTo>
                  <a:lnTo>
                    <a:pt x="684808" y="354094"/>
                  </a:lnTo>
                  <a:lnTo>
                    <a:pt x="684901" y="359996"/>
                  </a:lnTo>
                  <a:lnTo>
                    <a:pt x="685000" y="365897"/>
                  </a:lnTo>
                  <a:lnTo>
                    <a:pt x="685104" y="371799"/>
                  </a:lnTo>
                  <a:lnTo>
                    <a:pt x="685215" y="377700"/>
                  </a:lnTo>
                  <a:lnTo>
                    <a:pt x="685328" y="383602"/>
                  </a:lnTo>
                  <a:lnTo>
                    <a:pt x="685445" y="389503"/>
                  </a:lnTo>
                  <a:lnTo>
                    <a:pt x="685565" y="395405"/>
                  </a:lnTo>
                  <a:lnTo>
                    <a:pt x="685687" y="401307"/>
                  </a:lnTo>
                  <a:lnTo>
                    <a:pt x="685809" y="407208"/>
                  </a:lnTo>
                  <a:lnTo>
                    <a:pt x="685931" y="413110"/>
                  </a:lnTo>
                  <a:lnTo>
                    <a:pt x="686052" y="419011"/>
                  </a:lnTo>
                  <a:lnTo>
                    <a:pt x="686172" y="424913"/>
                  </a:lnTo>
                  <a:lnTo>
                    <a:pt x="686287" y="430814"/>
                  </a:lnTo>
                  <a:lnTo>
                    <a:pt x="686400" y="436716"/>
                  </a:lnTo>
                  <a:lnTo>
                    <a:pt x="686508" y="442618"/>
                  </a:lnTo>
                  <a:lnTo>
                    <a:pt x="686611" y="448519"/>
                  </a:lnTo>
                  <a:lnTo>
                    <a:pt x="686707" y="454421"/>
                  </a:lnTo>
                  <a:lnTo>
                    <a:pt x="686796" y="460322"/>
                  </a:lnTo>
                  <a:lnTo>
                    <a:pt x="686879" y="466224"/>
                  </a:lnTo>
                  <a:lnTo>
                    <a:pt x="686955" y="472125"/>
                  </a:lnTo>
                  <a:lnTo>
                    <a:pt x="687021" y="478027"/>
                  </a:lnTo>
                  <a:lnTo>
                    <a:pt x="687079" y="483929"/>
                  </a:lnTo>
                  <a:lnTo>
                    <a:pt x="687130" y="489830"/>
                  </a:lnTo>
                  <a:lnTo>
                    <a:pt x="687173" y="495732"/>
                  </a:lnTo>
                  <a:lnTo>
                    <a:pt x="687207" y="501633"/>
                  </a:lnTo>
                  <a:lnTo>
                    <a:pt x="687233" y="507535"/>
                  </a:lnTo>
                  <a:lnTo>
                    <a:pt x="687251" y="513436"/>
                  </a:lnTo>
                  <a:lnTo>
                    <a:pt x="687263" y="519338"/>
                  </a:lnTo>
                  <a:lnTo>
                    <a:pt x="687270" y="525240"/>
                  </a:lnTo>
                  <a:lnTo>
                    <a:pt x="687268" y="531141"/>
                  </a:lnTo>
                  <a:lnTo>
                    <a:pt x="687262" y="537043"/>
                  </a:lnTo>
                  <a:lnTo>
                    <a:pt x="687252" y="542944"/>
                  </a:lnTo>
                  <a:lnTo>
                    <a:pt x="687238" y="548846"/>
                  </a:lnTo>
                  <a:lnTo>
                    <a:pt x="687221" y="554747"/>
                  </a:lnTo>
                  <a:lnTo>
                    <a:pt x="687201" y="560649"/>
                  </a:lnTo>
                  <a:lnTo>
                    <a:pt x="687181" y="566551"/>
                  </a:lnTo>
                  <a:lnTo>
                    <a:pt x="687160" y="572452"/>
                  </a:lnTo>
                  <a:lnTo>
                    <a:pt x="687139" y="578354"/>
                  </a:lnTo>
                  <a:lnTo>
                    <a:pt x="687120" y="584255"/>
                  </a:lnTo>
                  <a:lnTo>
                    <a:pt x="687102" y="590157"/>
                  </a:lnTo>
                  <a:lnTo>
                    <a:pt x="687087" y="596058"/>
                  </a:lnTo>
                  <a:lnTo>
                    <a:pt x="687074" y="601960"/>
                  </a:lnTo>
                  <a:lnTo>
                    <a:pt x="687064" y="607862"/>
                  </a:lnTo>
                  <a:lnTo>
                    <a:pt x="687059" y="613763"/>
                  </a:lnTo>
                  <a:lnTo>
                    <a:pt x="687057" y="619665"/>
                  </a:lnTo>
                  <a:lnTo>
                    <a:pt x="687059" y="625566"/>
                  </a:lnTo>
                  <a:lnTo>
                    <a:pt x="687066" y="631468"/>
                  </a:lnTo>
                  <a:lnTo>
                    <a:pt x="687077" y="637370"/>
                  </a:lnTo>
                  <a:lnTo>
                    <a:pt x="687092" y="643271"/>
                  </a:lnTo>
                  <a:lnTo>
                    <a:pt x="687110" y="649173"/>
                  </a:lnTo>
                  <a:lnTo>
                    <a:pt x="687132" y="655074"/>
                  </a:lnTo>
                  <a:lnTo>
                    <a:pt x="687158" y="660976"/>
                  </a:lnTo>
                  <a:lnTo>
                    <a:pt x="687185" y="666877"/>
                  </a:lnTo>
                  <a:lnTo>
                    <a:pt x="687215" y="672779"/>
                  </a:lnTo>
                  <a:lnTo>
                    <a:pt x="687245" y="678681"/>
                  </a:lnTo>
                  <a:lnTo>
                    <a:pt x="687277" y="684582"/>
                  </a:lnTo>
                  <a:lnTo>
                    <a:pt x="687308" y="690484"/>
                  </a:lnTo>
                  <a:lnTo>
                    <a:pt x="687338" y="696385"/>
                  </a:lnTo>
                  <a:lnTo>
                    <a:pt x="687366" y="702287"/>
                  </a:lnTo>
                  <a:lnTo>
                    <a:pt x="687392" y="708188"/>
                  </a:lnTo>
                  <a:lnTo>
                    <a:pt x="687413" y="714090"/>
                  </a:lnTo>
                  <a:lnTo>
                    <a:pt x="687430" y="719992"/>
                  </a:lnTo>
                  <a:lnTo>
                    <a:pt x="687443" y="725893"/>
                  </a:lnTo>
                  <a:lnTo>
                    <a:pt x="687450" y="731795"/>
                  </a:lnTo>
                  <a:lnTo>
                    <a:pt x="687449" y="737696"/>
                  </a:lnTo>
                  <a:lnTo>
                    <a:pt x="687441" y="743598"/>
                  </a:lnTo>
                  <a:lnTo>
                    <a:pt x="687426" y="749499"/>
                  </a:lnTo>
                  <a:lnTo>
                    <a:pt x="687403" y="755401"/>
                  </a:lnTo>
                  <a:lnTo>
                    <a:pt x="687372" y="761303"/>
                  </a:lnTo>
                  <a:lnTo>
                    <a:pt x="687331" y="767204"/>
                  </a:lnTo>
                  <a:lnTo>
                    <a:pt x="687282" y="773106"/>
                  </a:lnTo>
                  <a:lnTo>
                    <a:pt x="687225" y="779007"/>
                  </a:lnTo>
                  <a:lnTo>
                    <a:pt x="687160" y="784909"/>
                  </a:lnTo>
                  <a:lnTo>
                    <a:pt x="687085" y="790810"/>
                  </a:lnTo>
                  <a:lnTo>
                    <a:pt x="687003" y="796712"/>
                  </a:lnTo>
                  <a:lnTo>
                    <a:pt x="686915" y="802614"/>
                  </a:lnTo>
                  <a:lnTo>
                    <a:pt x="686821" y="808515"/>
                  </a:lnTo>
                  <a:lnTo>
                    <a:pt x="686721" y="814417"/>
                  </a:lnTo>
                  <a:lnTo>
                    <a:pt x="686616" y="820318"/>
                  </a:lnTo>
                  <a:lnTo>
                    <a:pt x="686508" y="826220"/>
                  </a:lnTo>
                  <a:lnTo>
                    <a:pt x="686398" y="832121"/>
                  </a:lnTo>
                  <a:lnTo>
                    <a:pt x="686287" y="838023"/>
                  </a:lnTo>
                  <a:lnTo>
                    <a:pt x="686177" y="843925"/>
                  </a:lnTo>
                  <a:lnTo>
                    <a:pt x="686068" y="849826"/>
                  </a:lnTo>
                  <a:lnTo>
                    <a:pt x="685963" y="855728"/>
                  </a:lnTo>
                  <a:lnTo>
                    <a:pt x="685860" y="861629"/>
                  </a:lnTo>
                  <a:lnTo>
                    <a:pt x="685766" y="867531"/>
                  </a:lnTo>
                  <a:lnTo>
                    <a:pt x="685678" y="873432"/>
                  </a:lnTo>
                  <a:lnTo>
                    <a:pt x="685599" y="879334"/>
                  </a:lnTo>
                  <a:lnTo>
                    <a:pt x="685528" y="885236"/>
                  </a:lnTo>
                  <a:lnTo>
                    <a:pt x="685470" y="891137"/>
                  </a:lnTo>
                  <a:lnTo>
                    <a:pt x="685425" y="897039"/>
                  </a:lnTo>
                  <a:lnTo>
                    <a:pt x="685392" y="902940"/>
                  </a:lnTo>
                  <a:lnTo>
                    <a:pt x="685372" y="908842"/>
                  </a:lnTo>
                  <a:lnTo>
                    <a:pt x="685367" y="914743"/>
                  </a:lnTo>
                  <a:lnTo>
                    <a:pt x="685382" y="920645"/>
                  </a:lnTo>
                  <a:lnTo>
                    <a:pt x="685411" y="926547"/>
                  </a:lnTo>
                  <a:lnTo>
                    <a:pt x="685455" y="932448"/>
                  </a:lnTo>
                  <a:lnTo>
                    <a:pt x="685515" y="938350"/>
                  </a:lnTo>
                  <a:lnTo>
                    <a:pt x="685597" y="944251"/>
                  </a:lnTo>
                  <a:lnTo>
                    <a:pt x="685695" y="950153"/>
                  </a:lnTo>
                  <a:lnTo>
                    <a:pt x="685808" y="956055"/>
                  </a:lnTo>
                  <a:lnTo>
                    <a:pt x="685938" y="961956"/>
                  </a:lnTo>
                  <a:lnTo>
                    <a:pt x="686085" y="967858"/>
                  </a:lnTo>
                  <a:lnTo>
                    <a:pt x="686250" y="973759"/>
                  </a:lnTo>
                  <a:lnTo>
                    <a:pt x="686430" y="979661"/>
                  </a:lnTo>
                  <a:lnTo>
                    <a:pt x="686623" y="985562"/>
                  </a:lnTo>
                  <a:lnTo>
                    <a:pt x="686829" y="991464"/>
                  </a:lnTo>
                  <a:lnTo>
                    <a:pt x="687052" y="997366"/>
                  </a:lnTo>
                  <a:lnTo>
                    <a:pt x="687286" y="1003267"/>
                  </a:lnTo>
                  <a:lnTo>
                    <a:pt x="687531" y="1009169"/>
                  </a:lnTo>
                  <a:lnTo>
                    <a:pt x="687786" y="1015070"/>
                  </a:lnTo>
                  <a:lnTo>
                    <a:pt x="688051" y="1020972"/>
                  </a:lnTo>
                  <a:lnTo>
                    <a:pt x="688326" y="1026873"/>
                  </a:lnTo>
                  <a:lnTo>
                    <a:pt x="688607" y="1032775"/>
                  </a:lnTo>
                  <a:lnTo>
                    <a:pt x="688894" y="1038677"/>
                  </a:lnTo>
                  <a:lnTo>
                    <a:pt x="689187" y="1044578"/>
                  </a:lnTo>
                  <a:lnTo>
                    <a:pt x="689485" y="1050480"/>
                  </a:lnTo>
                  <a:lnTo>
                    <a:pt x="689787" y="1056381"/>
                  </a:lnTo>
                  <a:lnTo>
                    <a:pt x="690091" y="1062283"/>
                  </a:lnTo>
                  <a:lnTo>
                    <a:pt x="690398" y="1068184"/>
                  </a:lnTo>
                  <a:lnTo>
                    <a:pt x="690706" y="1074086"/>
                  </a:lnTo>
                  <a:lnTo>
                    <a:pt x="691015" y="1079988"/>
                  </a:lnTo>
                  <a:lnTo>
                    <a:pt x="691324" y="1085889"/>
                  </a:lnTo>
                  <a:lnTo>
                    <a:pt x="691634" y="1091791"/>
                  </a:lnTo>
                  <a:lnTo>
                    <a:pt x="691942" y="1097692"/>
                  </a:lnTo>
                  <a:lnTo>
                    <a:pt x="692250" y="1103594"/>
                  </a:lnTo>
                  <a:lnTo>
                    <a:pt x="692556" y="1109495"/>
                  </a:lnTo>
                  <a:lnTo>
                    <a:pt x="692862" y="1115397"/>
                  </a:lnTo>
                  <a:lnTo>
                    <a:pt x="693166" y="1121299"/>
                  </a:lnTo>
                  <a:lnTo>
                    <a:pt x="693468" y="1127200"/>
                  </a:lnTo>
                  <a:lnTo>
                    <a:pt x="693770" y="1133102"/>
                  </a:lnTo>
                  <a:lnTo>
                    <a:pt x="694071" y="1139003"/>
                  </a:lnTo>
                  <a:lnTo>
                    <a:pt x="694371" y="1144905"/>
                  </a:lnTo>
                  <a:lnTo>
                    <a:pt x="694671" y="1150806"/>
                  </a:lnTo>
                  <a:lnTo>
                    <a:pt x="694971" y="1156708"/>
                  </a:lnTo>
                  <a:lnTo>
                    <a:pt x="695271" y="1162610"/>
                  </a:lnTo>
                  <a:lnTo>
                    <a:pt x="695572" y="1168511"/>
                  </a:lnTo>
                  <a:lnTo>
                    <a:pt x="695874" y="1174413"/>
                  </a:lnTo>
                  <a:lnTo>
                    <a:pt x="696179" y="1180314"/>
                  </a:lnTo>
                  <a:lnTo>
                    <a:pt x="696487" y="1186216"/>
                  </a:lnTo>
                  <a:lnTo>
                    <a:pt x="696798" y="1192117"/>
                  </a:lnTo>
                  <a:lnTo>
                    <a:pt x="697112" y="1198019"/>
                  </a:lnTo>
                  <a:lnTo>
                    <a:pt x="697433" y="1203921"/>
                  </a:lnTo>
                  <a:lnTo>
                    <a:pt x="697759" y="1209822"/>
                  </a:lnTo>
                  <a:lnTo>
                    <a:pt x="698091" y="1215724"/>
                  </a:lnTo>
                  <a:lnTo>
                    <a:pt x="698430" y="1221625"/>
                  </a:lnTo>
                  <a:lnTo>
                    <a:pt x="698778" y="1227527"/>
                  </a:lnTo>
                  <a:lnTo>
                    <a:pt x="699137" y="1233429"/>
                  </a:lnTo>
                  <a:lnTo>
                    <a:pt x="699505" y="1239330"/>
                  </a:lnTo>
                  <a:lnTo>
                    <a:pt x="699883" y="1245232"/>
                  </a:lnTo>
                  <a:lnTo>
                    <a:pt x="700273" y="1251133"/>
                  </a:lnTo>
                  <a:lnTo>
                    <a:pt x="700680" y="1257035"/>
                  </a:lnTo>
                  <a:lnTo>
                    <a:pt x="701101" y="1262936"/>
                  </a:lnTo>
                  <a:lnTo>
                    <a:pt x="701536" y="1268838"/>
                  </a:lnTo>
                  <a:lnTo>
                    <a:pt x="701986" y="1274740"/>
                  </a:lnTo>
                  <a:lnTo>
                    <a:pt x="702460" y="1280641"/>
                  </a:lnTo>
                  <a:lnTo>
                    <a:pt x="702952" y="1286543"/>
                  </a:lnTo>
                  <a:lnTo>
                    <a:pt x="703464" y="1292444"/>
                  </a:lnTo>
                  <a:lnTo>
                    <a:pt x="703996" y="1298346"/>
                  </a:lnTo>
                  <a:lnTo>
                    <a:pt x="704555" y="1304247"/>
                  </a:lnTo>
                  <a:lnTo>
                    <a:pt x="705140" y="1310149"/>
                  </a:lnTo>
                  <a:lnTo>
                    <a:pt x="705749" y="1316051"/>
                  </a:lnTo>
                  <a:lnTo>
                    <a:pt x="706383" y="1321952"/>
                  </a:lnTo>
                  <a:lnTo>
                    <a:pt x="707044" y="1327854"/>
                  </a:lnTo>
                  <a:lnTo>
                    <a:pt x="707741" y="1333755"/>
                  </a:lnTo>
                  <a:lnTo>
                    <a:pt x="708466" y="1339657"/>
                  </a:lnTo>
                  <a:lnTo>
                    <a:pt x="709218" y="1345558"/>
                  </a:lnTo>
                  <a:lnTo>
                    <a:pt x="709999" y="1351460"/>
                  </a:lnTo>
                  <a:lnTo>
                    <a:pt x="710817" y="1357362"/>
                  </a:lnTo>
                  <a:lnTo>
                    <a:pt x="711666" y="1363263"/>
                  </a:lnTo>
                  <a:lnTo>
                    <a:pt x="712544" y="1369165"/>
                  </a:lnTo>
                  <a:lnTo>
                    <a:pt x="713449" y="1375066"/>
                  </a:lnTo>
                  <a:lnTo>
                    <a:pt x="714386" y="1380968"/>
                  </a:lnTo>
                  <a:lnTo>
                    <a:pt x="715356" y="1386869"/>
                  </a:lnTo>
                  <a:lnTo>
                    <a:pt x="716350" y="1392771"/>
                  </a:lnTo>
                  <a:lnTo>
                    <a:pt x="717368" y="1398673"/>
                  </a:lnTo>
                  <a:lnTo>
                    <a:pt x="718407" y="1404574"/>
                  </a:lnTo>
                  <a:lnTo>
                    <a:pt x="719473" y="1410476"/>
                  </a:lnTo>
                  <a:lnTo>
                    <a:pt x="720556" y="1416377"/>
                  </a:lnTo>
                  <a:lnTo>
                    <a:pt x="721651" y="1422279"/>
                  </a:lnTo>
                  <a:lnTo>
                    <a:pt x="722759" y="1428180"/>
                  </a:lnTo>
                  <a:lnTo>
                    <a:pt x="723876" y="1434082"/>
                  </a:lnTo>
                  <a:lnTo>
                    <a:pt x="724998" y="1439984"/>
                  </a:lnTo>
                  <a:lnTo>
                    <a:pt x="726119" y="1445885"/>
                  </a:lnTo>
                  <a:lnTo>
                    <a:pt x="727238" y="1451787"/>
                  </a:lnTo>
                  <a:lnTo>
                    <a:pt x="728349" y="1457688"/>
                  </a:lnTo>
                  <a:lnTo>
                    <a:pt x="729445" y="1463590"/>
                  </a:lnTo>
                  <a:lnTo>
                    <a:pt x="730525" y="1469491"/>
                  </a:lnTo>
                  <a:lnTo>
                    <a:pt x="731585" y="1475393"/>
                  </a:lnTo>
                  <a:lnTo>
                    <a:pt x="732624" y="1481295"/>
                  </a:lnTo>
                  <a:lnTo>
                    <a:pt x="733625" y="1487196"/>
                  </a:lnTo>
                  <a:lnTo>
                    <a:pt x="734592" y="1493098"/>
                  </a:lnTo>
                  <a:lnTo>
                    <a:pt x="735525" y="1498999"/>
                  </a:lnTo>
                  <a:lnTo>
                    <a:pt x="736421" y="1504901"/>
                  </a:lnTo>
                  <a:lnTo>
                    <a:pt x="737268" y="1510802"/>
                  </a:lnTo>
                  <a:lnTo>
                    <a:pt x="738061" y="1516704"/>
                  </a:lnTo>
                  <a:lnTo>
                    <a:pt x="738809" y="1522606"/>
                  </a:lnTo>
                  <a:lnTo>
                    <a:pt x="739508" y="1528507"/>
                  </a:lnTo>
                  <a:lnTo>
                    <a:pt x="740156" y="1534409"/>
                  </a:lnTo>
                  <a:lnTo>
                    <a:pt x="740735" y="1540310"/>
                  </a:lnTo>
                  <a:lnTo>
                    <a:pt x="741261" y="1546212"/>
                  </a:lnTo>
                  <a:lnTo>
                    <a:pt x="741736" y="1552114"/>
                  </a:lnTo>
                  <a:lnTo>
                    <a:pt x="742158" y="1558015"/>
                  </a:lnTo>
                  <a:lnTo>
                    <a:pt x="742513" y="1563917"/>
                  </a:lnTo>
                  <a:lnTo>
                    <a:pt x="742811" y="1569818"/>
                  </a:lnTo>
                  <a:lnTo>
                    <a:pt x="743061" y="1575720"/>
                  </a:lnTo>
                  <a:lnTo>
                    <a:pt x="743262" y="1581621"/>
                  </a:lnTo>
                  <a:lnTo>
                    <a:pt x="743409" y="1587523"/>
                  </a:lnTo>
                  <a:lnTo>
                    <a:pt x="743501" y="1593425"/>
                  </a:lnTo>
                  <a:lnTo>
                    <a:pt x="743552" y="1599326"/>
                  </a:lnTo>
                  <a:lnTo>
                    <a:pt x="743563" y="1605228"/>
                  </a:lnTo>
                  <a:lnTo>
                    <a:pt x="743538" y="1611129"/>
                  </a:lnTo>
                  <a:lnTo>
                    <a:pt x="743466" y="1617031"/>
                  </a:lnTo>
                  <a:lnTo>
                    <a:pt x="743364" y="1622932"/>
                  </a:lnTo>
                  <a:lnTo>
                    <a:pt x="743236" y="1628834"/>
                  </a:lnTo>
                  <a:lnTo>
                    <a:pt x="743083" y="1634736"/>
                  </a:lnTo>
                  <a:lnTo>
                    <a:pt x="742904" y="1640637"/>
                  </a:lnTo>
                  <a:lnTo>
                    <a:pt x="742705" y="1646539"/>
                  </a:lnTo>
                  <a:lnTo>
                    <a:pt x="742492" y="1652440"/>
                  </a:lnTo>
                  <a:lnTo>
                    <a:pt x="742268" y="1658342"/>
                  </a:lnTo>
                  <a:lnTo>
                    <a:pt x="742032" y="1664243"/>
                  </a:lnTo>
                  <a:lnTo>
                    <a:pt x="741789" y="1670145"/>
                  </a:lnTo>
                  <a:lnTo>
                    <a:pt x="741543" y="1676047"/>
                  </a:lnTo>
                  <a:lnTo>
                    <a:pt x="741295" y="1681948"/>
                  </a:lnTo>
                  <a:lnTo>
                    <a:pt x="741046" y="1687850"/>
                  </a:lnTo>
                  <a:lnTo>
                    <a:pt x="740801" y="1693751"/>
                  </a:lnTo>
                  <a:lnTo>
                    <a:pt x="740560" y="1699653"/>
                  </a:lnTo>
                  <a:lnTo>
                    <a:pt x="740324" y="1705554"/>
                  </a:lnTo>
                  <a:lnTo>
                    <a:pt x="740093" y="1711456"/>
                  </a:lnTo>
                  <a:lnTo>
                    <a:pt x="739871" y="1717358"/>
                  </a:lnTo>
                  <a:lnTo>
                    <a:pt x="739658" y="1723259"/>
                  </a:lnTo>
                  <a:lnTo>
                    <a:pt x="739453" y="1729161"/>
                  </a:lnTo>
                  <a:lnTo>
                    <a:pt x="739256" y="1735062"/>
                  </a:lnTo>
                  <a:lnTo>
                    <a:pt x="739067" y="1740964"/>
                  </a:lnTo>
                  <a:lnTo>
                    <a:pt x="738889" y="1746865"/>
                  </a:lnTo>
                  <a:lnTo>
                    <a:pt x="738719" y="1752767"/>
                  </a:lnTo>
                  <a:lnTo>
                    <a:pt x="738555" y="1758669"/>
                  </a:lnTo>
                  <a:lnTo>
                    <a:pt x="738399" y="1764570"/>
                  </a:lnTo>
                  <a:lnTo>
                    <a:pt x="738250" y="1770472"/>
                  </a:lnTo>
                  <a:lnTo>
                    <a:pt x="738108" y="1776373"/>
                  </a:lnTo>
                  <a:lnTo>
                    <a:pt x="737970" y="1782275"/>
                  </a:lnTo>
                  <a:lnTo>
                    <a:pt x="737836" y="1788176"/>
                  </a:lnTo>
                  <a:lnTo>
                    <a:pt x="737706" y="1794078"/>
                  </a:lnTo>
                  <a:lnTo>
                    <a:pt x="737580" y="1799980"/>
                  </a:lnTo>
                  <a:lnTo>
                    <a:pt x="737457" y="1805881"/>
                  </a:lnTo>
                  <a:lnTo>
                    <a:pt x="737335" y="1811783"/>
                  </a:lnTo>
                  <a:lnTo>
                    <a:pt x="737216" y="1817684"/>
                  </a:lnTo>
                  <a:lnTo>
                    <a:pt x="737099" y="1823586"/>
                  </a:lnTo>
                  <a:lnTo>
                    <a:pt x="736984" y="1829487"/>
                  </a:lnTo>
                  <a:lnTo>
                    <a:pt x="736872" y="1835389"/>
                  </a:lnTo>
                  <a:lnTo>
                    <a:pt x="736763" y="1841291"/>
                  </a:lnTo>
                  <a:lnTo>
                    <a:pt x="736658" y="1847192"/>
                  </a:lnTo>
                  <a:lnTo>
                    <a:pt x="736558" y="1853094"/>
                  </a:lnTo>
                  <a:lnTo>
                    <a:pt x="736465" y="1858995"/>
                  </a:lnTo>
                  <a:lnTo>
                    <a:pt x="736380" y="1864897"/>
                  </a:lnTo>
                  <a:lnTo>
                    <a:pt x="736304" y="1870799"/>
                  </a:lnTo>
                  <a:lnTo>
                    <a:pt x="736243" y="1876700"/>
                  </a:lnTo>
                  <a:lnTo>
                    <a:pt x="736196" y="1882602"/>
                  </a:lnTo>
                  <a:lnTo>
                    <a:pt x="736165" y="1888503"/>
                  </a:lnTo>
                  <a:lnTo>
                    <a:pt x="736152" y="1894405"/>
                  </a:lnTo>
                  <a:lnTo>
                    <a:pt x="736167" y="1900306"/>
                  </a:lnTo>
                  <a:lnTo>
                    <a:pt x="736208" y="1906208"/>
                  </a:lnTo>
                  <a:lnTo>
                    <a:pt x="736277" y="1912110"/>
                  </a:lnTo>
                  <a:lnTo>
                    <a:pt x="736374" y="1918011"/>
                  </a:lnTo>
                  <a:lnTo>
                    <a:pt x="736510" y="1923913"/>
                  </a:lnTo>
                  <a:lnTo>
                    <a:pt x="736691" y="1929814"/>
                  </a:lnTo>
                  <a:lnTo>
                    <a:pt x="736910" y="1935716"/>
                  </a:lnTo>
                  <a:lnTo>
                    <a:pt x="737170" y="1941617"/>
                  </a:lnTo>
                  <a:lnTo>
                    <a:pt x="737475" y="1947519"/>
                  </a:lnTo>
                  <a:lnTo>
                    <a:pt x="737844" y="1953421"/>
                  </a:lnTo>
                  <a:lnTo>
                    <a:pt x="738261" y="1959322"/>
                  </a:lnTo>
                  <a:lnTo>
                    <a:pt x="738728" y="1965224"/>
                  </a:lnTo>
                  <a:lnTo>
                    <a:pt x="739247" y="1971125"/>
                  </a:lnTo>
                  <a:lnTo>
                    <a:pt x="739833" y="1977027"/>
                  </a:lnTo>
                  <a:lnTo>
                    <a:pt x="740480" y="1982928"/>
                  </a:lnTo>
                  <a:lnTo>
                    <a:pt x="741180" y="1988830"/>
                  </a:lnTo>
                  <a:lnTo>
                    <a:pt x="741934" y="1994732"/>
                  </a:lnTo>
                  <a:lnTo>
                    <a:pt x="742747" y="2000633"/>
                  </a:lnTo>
                  <a:lnTo>
                    <a:pt x="743628" y="2006535"/>
                  </a:lnTo>
                  <a:lnTo>
                    <a:pt x="744558" y="2012436"/>
                  </a:lnTo>
                  <a:lnTo>
                    <a:pt x="745537" y="2018338"/>
                  </a:lnTo>
                  <a:lnTo>
                    <a:pt x="746563" y="2024239"/>
                  </a:lnTo>
                  <a:lnTo>
                    <a:pt x="747651" y="2030141"/>
                  </a:lnTo>
                  <a:lnTo>
                    <a:pt x="748778" y="2036043"/>
                  </a:lnTo>
                  <a:lnTo>
                    <a:pt x="749943" y="2041944"/>
                  </a:lnTo>
                  <a:lnTo>
                    <a:pt x="751142" y="2047846"/>
                  </a:lnTo>
                  <a:lnTo>
                    <a:pt x="752378" y="2053747"/>
                  </a:lnTo>
                  <a:lnTo>
                    <a:pt x="753643" y="2059649"/>
                  </a:lnTo>
                  <a:lnTo>
                    <a:pt x="754928" y="2065550"/>
                  </a:lnTo>
                  <a:lnTo>
                    <a:pt x="756230" y="2071452"/>
                  </a:lnTo>
                  <a:lnTo>
                    <a:pt x="757546" y="2077354"/>
                  </a:lnTo>
                  <a:lnTo>
                    <a:pt x="758872" y="2083255"/>
                  </a:lnTo>
                  <a:lnTo>
                    <a:pt x="760199" y="2089157"/>
                  </a:lnTo>
                  <a:lnTo>
                    <a:pt x="761525" y="2095058"/>
                  </a:lnTo>
                  <a:lnTo>
                    <a:pt x="762845" y="2100960"/>
                  </a:lnTo>
                  <a:lnTo>
                    <a:pt x="764153" y="2106861"/>
                  </a:lnTo>
                  <a:lnTo>
                    <a:pt x="765445" y="2112763"/>
                  </a:lnTo>
                  <a:lnTo>
                    <a:pt x="766719" y="2118665"/>
                  </a:lnTo>
                  <a:lnTo>
                    <a:pt x="767972" y="2124566"/>
                  </a:lnTo>
                  <a:lnTo>
                    <a:pt x="769197" y="2130468"/>
                  </a:lnTo>
                  <a:lnTo>
                    <a:pt x="770389" y="2136369"/>
                  </a:lnTo>
                  <a:lnTo>
                    <a:pt x="771552" y="2142271"/>
                  </a:lnTo>
                  <a:lnTo>
                    <a:pt x="772683" y="2148173"/>
                  </a:lnTo>
                  <a:lnTo>
                    <a:pt x="773782" y="2154074"/>
                  </a:lnTo>
                  <a:lnTo>
                    <a:pt x="774833" y="2159976"/>
                  </a:lnTo>
                  <a:lnTo>
                    <a:pt x="775848" y="2165877"/>
                  </a:lnTo>
                  <a:lnTo>
                    <a:pt x="776828" y="2171779"/>
                  </a:lnTo>
                  <a:lnTo>
                    <a:pt x="777773" y="2177680"/>
                  </a:lnTo>
                  <a:lnTo>
                    <a:pt x="778671" y="2183582"/>
                  </a:lnTo>
                  <a:lnTo>
                    <a:pt x="779529" y="2189484"/>
                  </a:lnTo>
                  <a:lnTo>
                    <a:pt x="780352" y="2195385"/>
                  </a:lnTo>
                  <a:lnTo>
                    <a:pt x="781141" y="2201287"/>
                  </a:lnTo>
                  <a:lnTo>
                    <a:pt x="781892" y="2207188"/>
                  </a:lnTo>
                  <a:lnTo>
                    <a:pt x="782602" y="2213090"/>
                  </a:lnTo>
                  <a:lnTo>
                    <a:pt x="783282" y="2218991"/>
                  </a:lnTo>
                  <a:lnTo>
                    <a:pt x="783932" y="2224893"/>
                  </a:lnTo>
                  <a:lnTo>
                    <a:pt x="784555" y="2230795"/>
                  </a:lnTo>
                  <a:lnTo>
                    <a:pt x="785141" y="2236696"/>
                  </a:lnTo>
                  <a:lnTo>
                    <a:pt x="785703" y="2242598"/>
                  </a:lnTo>
                  <a:lnTo>
                    <a:pt x="786243" y="2248499"/>
                  </a:lnTo>
                  <a:lnTo>
                    <a:pt x="786762" y="2254401"/>
                  </a:lnTo>
                  <a:lnTo>
                    <a:pt x="787257" y="2260302"/>
                  </a:lnTo>
                  <a:lnTo>
                    <a:pt x="787733" y="2266204"/>
                  </a:lnTo>
                  <a:lnTo>
                    <a:pt x="788194" y="2272106"/>
                  </a:lnTo>
                  <a:lnTo>
                    <a:pt x="788641" y="2278007"/>
                  </a:lnTo>
                  <a:lnTo>
                    <a:pt x="789076" y="2283909"/>
                  </a:lnTo>
                  <a:lnTo>
                    <a:pt x="789498" y="2289810"/>
                  </a:lnTo>
                  <a:lnTo>
                    <a:pt x="789913" y="2295712"/>
                  </a:lnTo>
                  <a:lnTo>
                    <a:pt x="790322" y="2301613"/>
                  </a:lnTo>
                  <a:lnTo>
                    <a:pt x="790727" y="2307515"/>
                  </a:lnTo>
                  <a:lnTo>
                    <a:pt x="791129" y="2313417"/>
                  </a:lnTo>
                  <a:lnTo>
                    <a:pt x="791531" y="2319318"/>
                  </a:lnTo>
                  <a:lnTo>
                    <a:pt x="791936" y="2325220"/>
                  </a:lnTo>
                  <a:lnTo>
                    <a:pt x="792344" y="2331121"/>
                  </a:lnTo>
                  <a:lnTo>
                    <a:pt x="792758" y="2337023"/>
                  </a:lnTo>
                  <a:lnTo>
                    <a:pt x="793182" y="2342924"/>
                  </a:lnTo>
                  <a:lnTo>
                    <a:pt x="793616" y="2348826"/>
                  </a:lnTo>
                  <a:lnTo>
                    <a:pt x="794062" y="2354728"/>
                  </a:lnTo>
                  <a:lnTo>
                    <a:pt x="794521" y="2360629"/>
                  </a:lnTo>
                  <a:lnTo>
                    <a:pt x="795001" y="2366531"/>
                  </a:lnTo>
                  <a:lnTo>
                    <a:pt x="795500" y="2372432"/>
                  </a:lnTo>
                  <a:lnTo>
                    <a:pt x="796018" y="2378334"/>
                  </a:lnTo>
                  <a:lnTo>
                    <a:pt x="796557" y="2384235"/>
                  </a:lnTo>
                  <a:lnTo>
                    <a:pt x="797126" y="2390137"/>
                  </a:lnTo>
                  <a:lnTo>
                    <a:pt x="797724" y="2396039"/>
                  </a:lnTo>
                  <a:lnTo>
                    <a:pt x="798350" y="2401940"/>
                  </a:lnTo>
                  <a:lnTo>
                    <a:pt x="799006" y="2407842"/>
                  </a:lnTo>
                  <a:lnTo>
                    <a:pt x="799696" y="2413743"/>
                  </a:lnTo>
                  <a:lnTo>
                    <a:pt x="800431" y="2419645"/>
                  </a:lnTo>
                  <a:lnTo>
                    <a:pt x="801203" y="2425546"/>
                  </a:lnTo>
                  <a:lnTo>
                    <a:pt x="802014" y="2431448"/>
                  </a:lnTo>
                  <a:lnTo>
                    <a:pt x="802867" y="2437350"/>
                  </a:lnTo>
                  <a:lnTo>
                    <a:pt x="803781" y="2443251"/>
                  </a:lnTo>
                  <a:lnTo>
                    <a:pt x="804747" y="2449153"/>
                  </a:lnTo>
                  <a:lnTo>
                    <a:pt x="805766" y="2455054"/>
                  </a:lnTo>
                  <a:lnTo>
                    <a:pt x="806840" y="2460956"/>
                  </a:lnTo>
                  <a:lnTo>
                    <a:pt x="807989" y="2466858"/>
                  </a:lnTo>
                  <a:lnTo>
                    <a:pt x="809219" y="2472759"/>
                  </a:lnTo>
                  <a:lnTo>
                    <a:pt x="810524" y="2478661"/>
                  </a:lnTo>
                  <a:lnTo>
                    <a:pt x="811908" y="2484562"/>
                  </a:lnTo>
                  <a:lnTo>
                    <a:pt x="813382" y="2490464"/>
                  </a:lnTo>
                  <a:lnTo>
                    <a:pt x="814987" y="2496365"/>
                  </a:lnTo>
                  <a:lnTo>
                    <a:pt x="816700" y="2502267"/>
                  </a:lnTo>
                  <a:lnTo>
                    <a:pt x="818529" y="2508169"/>
                  </a:lnTo>
                  <a:lnTo>
                    <a:pt x="820483" y="2514070"/>
                  </a:lnTo>
                  <a:lnTo>
                    <a:pt x="822619" y="2519972"/>
                  </a:lnTo>
                  <a:lnTo>
                    <a:pt x="824925" y="2525873"/>
                  </a:lnTo>
                  <a:lnTo>
                    <a:pt x="827401" y="2531775"/>
                  </a:lnTo>
                  <a:lnTo>
                    <a:pt x="830056" y="2537676"/>
                  </a:lnTo>
                  <a:lnTo>
                    <a:pt x="832939" y="2543578"/>
                  </a:lnTo>
                  <a:lnTo>
                    <a:pt x="836095" y="2549480"/>
                  </a:lnTo>
                  <a:lnTo>
                    <a:pt x="839489" y="2555381"/>
                  </a:lnTo>
                  <a:lnTo>
                    <a:pt x="843134" y="2561283"/>
                  </a:lnTo>
                  <a:lnTo>
                    <a:pt x="847046" y="2567184"/>
                  </a:lnTo>
                  <a:lnTo>
                    <a:pt x="851371" y="2573086"/>
                  </a:lnTo>
                  <a:lnTo>
                    <a:pt x="856013" y="2578987"/>
                  </a:lnTo>
                  <a:lnTo>
                    <a:pt x="860987" y="2584889"/>
                  </a:lnTo>
                  <a:lnTo>
                    <a:pt x="866308" y="2590791"/>
                  </a:lnTo>
                  <a:lnTo>
                    <a:pt x="872096" y="2596692"/>
                  </a:lnTo>
                  <a:lnTo>
                    <a:pt x="878338" y="2602594"/>
                  </a:lnTo>
                  <a:lnTo>
                    <a:pt x="884991" y="2608495"/>
                  </a:lnTo>
                  <a:lnTo>
                    <a:pt x="892066" y="2614397"/>
                  </a:lnTo>
                  <a:lnTo>
                    <a:pt x="899626" y="2620298"/>
                  </a:lnTo>
                  <a:lnTo>
                    <a:pt x="907783" y="2626200"/>
                  </a:lnTo>
                  <a:lnTo>
                    <a:pt x="916409" y="2632102"/>
                  </a:lnTo>
                  <a:lnTo>
                    <a:pt x="925509" y="2638003"/>
                  </a:lnTo>
                  <a:lnTo>
                    <a:pt x="935089" y="2643905"/>
                  </a:lnTo>
                  <a:lnTo>
                    <a:pt x="945335" y="2649806"/>
                  </a:lnTo>
                  <a:lnTo>
                    <a:pt x="956092" y="2655708"/>
                  </a:lnTo>
                  <a:lnTo>
                    <a:pt x="967329" y="2661609"/>
                  </a:lnTo>
                  <a:lnTo>
                    <a:pt x="979044" y="2667511"/>
                  </a:lnTo>
                  <a:lnTo>
                    <a:pt x="991325" y="2673413"/>
                  </a:lnTo>
                  <a:lnTo>
                    <a:pt x="1004145" y="2679314"/>
                  </a:lnTo>
                  <a:lnTo>
                    <a:pt x="1017391" y="2685216"/>
                  </a:lnTo>
                  <a:lnTo>
                    <a:pt x="1031043" y="2691117"/>
                  </a:lnTo>
                  <a:lnTo>
                    <a:pt x="1045100" y="2697019"/>
                  </a:lnTo>
                  <a:lnTo>
                    <a:pt x="1059623" y="2702920"/>
                  </a:lnTo>
                  <a:lnTo>
                    <a:pt x="1074437" y="2708822"/>
                  </a:lnTo>
                  <a:lnTo>
                    <a:pt x="1089510" y="2714724"/>
                  </a:lnTo>
                  <a:lnTo>
                    <a:pt x="1104805" y="2720625"/>
                  </a:lnTo>
                  <a:lnTo>
                    <a:pt x="1120315" y="2726527"/>
                  </a:lnTo>
                  <a:lnTo>
                    <a:pt x="1135923" y="2732428"/>
                  </a:lnTo>
                  <a:lnTo>
                    <a:pt x="1151564" y="2738330"/>
                  </a:lnTo>
                  <a:lnTo>
                    <a:pt x="1167190" y="2744231"/>
                  </a:lnTo>
                  <a:lnTo>
                    <a:pt x="1182724" y="2750133"/>
                  </a:lnTo>
                  <a:lnTo>
                    <a:pt x="1198043" y="2756035"/>
                  </a:lnTo>
                  <a:lnTo>
                    <a:pt x="1213111" y="2761936"/>
                  </a:lnTo>
                  <a:lnTo>
                    <a:pt x="1227872" y="2767838"/>
                  </a:lnTo>
                  <a:lnTo>
                    <a:pt x="1242268" y="2773739"/>
                  </a:lnTo>
                  <a:lnTo>
                    <a:pt x="1256008" y="2779641"/>
                  </a:lnTo>
                  <a:lnTo>
                    <a:pt x="1269183" y="2785543"/>
                  </a:lnTo>
                  <a:lnTo>
                    <a:pt x="1281740" y="2791444"/>
                  </a:lnTo>
                  <a:lnTo>
                    <a:pt x="1293621" y="2797346"/>
                  </a:lnTo>
                  <a:lnTo>
                    <a:pt x="1304555" y="2803247"/>
                  </a:lnTo>
                  <a:lnTo>
                    <a:pt x="1314508" y="2809149"/>
                  </a:lnTo>
                  <a:lnTo>
                    <a:pt x="1323557" y="2815050"/>
                  </a:lnTo>
                  <a:lnTo>
                    <a:pt x="1331656" y="2820952"/>
                  </a:lnTo>
                  <a:lnTo>
                    <a:pt x="1338655" y="2826854"/>
                  </a:lnTo>
                  <a:lnTo>
                    <a:pt x="1344245" y="2832755"/>
                  </a:lnTo>
                  <a:lnTo>
                    <a:pt x="1348717" y="2838657"/>
                  </a:lnTo>
                  <a:lnTo>
                    <a:pt x="1352046" y="2844558"/>
                  </a:lnTo>
                  <a:lnTo>
                    <a:pt x="1354207" y="2850460"/>
                  </a:lnTo>
                  <a:lnTo>
                    <a:pt x="1354738" y="2856361"/>
                  </a:lnTo>
                  <a:lnTo>
                    <a:pt x="1353979" y="2862263"/>
                  </a:lnTo>
                  <a:lnTo>
                    <a:pt x="1352001" y="2868165"/>
                  </a:lnTo>
                  <a:lnTo>
                    <a:pt x="1348803" y="2874066"/>
                  </a:lnTo>
                  <a:lnTo>
                    <a:pt x="1344146" y="2879968"/>
                  </a:lnTo>
                  <a:lnTo>
                    <a:pt x="1338037" y="2885869"/>
                  </a:lnTo>
                  <a:lnTo>
                    <a:pt x="1330764" y="2891771"/>
                  </a:lnTo>
                  <a:lnTo>
                    <a:pt x="1322354" y="2897672"/>
                  </a:lnTo>
                  <a:lnTo>
                    <a:pt x="1312786" y="2903574"/>
                  </a:lnTo>
                  <a:lnTo>
                    <a:pt x="1301773" y="2909476"/>
                  </a:lnTo>
                  <a:lnTo>
                    <a:pt x="1289778" y="2915377"/>
                  </a:lnTo>
                  <a:lnTo>
                    <a:pt x="1276846" y="2921279"/>
                  </a:lnTo>
                  <a:lnTo>
                    <a:pt x="1263026" y="2927180"/>
                  </a:lnTo>
                  <a:lnTo>
                    <a:pt x="1248147" y="2933082"/>
                  </a:lnTo>
                  <a:lnTo>
                    <a:pt x="1232468" y="2938983"/>
                  </a:lnTo>
                  <a:lnTo>
                    <a:pt x="1216142" y="2944885"/>
                  </a:lnTo>
                  <a:lnTo>
                    <a:pt x="1199228" y="2950787"/>
                  </a:lnTo>
                  <a:lnTo>
                    <a:pt x="1181726" y="2956688"/>
                  </a:lnTo>
                  <a:lnTo>
                    <a:pt x="1163703" y="2962590"/>
                  </a:lnTo>
                  <a:lnTo>
                    <a:pt x="1145363" y="2968491"/>
                  </a:lnTo>
                  <a:lnTo>
                    <a:pt x="1126766" y="2974393"/>
                  </a:lnTo>
                  <a:lnTo>
                    <a:pt x="1107972" y="2980294"/>
                  </a:lnTo>
                  <a:lnTo>
                    <a:pt x="1089042" y="2986196"/>
                  </a:lnTo>
                  <a:lnTo>
                    <a:pt x="1070114" y="2992098"/>
                  </a:lnTo>
                  <a:lnTo>
                    <a:pt x="1051241" y="2997999"/>
                  </a:lnTo>
                  <a:lnTo>
                    <a:pt x="1032477" y="3003901"/>
                  </a:lnTo>
                  <a:lnTo>
                    <a:pt x="1013937" y="3009802"/>
                  </a:lnTo>
                  <a:lnTo>
                    <a:pt x="995700" y="3015704"/>
                  </a:lnTo>
                  <a:close/>
                </a:path>
              </a:pathLst>
            </a:custGeom>
            <a:solidFill>
              <a:srgbClr val="4472C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7117773" y="5799899"/>
              <a:ext cx="37631" cy="0"/>
            </a:xfrm>
            <a:custGeom>
              <a:avLst/>
              <a:pathLst>
                <a:path w="37631" h="0">
                  <a:moveTo>
                    <a:pt x="0" y="0"/>
                  </a:moveTo>
                  <a:lnTo>
                    <a:pt x="37631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7136589" y="5799899"/>
              <a:ext cx="0" cy="2114417"/>
            </a:xfrm>
            <a:custGeom>
              <a:avLst/>
              <a:pathLst>
                <a:path w="0" h="2114417">
                  <a:moveTo>
                    <a:pt x="0" y="0"/>
                  </a:moveTo>
                  <a:lnTo>
                    <a:pt x="0" y="2114417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7117773" y="7914317"/>
              <a:ext cx="37631" cy="0"/>
            </a:xfrm>
            <a:custGeom>
              <a:avLst/>
              <a:pathLst>
                <a:path w="37631" h="0">
                  <a:moveTo>
                    <a:pt x="0" y="0"/>
                  </a:moveTo>
                  <a:lnTo>
                    <a:pt x="37631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7061326" y="6948871"/>
              <a:ext cx="150526" cy="809839"/>
            </a:xfrm>
            <a:custGeom>
              <a:avLst/>
              <a:pathLst>
                <a:path w="150526" h="809839">
                  <a:moveTo>
                    <a:pt x="0" y="0"/>
                  </a:moveTo>
                  <a:lnTo>
                    <a:pt x="0" y="809839"/>
                  </a:lnTo>
                  <a:lnTo>
                    <a:pt x="150526" y="809839"/>
                  </a:lnTo>
                  <a:lnTo>
                    <a:pt x="150526" y="0"/>
                  </a:lnTo>
                  <a:close/>
                </a:path>
              </a:pathLst>
            </a:custGeom>
            <a:solidFill>
              <a:srgbClr val="F2975A">
                <a:alpha val="29803"/>
              </a:srgbClr>
            </a:solidFill>
            <a:ln w="13550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7061326" y="7594012"/>
              <a:ext cx="150526" cy="0"/>
            </a:xfrm>
            <a:custGeom>
              <a:avLst/>
              <a:pathLst>
                <a:path w="150526" h="0">
                  <a:moveTo>
                    <a:pt x="0" y="0"/>
                  </a:moveTo>
                  <a:lnTo>
                    <a:pt x="150526" y="0"/>
                  </a:lnTo>
                </a:path>
              </a:pathLst>
            </a:custGeom>
            <a:ln w="27101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8623038" y="6443134"/>
              <a:ext cx="37631" cy="0"/>
            </a:xfrm>
            <a:custGeom>
              <a:avLst/>
              <a:pathLst>
                <a:path w="37631" h="0">
                  <a:moveTo>
                    <a:pt x="0" y="0"/>
                  </a:moveTo>
                  <a:lnTo>
                    <a:pt x="37631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8641854" y="6443134"/>
              <a:ext cx="0" cy="1457321"/>
            </a:xfrm>
            <a:custGeom>
              <a:avLst/>
              <a:pathLst>
                <a:path w="0" h="1457321">
                  <a:moveTo>
                    <a:pt x="0" y="0"/>
                  </a:moveTo>
                  <a:lnTo>
                    <a:pt x="0" y="1457321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8623038" y="7900456"/>
              <a:ext cx="37631" cy="0"/>
            </a:xfrm>
            <a:custGeom>
              <a:avLst/>
              <a:pathLst>
                <a:path w="37631" h="0">
                  <a:moveTo>
                    <a:pt x="0" y="0"/>
                  </a:moveTo>
                  <a:lnTo>
                    <a:pt x="37631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8566591" y="7230306"/>
              <a:ext cx="150526" cy="528989"/>
            </a:xfrm>
            <a:custGeom>
              <a:avLst/>
              <a:pathLst>
                <a:path w="150526" h="528989">
                  <a:moveTo>
                    <a:pt x="0" y="0"/>
                  </a:moveTo>
                  <a:lnTo>
                    <a:pt x="0" y="528989"/>
                  </a:lnTo>
                  <a:lnTo>
                    <a:pt x="150526" y="528989"/>
                  </a:lnTo>
                  <a:lnTo>
                    <a:pt x="150526" y="0"/>
                  </a:lnTo>
                  <a:close/>
                </a:path>
              </a:pathLst>
            </a:custGeom>
            <a:solidFill>
              <a:srgbClr val="4472C4">
                <a:alpha val="29803"/>
              </a:srgbClr>
            </a:solidFill>
            <a:ln w="13550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8566591" y="7689044"/>
              <a:ext cx="150526" cy="0"/>
            </a:xfrm>
            <a:custGeom>
              <a:avLst/>
              <a:pathLst>
                <a:path w="150526" h="0">
                  <a:moveTo>
                    <a:pt x="0" y="0"/>
                  </a:moveTo>
                  <a:lnTo>
                    <a:pt x="150526" y="0"/>
                  </a:lnTo>
                </a:path>
              </a:pathLst>
            </a:custGeom>
            <a:ln w="27101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tx48"/>
            <p:cNvSpPr/>
            <p:nvPr/>
          </p:nvSpPr>
          <p:spPr>
            <a:xfrm>
              <a:off x="7578880" y="3262120"/>
              <a:ext cx="620682" cy="1639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0.013</a:t>
              </a:r>
            </a:p>
          </p:txBody>
        </p:sp>
        <p:sp>
          <p:nvSpPr>
            <p:cNvPr id="49" name="pl49"/>
            <p:cNvSpPr/>
            <p:nvPr/>
          </p:nvSpPr>
          <p:spPr>
            <a:xfrm>
              <a:off x="8641854" y="3477864"/>
              <a:ext cx="0" cy="112491"/>
            </a:xfrm>
            <a:custGeom>
              <a:avLst/>
              <a:pathLst>
                <a:path w="0" h="112491">
                  <a:moveTo>
                    <a:pt x="0" y="112491"/>
                  </a:moveTo>
                  <a:lnTo>
                    <a:pt x="0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7136589" y="3477864"/>
              <a:ext cx="1505264" cy="0"/>
            </a:xfrm>
            <a:custGeom>
              <a:avLst/>
              <a:pathLst>
                <a:path w="1505264" h="0">
                  <a:moveTo>
                    <a:pt x="1505264" y="0"/>
                  </a:moveTo>
                  <a:lnTo>
                    <a:pt x="0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136589" y="3477864"/>
              <a:ext cx="0" cy="112491"/>
            </a:xfrm>
            <a:custGeom>
              <a:avLst/>
              <a:pathLst>
                <a:path w="0" h="112491">
                  <a:moveTo>
                    <a:pt x="0" y="0"/>
                  </a:moveTo>
                  <a:lnTo>
                    <a:pt x="0" y="112491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6233430" y="3014888"/>
              <a:ext cx="3311582" cy="5176015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9995817" y="3014888"/>
              <a:ext cx="3311582" cy="51760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9995817" y="7955630"/>
              <a:ext cx="3311582" cy="0"/>
            </a:xfrm>
            <a:custGeom>
              <a:avLst/>
              <a:pathLst>
                <a:path w="3311582" h="0">
                  <a:moveTo>
                    <a:pt x="0" y="0"/>
                  </a:moveTo>
                  <a:lnTo>
                    <a:pt x="3311582" y="0"/>
                  </a:lnTo>
                  <a:lnTo>
                    <a:pt x="3311582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9995817" y="6571669"/>
              <a:ext cx="3311582" cy="0"/>
            </a:xfrm>
            <a:custGeom>
              <a:avLst/>
              <a:pathLst>
                <a:path w="3311582" h="0">
                  <a:moveTo>
                    <a:pt x="0" y="0"/>
                  </a:moveTo>
                  <a:lnTo>
                    <a:pt x="3311582" y="0"/>
                  </a:lnTo>
                  <a:lnTo>
                    <a:pt x="3311582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9995817" y="5187707"/>
              <a:ext cx="3311582" cy="0"/>
            </a:xfrm>
            <a:custGeom>
              <a:avLst/>
              <a:pathLst>
                <a:path w="3311582" h="0">
                  <a:moveTo>
                    <a:pt x="0" y="0"/>
                  </a:moveTo>
                  <a:lnTo>
                    <a:pt x="3311582" y="0"/>
                  </a:lnTo>
                  <a:lnTo>
                    <a:pt x="3311582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9995817" y="3803746"/>
              <a:ext cx="3311582" cy="0"/>
            </a:xfrm>
            <a:custGeom>
              <a:avLst/>
              <a:pathLst>
                <a:path w="3311582" h="0">
                  <a:moveTo>
                    <a:pt x="0" y="0"/>
                  </a:moveTo>
                  <a:lnTo>
                    <a:pt x="3311582" y="0"/>
                  </a:lnTo>
                  <a:lnTo>
                    <a:pt x="3311582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0898976" y="3014888"/>
              <a:ext cx="0" cy="5176015"/>
            </a:xfrm>
            <a:custGeom>
              <a:avLst/>
              <a:pathLst>
                <a:path w="0" h="5176015">
                  <a:moveTo>
                    <a:pt x="0" y="5176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2404241" y="3014888"/>
              <a:ext cx="0" cy="5176015"/>
            </a:xfrm>
            <a:custGeom>
              <a:avLst/>
              <a:pathLst>
                <a:path w="0" h="5176015">
                  <a:moveTo>
                    <a:pt x="0" y="51760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10221607" y="4095386"/>
              <a:ext cx="1354738" cy="3851350"/>
            </a:xfrm>
            <a:custGeom>
              <a:avLst/>
              <a:pathLst>
                <a:path w="1354738" h="3851350">
                  <a:moveTo>
                    <a:pt x="676202" y="3851350"/>
                  </a:moveTo>
                  <a:lnTo>
                    <a:pt x="673876" y="3843814"/>
                  </a:lnTo>
                  <a:lnTo>
                    <a:pt x="670571" y="3836277"/>
                  </a:lnTo>
                  <a:lnTo>
                    <a:pt x="667478" y="3828740"/>
                  </a:lnTo>
                  <a:lnTo>
                    <a:pt x="662471" y="3821203"/>
                  </a:lnTo>
                  <a:lnTo>
                    <a:pt x="659143" y="3813666"/>
                  </a:lnTo>
                  <a:lnTo>
                    <a:pt x="654082" y="3806129"/>
                  </a:lnTo>
                  <a:lnTo>
                    <a:pt x="644790" y="3798592"/>
                  </a:lnTo>
                  <a:lnTo>
                    <a:pt x="632083" y="3791055"/>
                  </a:lnTo>
                  <a:lnTo>
                    <a:pt x="612340" y="3783518"/>
                  </a:lnTo>
                  <a:lnTo>
                    <a:pt x="590399" y="3775981"/>
                  </a:lnTo>
                  <a:lnTo>
                    <a:pt x="559027" y="3768445"/>
                  </a:lnTo>
                  <a:lnTo>
                    <a:pt x="512919" y="3760908"/>
                  </a:lnTo>
                  <a:lnTo>
                    <a:pt x="449054" y="3753371"/>
                  </a:lnTo>
                  <a:lnTo>
                    <a:pt x="357328" y="3745834"/>
                  </a:lnTo>
                  <a:lnTo>
                    <a:pt x="245880" y="3738297"/>
                  </a:lnTo>
                  <a:lnTo>
                    <a:pt x="141590" y="3730760"/>
                  </a:lnTo>
                  <a:lnTo>
                    <a:pt x="61541" y="3723223"/>
                  </a:lnTo>
                  <a:lnTo>
                    <a:pt x="0" y="3715686"/>
                  </a:lnTo>
                  <a:lnTo>
                    <a:pt x="13868" y="3708149"/>
                  </a:lnTo>
                  <a:lnTo>
                    <a:pt x="90189" y="3700613"/>
                  </a:lnTo>
                  <a:lnTo>
                    <a:pt x="182493" y="3693076"/>
                  </a:lnTo>
                  <a:lnTo>
                    <a:pt x="309330" y="3685539"/>
                  </a:lnTo>
                  <a:lnTo>
                    <a:pt x="417800" y="3678002"/>
                  </a:lnTo>
                  <a:lnTo>
                    <a:pt x="510417" y="3670465"/>
                  </a:lnTo>
                  <a:lnTo>
                    <a:pt x="572974" y="3662928"/>
                  </a:lnTo>
                  <a:lnTo>
                    <a:pt x="612501" y="3655391"/>
                  </a:lnTo>
                  <a:lnTo>
                    <a:pt x="635897" y="3647854"/>
                  </a:lnTo>
                  <a:lnTo>
                    <a:pt x="650915" y="3640317"/>
                  </a:lnTo>
                  <a:lnTo>
                    <a:pt x="653024" y="3632781"/>
                  </a:lnTo>
                  <a:lnTo>
                    <a:pt x="655227" y="3625244"/>
                  </a:lnTo>
                  <a:lnTo>
                    <a:pt x="659375" y="3617707"/>
                  </a:lnTo>
                  <a:lnTo>
                    <a:pt x="659224" y="3610170"/>
                  </a:lnTo>
                  <a:lnTo>
                    <a:pt x="661077" y="3602633"/>
                  </a:lnTo>
                  <a:lnTo>
                    <a:pt x="661836" y="3595096"/>
                  </a:lnTo>
                  <a:lnTo>
                    <a:pt x="663841" y="3587559"/>
                  </a:lnTo>
                  <a:lnTo>
                    <a:pt x="667148" y="3580022"/>
                  </a:lnTo>
                  <a:lnTo>
                    <a:pt x="668815" y="3572485"/>
                  </a:lnTo>
                  <a:lnTo>
                    <a:pt x="670795" y="3564949"/>
                  </a:lnTo>
                  <a:lnTo>
                    <a:pt x="669218" y="3557412"/>
                  </a:lnTo>
                  <a:lnTo>
                    <a:pt x="670658" y="3549875"/>
                  </a:lnTo>
                  <a:lnTo>
                    <a:pt x="671521" y="3542338"/>
                  </a:lnTo>
                  <a:lnTo>
                    <a:pt x="668732" y="3534801"/>
                  </a:lnTo>
                  <a:lnTo>
                    <a:pt x="670028" y="3527264"/>
                  </a:lnTo>
                  <a:lnTo>
                    <a:pt x="670510" y="3519727"/>
                  </a:lnTo>
                  <a:lnTo>
                    <a:pt x="670562" y="3512190"/>
                  </a:lnTo>
                  <a:lnTo>
                    <a:pt x="670335" y="3504653"/>
                  </a:lnTo>
                  <a:lnTo>
                    <a:pt x="669790" y="3497117"/>
                  </a:lnTo>
                  <a:lnTo>
                    <a:pt x="669565" y="3489580"/>
                  </a:lnTo>
                  <a:lnTo>
                    <a:pt x="669482" y="3482043"/>
                  </a:lnTo>
                  <a:lnTo>
                    <a:pt x="671337" y="3474506"/>
                  </a:lnTo>
                  <a:lnTo>
                    <a:pt x="671639" y="3466969"/>
                  </a:lnTo>
                  <a:lnTo>
                    <a:pt x="671285" y="3459432"/>
                  </a:lnTo>
                  <a:lnTo>
                    <a:pt x="671215" y="3451895"/>
                  </a:lnTo>
                  <a:lnTo>
                    <a:pt x="672740" y="3444358"/>
                  </a:lnTo>
                  <a:lnTo>
                    <a:pt x="673244" y="3436821"/>
                  </a:lnTo>
                  <a:lnTo>
                    <a:pt x="673241" y="3429285"/>
                  </a:lnTo>
                  <a:lnTo>
                    <a:pt x="673279" y="3421748"/>
                  </a:lnTo>
                  <a:lnTo>
                    <a:pt x="673572" y="3414211"/>
                  </a:lnTo>
                  <a:lnTo>
                    <a:pt x="672631" y="3406674"/>
                  </a:lnTo>
                  <a:lnTo>
                    <a:pt x="672990" y="3399137"/>
                  </a:lnTo>
                  <a:lnTo>
                    <a:pt x="673551" y="3391600"/>
                  </a:lnTo>
                  <a:lnTo>
                    <a:pt x="673879" y="3384063"/>
                  </a:lnTo>
                  <a:lnTo>
                    <a:pt x="673821" y="3376526"/>
                  </a:lnTo>
                  <a:lnTo>
                    <a:pt x="674102" y="3368989"/>
                  </a:lnTo>
                  <a:lnTo>
                    <a:pt x="673791" y="3361453"/>
                  </a:lnTo>
                  <a:lnTo>
                    <a:pt x="673951" y="3353916"/>
                  </a:lnTo>
                  <a:lnTo>
                    <a:pt x="674887" y="3346379"/>
                  </a:lnTo>
                  <a:lnTo>
                    <a:pt x="674330" y="3338842"/>
                  </a:lnTo>
                  <a:lnTo>
                    <a:pt x="673826" y="3331305"/>
                  </a:lnTo>
                  <a:lnTo>
                    <a:pt x="674892" y="3323768"/>
                  </a:lnTo>
                  <a:lnTo>
                    <a:pt x="675708" y="3316231"/>
                  </a:lnTo>
                  <a:lnTo>
                    <a:pt x="675221" y="3308694"/>
                  </a:lnTo>
                  <a:lnTo>
                    <a:pt x="674528" y="3301157"/>
                  </a:lnTo>
                  <a:lnTo>
                    <a:pt x="673775" y="3293621"/>
                  </a:lnTo>
                  <a:lnTo>
                    <a:pt x="672793" y="3286084"/>
                  </a:lnTo>
                  <a:lnTo>
                    <a:pt x="673697" y="3278547"/>
                  </a:lnTo>
                  <a:lnTo>
                    <a:pt x="675176" y="3271010"/>
                  </a:lnTo>
                  <a:lnTo>
                    <a:pt x="675124" y="3263473"/>
                  </a:lnTo>
                  <a:lnTo>
                    <a:pt x="674572" y="3255936"/>
                  </a:lnTo>
                  <a:lnTo>
                    <a:pt x="674792" y="3248399"/>
                  </a:lnTo>
                  <a:lnTo>
                    <a:pt x="675245" y="3240862"/>
                  </a:lnTo>
                  <a:lnTo>
                    <a:pt x="674989" y="3233325"/>
                  </a:lnTo>
                  <a:lnTo>
                    <a:pt x="674720" y="3225789"/>
                  </a:lnTo>
                  <a:lnTo>
                    <a:pt x="674465" y="3218252"/>
                  </a:lnTo>
                  <a:lnTo>
                    <a:pt x="674390" y="3210715"/>
                  </a:lnTo>
                  <a:lnTo>
                    <a:pt x="674248" y="3203178"/>
                  </a:lnTo>
                  <a:lnTo>
                    <a:pt x="673470" y="3195641"/>
                  </a:lnTo>
                  <a:lnTo>
                    <a:pt x="673509" y="3188104"/>
                  </a:lnTo>
                  <a:lnTo>
                    <a:pt x="674336" y="3180567"/>
                  </a:lnTo>
                  <a:lnTo>
                    <a:pt x="674879" y="3173030"/>
                  </a:lnTo>
                  <a:lnTo>
                    <a:pt x="674983" y="3165493"/>
                  </a:lnTo>
                  <a:lnTo>
                    <a:pt x="675015" y="3157956"/>
                  </a:lnTo>
                  <a:lnTo>
                    <a:pt x="675570" y="3150420"/>
                  </a:lnTo>
                  <a:lnTo>
                    <a:pt x="675726" y="3142883"/>
                  </a:lnTo>
                  <a:lnTo>
                    <a:pt x="675426" y="3135346"/>
                  </a:lnTo>
                  <a:lnTo>
                    <a:pt x="675300" y="3127809"/>
                  </a:lnTo>
                  <a:lnTo>
                    <a:pt x="674979" y="3120272"/>
                  </a:lnTo>
                  <a:lnTo>
                    <a:pt x="674821" y="3112735"/>
                  </a:lnTo>
                  <a:lnTo>
                    <a:pt x="674561" y="3105198"/>
                  </a:lnTo>
                  <a:lnTo>
                    <a:pt x="674801" y="3097661"/>
                  </a:lnTo>
                  <a:lnTo>
                    <a:pt x="675434" y="3090124"/>
                  </a:lnTo>
                  <a:lnTo>
                    <a:pt x="675268" y="3082588"/>
                  </a:lnTo>
                  <a:lnTo>
                    <a:pt x="675096" y="3075051"/>
                  </a:lnTo>
                  <a:lnTo>
                    <a:pt x="674264" y="3067514"/>
                  </a:lnTo>
                  <a:lnTo>
                    <a:pt x="674245" y="3059977"/>
                  </a:lnTo>
                  <a:lnTo>
                    <a:pt x="674463" y="3052440"/>
                  </a:lnTo>
                  <a:lnTo>
                    <a:pt x="674363" y="3044903"/>
                  </a:lnTo>
                  <a:lnTo>
                    <a:pt x="675438" y="3037366"/>
                  </a:lnTo>
                  <a:lnTo>
                    <a:pt x="676055" y="3029829"/>
                  </a:lnTo>
                  <a:lnTo>
                    <a:pt x="675766" y="3022292"/>
                  </a:lnTo>
                  <a:lnTo>
                    <a:pt x="675097" y="3014756"/>
                  </a:lnTo>
                  <a:lnTo>
                    <a:pt x="675023" y="3007219"/>
                  </a:lnTo>
                  <a:lnTo>
                    <a:pt x="674469" y="2999682"/>
                  </a:lnTo>
                  <a:lnTo>
                    <a:pt x="674291" y="2992145"/>
                  </a:lnTo>
                  <a:lnTo>
                    <a:pt x="675765" y="2984608"/>
                  </a:lnTo>
                  <a:lnTo>
                    <a:pt x="675678" y="2977071"/>
                  </a:lnTo>
                  <a:lnTo>
                    <a:pt x="675924" y="2969534"/>
                  </a:lnTo>
                  <a:lnTo>
                    <a:pt x="675793" y="2961997"/>
                  </a:lnTo>
                  <a:lnTo>
                    <a:pt x="675475" y="2954460"/>
                  </a:lnTo>
                  <a:lnTo>
                    <a:pt x="675550" y="2946924"/>
                  </a:lnTo>
                  <a:lnTo>
                    <a:pt x="675292" y="2939387"/>
                  </a:lnTo>
                  <a:lnTo>
                    <a:pt x="675649" y="2931850"/>
                  </a:lnTo>
                  <a:lnTo>
                    <a:pt x="676190" y="2924313"/>
                  </a:lnTo>
                  <a:lnTo>
                    <a:pt x="676394" y="2916776"/>
                  </a:lnTo>
                  <a:lnTo>
                    <a:pt x="676431" y="2909239"/>
                  </a:lnTo>
                  <a:lnTo>
                    <a:pt x="676428" y="2901702"/>
                  </a:lnTo>
                  <a:lnTo>
                    <a:pt x="676260" y="2894165"/>
                  </a:lnTo>
                  <a:lnTo>
                    <a:pt x="675345" y="2886628"/>
                  </a:lnTo>
                  <a:lnTo>
                    <a:pt x="675467" y="2879092"/>
                  </a:lnTo>
                  <a:lnTo>
                    <a:pt x="675502" y="2871555"/>
                  </a:lnTo>
                  <a:lnTo>
                    <a:pt x="675655" y="2864018"/>
                  </a:lnTo>
                  <a:lnTo>
                    <a:pt x="675763" y="2856481"/>
                  </a:lnTo>
                  <a:lnTo>
                    <a:pt x="676402" y="2848944"/>
                  </a:lnTo>
                  <a:lnTo>
                    <a:pt x="675938" y="2841407"/>
                  </a:lnTo>
                  <a:lnTo>
                    <a:pt x="674869" y="2833870"/>
                  </a:lnTo>
                  <a:lnTo>
                    <a:pt x="675603" y="2826333"/>
                  </a:lnTo>
                  <a:lnTo>
                    <a:pt x="676210" y="2818796"/>
                  </a:lnTo>
                  <a:lnTo>
                    <a:pt x="676692" y="2811260"/>
                  </a:lnTo>
                  <a:lnTo>
                    <a:pt x="676431" y="2803723"/>
                  </a:lnTo>
                  <a:lnTo>
                    <a:pt x="675392" y="2796186"/>
                  </a:lnTo>
                  <a:lnTo>
                    <a:pt x="675426" y="2788649"/>
                  </a:lnTo>
                  <a:lnTo>
                    <a:pt x="675899" y="2781112"/>
                  </a:lnTo>
                  <a:lnTo>
                    <a:pt x="676444" y="2773575"/>
                  </a:lnTo>
                  <a:lnTo>
                    <a:pt x="676642" y="2766038"/>
                  </a:lnTo>
                  <a:lnTo>
                    <a:pt x="675710" y="2758501"/>
                  </a:lnTo>
                  <a:lnTo>
                    <a:pt x="675091" y="2750964"/>
                  </a:lnTo>
                  <a:lnTo>
                    <a:pt x="675272" y="2743428"/>
                  </a:lnTo>
                  <a:lnTo>
                    <a:pt x="675972" y="2735891"/>
                  </a:lnTo>
                  <a:lnTo>
                    <a:pt x="676477" y="2728354"/>
                  </a:lnTo>
                  <a:lnTo>
                    <a:pt x="676535" y="2720817"/>
                  </a:lnTo>
                  <a:lnTo>
                    <a:pt x="676493" y="2713280"/>
                  </a:lnTo>
                  <a:lnTo>
                    <a:pt x="676685" y="2705743"/>
                  </a:lnTo>
                  <a:lnTo>
                    <a:pt x="676659" y="2698206"/>
                  </a:lnTo>
                  <a:lnTo>
                    <a:pt x="676187" y="2690669"/>
                  </a:lnTo>
                  <a:lnTo>
                    <a:pt x="675389" y="2683132"/>
                  </a:lnTo>
                  <a:lnTo>
                    <a:pt x="675482" y="2675596"/>
                  </a:lnTo>
                  <a:lnTo>
                    <a:pt x="675475" y="2668059"/>
                  </a:lnTo>
                  <a:lnTo>
                    <a:pt x="675588" y="2660522"/>
                  </a:lnTo>
                  <a:lnTo>
                    <a:pt x="675329" y="2652985"/>
                  </a:lnTo>
                  <a:lnTo>
                    <a:pt x="675970" y="2645448"/>
                  </a:lnTo>
                  <a:lnTo>
                    <a:pt x="676111" y="2637911"/>
                  </a:lnTo>
                  <a:lnTo>
                    <a:pt x="676237" y="2630374"/>
                  </a:lnTo>
                  <a:lnTo>
                    <a:pt x="676245" y="2622837"/>
                  </a:lnTo>
                  <a:lnTo>
                    <a:pt x="675423" y="2615300"/>
                  </a:lnTo>
                  <a:lnTo>
                    <a:pt x="675847" y="2607764"/>
                  </a:lnTo>
                  <a:lnTo>
                    <a:pt x="676060" y="2600227"/>
                  </a:lnTo>
                  <a:lnTo>
                    <a:pt x="676191" y="2592690"/>
                  </a:lnTo>
                  <a:lnTo>
                    <a:pt x="676425" y="2585153"/>
                  </a:lnTo>
                  <a:lnTo>
                    <a:pt x="676941" y="2577616"/>
                  </a:lnTo>
                  <a:lnTo>
                    <a:pt x="676895" y="2570079"/>
                  </a:lnTo>
                  <a:lnTo>
                    <a:pt x="676367" y="2562542"/>
                  </a:lnTo>
                  <a:lnTo>
                    <a:pt x="675667" y="2555005"/>
                  </a:lnTo>
                  <a:lnTo>
                    <a:pt x="674916" y="2547468"/>
                  </a:lnTo>
                  <a:lnTo>
                    <a:pt x="675363" y="2539932"/>
                  </a:lnTo>
                  <a:lnTo>
                    <a:pt x="675674" y="2532395"/>
                  </a:lnTo>
                  <a:lnTo>
                    <a:pt x="675539" y="2524858"/>
                  </a:lnTo>
                  <a:lnTo>
                    <a:pt x="675943" y="2517321"/>
                  </a:lnTo>
                  <a:lnTo>
                    <a:pt x="676252" y="2509784"/>
                  </a:lnTo>
                  <a:lnTo>
                    <a:pt x="676621" y="2502247"/>
                  </a:lnTo>
                  <a:lnTo>
                    <a:pt x="676755" y="2494710"/>
                  </a:lnTo>
                  <a:lnTo>
                    <a:pt x="676615" y="2487173"/>
                  </a:lnTo>
                  <a:lnTo>
                    <a:pt x="676857" y="2479636"/>
                  </a:lnTo>
                  <a:lnTo>
                    <a:pt x="676942" y="2472099"/>
                  </a:lnTo>
                  <a:lnTo>
                    <a:pt x="676939" y="2464563"/>
                  </a:lnTo>
                  <a:lnTo>
                    <a:pt x="677013" y="2457026"/>
                  </a:lnTo>
                  <a:lnTo>
                    <a:pt x="676765" y="2449489"/>
                  </a:lnTo>
                  <a:lnTo>
                    <a:pt x="676410" y="2441952"/>
                  </a:lnTo>
                  <a:lnTo>
                    <a:pt x="676416" y="2434415"/>
                  </a:lnTo>
                  <a:lnTo>
                    <a:pt x="676790" y="2426878"/>
                  </a:lnTo>
                  <a:lnTo>
                    <a:pt x="677059" y="2419341"/>
                  </a:lnTo>
                  <a:lnTo>
                    <a:pt x="677148" y="2411804"/>
                  </a:lnTo>
                  <a:lnTo>
                    <a:pt x="676885" y="2404267"/>
                  </a:lnTo>
                  <a:lnTo>
                    <a:pt x="676779" y="2396731"/>
                  </a:lnTo>
                  <a:lnTo>
                    <a:pt x="676515" y="2389194"/>
                  </a:lnTo>
                  <a:lnTo>
                    <a:pt x="676309" y="2381657"/>
                  </a:lnTo>
                  <a:lnTo>
                    <a:pt x="676514" y="2374120"/>
                  </a:lnTo>
                  <a:lnTo>
                    <a:pt x="676748" y="2366583"/>
                  </a:lnTo>
                  <a:lnTo>
                    <a:pt x="676634" y="2359046"/>
                  </a:lnTo>
                  <a:lnTo>
                    <a:pt x="675927" y="2351509"/>
                  </a:lnTo>
                  <a:lnTo>
                    <a:pt x="675960" y="2343972"/>
                  </a:lnTo>
                  <a:lnTo>
                    <a:pt x="676631" y="2336435"/>
                  </a:lnTo>
                  <a:lnTo>
                    <a:pt x="676941" y="2328899"/>
                  </a:lnTo>
                  <a:lnTo>
                    <a:pt x="677114" y="2321362"/>
                  </a:lnTo>
                  <a:lnTo>
                    <a:pt x="676806" y="2313825"/>
                  </a:lnTo>
                  <a:lnTo>
                    <a:pt x="676311" y="2306288"/>
                  </a:lnTo>
                  <a:lnTo>
                    <a:pt x="676399" y="2298751"/>
                  </a:lnTo>
                  <a:lnTo>
                    <a:pt x="676819" y="2291214"/>
                  </a:lnTo>
                  <a:lnTo>
                    <a:pt x="676942" y="2283677"/>
                  </a:lnTo>
                  <a:lnTo>
                    <a:pt x="676651" y="2276140"/>
                  </a:lnTo>
                  <a:lnTo>
                    <a:pt x="676307" y="2268603"/>
                  </a:lnTo>
                  <a:lnTo>
                    <a:pt x="676463" y="2261067"/>
                  </a:lnTo>
                  <a:lnTo>
                    <a:pt x="676402" y="2253530"/>
                  </a:lnTo>
                  <a:lnTo>
                    <a:pt x="676279" y="2245993"/>
                  </a:lnTo>
                  <a:lnTo>
                    <a:pt x="676601" y="2238456"/>
                  </a:lnTo>
                  <a:lnTo>
                    <a:pt x="676708" y="2230919"/>
                  </a:lnTo>
                  <a:lnTo>
                    <a:pt x="676383" y="2223382"/>
                  </a:lnTo>
                  <a:lnTo>
                    <a:pt x="676432" y="2215845"/>
                  </a:lnTo>
                  <a:lnTo>
                    <a:pt x="676696" y="2208308"/>
                  </a:lnTo>
                  <a:lnTo>
                    <a:pt x="676637" y="2200771"/>
                  </a:lnTo>
                  <a:lnTo>
                    <a:pt x="676727" y="2193235"/>
                  </a:lnTo>
                  <a:lnTo>
                    <a:pt x="676892" y="2185698"/>
                  </a:lnTo>
                  <a:lnTo>
                    <a:pt x="676934" y="2178161"/>
                  </a:lnTo>
                  <a:lnTo>
                    <a:pt x="677026" y="2170624"/>
                  </a:lnTo>
                  <a:lnTo>
                    <a:pt x="676907" y="2163087"/>
                  </a:lnTo>
                  <a:lnTo>
                    <a:pt x="676806" y="2155550"/>
                  </a:lnTo>
                  <a:lnTo>
                    <a:pt x="676865" y="2148013"/>
                  </a:lnTo>
                  <a:lnTo>
                    <a:pt x="676961" y="2140476"/>
                  </a:lnTo>
                  <a:lnTo>
                    <a:pt x="677078" y="2132939"/>
                  </a:lnTo>
                  <a:lnTo>
                    <a:pt x="676964" y="2125403"/>
                  </a:lnTo>
                  <a:lnTo>
                    <a:pt x="676886" y="2117866"/>
                  </a:lnTo>
                  <a:lnTo>
                    <a:pt x="676393" y="2110329"/>
                  </a:lnTo>
                  <a:lnTo>
                    <a:pt x="675907" y="2102792"/>
                  </a:lnTo>
                  <a:lnTo>
                    <a:pt x="675963" y="2095255"/>
                  </a:lnTo>
                  <a:lnTo>
                    <a:pt x="676886" y="2087718"/>
                  </a:lnTo>
                  <a:lnTo>
                    <a:pt x="676738" y="2080181"/>
                  </a:lnTo>
                  <a:lnTo>
                    <a:pt x="676420" y="2072644"/>
                  </a:lnTo>
                  <a:lnTo>
                    <a:pt x="676894" y="2065107"/>
                  </a:lnTo>
                  <a:lnTo>
                    <a:pt x="677118" y="2057571"/>
                  </a:lnTo>
                  <a:lnTo>
                    <a:pt x="676960" y="2050034"/>
                  </a:lnTo>
                  <a:lnTo>
                    <a:pt x="676868" y="2042497"/>
                  </a:lnTo>
                  <a:lnTo>
                    <a:pt x="676931" y="2034960"/>
                  </a:lnTo>
                  <a:lnTo>
                    <a:pt x="676749" y="2027423"/>
                  </a:lnTo>
                  <a:lnTo>
                    <a:pt x="676662" y="2019886"/>
                  </a:lnTo>
                  <a:lnTo>
                    <a:pt x="676882" y="2012349"/>
                  </a:lnTo>
                  <a:lnTo>
                    <a:pt x="676578" y="2004812"/>
                  </a:lnTo>
                  <a:lnTo>
                    <a:pt x="676722" y="1997275"/>
                  </a:lnTo>
                  <a:lnTo>
                    <a:pt x="675963" y="1989739"/>
                  </a:lnTo>
                  <a:lnTo>
                    <a:pt x="676115" y="1982202"/>
                  </a:lnTo>
                  <a:lnTo>
                    <a:pt x="675959" y="1974665"/>
                  </a:lnTo>
                  <a:lnTo>
                    <a:pt x="676793" y="1967128"/>
                  </a:lnTo>
                  <a:lnTo>
                    <a:pt x="677295" y="1959591"/>
                  </a:lnTo>
                  <a:lnTo>
                    <a:pt x="677308" y="1952054"/>
                  </a:lnTo>
                  <a:lnTo>
                    <a:pt x="677085" y="1944517"/>
                  </a:lnTo>
                  <a:lnTo>
                    <a:pt x="677161" y="1936980"/>
                  </a:lnTo>
                  <a:lnTo>
                    <a:pt x="677335" y="1929443"/>
                  </a:lnTo>
                  <a:lnTo>
                    <a:pt x="677310" y="1921907"/>
                  </a:lnTo>
                  <a:lnTo>
                    <a:pt x="677066" y="1914370"/>
                  </a:lnTo>
                  <a:lnTo>
                    <a:pt x="677054" y="1906833"/>
                  </a:lnTo>
                  <a:lnTo>
                    <a:pt x="676714" y="1899296"/>
                  </a:lnTo>
                  <a:lnTo>
                    <a:pt x="676986" y="1891759"/>
                  </a:lnTo>
                  <a:lnTo>
                    <a:pt x="677093" y="1884222"/>
                  </a:lnTo>
                  <a:lnTo>
                    <a:pt x="676509" y="1876685"/>
                  </a:lnTo>
                  <a:lnTo>
                    <a:pt x="676418" y="1869148"/>
                  </a:lnTo>
                  <a:lnTo>
                    <a:pt x="677019" y="1861611"/>
                  </a:lnTo>
                  <a:lnTo>
                    <a:pt x="676995" y="1854074"/>
                  </a:lnTo>
                  <a:lnTo>
                    <a:pt x="677036" y="1846538"/>
                  </a:lnTo>
                  <a:lnTo>
                    <a:pt x="676896" y="1839001"/>
                  </a:lnTo>
                  <a:lnTo>
                    <a:pt x="676835" y="1831464"/>
                  </a:lnTo>
                  <a:lnTo>
                    <a:pt x="676897" y="1823927"/>
                  </a:lnTo>
                  <a:lnTo>
                    <a:pt x="677238" y="1816390"/>
                  </a:lnTo>
                  <a:lnTo>
                    <a:pt x="677291" y="1808853"/>
                  </a:lnTo>
                  <a:lnTo>
                    <a:pt x="676977" y="1801316"/>
                  </a:lnTo>
                  <a:lnTo>
                    <a:pt x="676889" y="1793779"/>
                  </a:lnTo>
                  <a:lnTo>
                    <a:pt x="677133" y="1786242"/>
                  </a:lnTo>
                  <a:lnTo>
                    <a:pt x="677124" y="1778706"/>
                  </a:lnTo>
                  <a:lnTo>
                    <a:pt x="677046" y="1771169"/>
                  </a:lnTo>
                  <a:lnTo>
                    <a:pt x="676891" y="1763632"/>
                  </a:lnTo>
                  <a:lnTo>
                    <a:pt x="676887" y="1756095"/>
                  </a:lnTo>
                  <a:lnTo>
                    <a:pt x="676857" y="1748558"/>
                  </a:lnTo>
                  <a:lnTo>
                    <a:pt x="676254" y="1741021"/>
                  </a:lnTo>
                  <a:lnTo>
                    <a:pt x="676616" y="1733484"/>
                  </a:lnTo>
                  <a:lnTo>
                    <a:pt x="677134" y="1725947"/>
                  </a:lnTo>
                  <a:lnTo>
                    <a:pt x="677140" y="1718410"/>
                  </a:lnTo>
                  <a:lnTo>
                    <a:pt x="677127" y="1710874"/>
                  </a:lnTo>
                  <a:lnTo>
                    <a:pt x="677278" y="1703337"/>
                  </a:lnTo>
                  <a:lnTo>
                    <a:pt x="677335" y="1695800"/>
                  </a:lnTo>
                  <a:lnTo>
                    <a:pt x="677213" y="1688263"/>
                  </a:lnTo>
                  <a:lnTo>
                    <a:pt x="677101" y="1680726"/>
                  </a:lnTo>
                  <a:lnTo>
                    <a:pt x="677191" y="1673189"/>
                  </a:lnTo>
                  <a:lnTo>
                    <a:pt x="677077" y="1665652"/>
                  </a:lnTo>
                  <a:lnTo>
                    <a:pt x="677155" y="1658115"/>
                  </a:lnTo>
                  <a:lnTo>
                    <a:pt x="677167" y="1650578"/>
                  </a:lnTo>
                  <a:lnTo>
                    <a:pt x="676703" y="1643042"/>
                  </a:lnTo>
                  <a:lnTo>
                    <a:pt x="676701" y="1635505"/>
                  </a:lnTo>
                  <a:lnTo>
                    <a:pt x="677120" y="1627968"/>
                  </a:lnTo>
                  <a:lnTo>
                    <a:pt x="677338" y="1620431"/>
                  </a:lnTo>
                  <a:lnTo>
                    <a:pt x="677356" y="1612894"/>
                  </a:lnTo>
                  <a:lnTo>
                    <a:pt x="677247" y="1605357"/>
                  </a:lnTo>
                  <a:lnTo>
                    <a:pt x="676979" y="1597820"/>
                  </a:lnTo>
                  <a:lnTo>
                    <a:pt x="676932" y="1590283"/>
                  </a:lnTo>
                  <a:lnTo>
                    <a:pt x="677143" y="1582746"/>
                  </a:lnTo>
                  <a:lnTo>
                    <a:pt x="677138" y="1575210"/>
                  </a:lnTo>
                  <a:lnTo>
                    <a:pt x="677114" y="1567673"/>
                  </a:lnTo>
                  <a:lnTo>
                    <a:pt x="677152" y="1560136"/>
                  </a:lnTo>
                  <a:lnTo>
                    <a:pt x="677054" y="1552599"/>
                  </a:lnTo>
                  <a:lnTo>
                    <a:pt x="676926" y="1545062"/>
                  </a:lnTo>
                  <a:lnTo>
                    <a:pt x="676985" y="1537525"/>
                  </a:lnTo>
                  <a:lnTo>
                    <a:pt x="677068" y="1529988"/>
                  </a:lnTo>
                  <a:lnTo>
                    <a:pt x="677196" y="1522451"/>
                  </a:lnTo>
                  <a:lnTo>
                    <a:pt x="677307" y="1514914"/>
                  </a:lnTo>
                  <a:lnTo>
                    <a:pt x="677166" y="1507378"/>
                  </a:lnTo>
                  <a:lnTo>
                    <a:pt x="677121" y="1499841"/>
                  </a:lnTo>
                  <a:lnTo>
                    <a:pt x="677265" y="1492304"/>
                  </a:lnTo>
                  <a:lnTo>
                    <a:pt x="677246" y="1484767"/>
                  </a:lnTo>
                  <a:lnTo>
                    <a:pt x="676999" y="1477230"/>
                  </a:lnTo>
                  <a:lnTo>
                    <a:pt x="676918" y="1469693"/>
                  </a:lnTo>
                  <a:lnTo>
                    <a:pt x="677163" y="1462156"/>
                  </a:lnTo>
                  <a:lnTo>
                    <a:pt x="677341" y="1454619"/>
                  </a:lnTo>
                  <a:lnTo>
                    <a:pt x="677368" y="1447082"/>
                  </a:lnTo>
                  <a:lnTo>
                    <a:pt x="677352" y="1439546"/>
                  </a:lnTo>
                  <a:lnTo>
                    <a:pt x="677217" y="1432009"/>
                  </a:lnTo>
                  <a:lnTo>
                    <a:pt x="676906" y="1424472"/>
                  </a:lnTo>
                  <a:lnTo>
                    <a:pt x="676906" y="1416935"/>
                  </a:lnTo>
                  <a:lnTo>
                    <a:pt x="677286" y="1409398"/>
                  </a:lnTo>
                  <a:lnTo>
                    <a:pt x="677367" y="1401861"/>
                  </a:lnTo>
                  <a:lnTo>
                    <a:pt x="677335" y="1394324"/>
                  </a:lnTo>
                  <a:lnTo>
                    <a:pt x="677138" y="1386787"/>
                  </a:lnTo>
                  <a:lnTo>
                    <a:pt x="676885" y="1379250"/>
                  </a:lnTo>
                  <a:lnTo>
                    <a:pt x="676826" y="1371714"/>
                  </a:lnTo>
                  <a:lnTo>
                    <a:pt x="676614" y="1364177"/>
                  </a:lnTo>
                  <a:lnTo>
                    <a:pt x="676636" y="1356640"/>
                  </a:lnTo>
                  <a:lnTo>
                    <a:pt x="677204" y="1349103"/>
                  </a:lnTo>
                  <a:lnTo>
                    <a:pt x="677291" y="1341566"/>
                  </a:lnTo>
                  <a:lnTo>
                    <a:pt x="677149" y="1334029"/>
                  </a:lnTo>
                  <a:lnTo>
                    <a:pt x="677124" y="1326492"/>
                  </a:lnTo>
                  <a:lnTo>
                    <a:pt x="677324" y="1318955"/>
                  </a:lnTo>
                  <a:lnTo>
                    <a:pt x="677368" y="1311418"/>
                  </a:lnTo>
                  <a:lnTo>
                    <a:pt x="677350" y="1303882"/>
                  </a:lnTo>
                  <a:lnTo>
                    <a:pt x="677230" y="1296345"/>
                  </a:lnTo>
                  <a:lnTo>
                    <a:pt x="677075" y="1288808"/>
                  </a:lnTo>
                  <a:lnTo>
                    <a:pt x="677247" y="1281271"/>
                  </a:lnTo>
                  <a:lnTo>
                    <a:pt x="677354" y="1273734"/>
                  </a:lnTo>
                  <a:lnTo>
                    <a:pt x="677368" y="1266197"/>
                  </a:lnTo>
                  <a:lnTo>
                    <a:pt x="677355" y="1258660"/>
                  </a:lnTo>
                  <a:lnTo>
                    <a:pt x="677254" y="1251123"/>
                  </a:lnTo>
                  <a:lnTo>
                    <a:pt x="677079" y="1243586"/>
                  </a:lnTo>
                  <a:lnTo>
                    <a:pt x="677220" y="1236049"/>
                  </a:lnTo>
                  <a:lnTo>
                    <a:pt x="677332" y="1228513"/>
                  </a:lnTo>
                  <a:lnTo>
                    <a:pt x="677206" y="1220976"/>
                  </a:lnTo>
                  <a:lnTo>
                    <a:pt x="676815" y="1213439"/>
                  </a:lnTo>
                  <a:lnTo>
                    <a:pt x="676719" y="1205902"/>
                  </a:lnTo>
                  <a:lnTo>
                    <a:pt x="677034" y="1198365"/>
                  </a:lnTo>
                  <a:lnTo>
                    <a:pt x="677320" y="1190828"/>
                  </a:lnTo>
                  <a:lnTo>
                    <a:pt x="677368" y="1183291"/>
                  </a:lnTo>
                  <a:lnTo>
                    <a:pt x="677369" y="1175754"/>
                  </a:lnTo>
                  <a:lnTo>
                    <a:pt x="677366" y="1168217"/>
                  </a:lnTo>
                  <a:lnTo>
                    <a:pt x="677329" y="1160681"/>
                  </a:lnTo>
                  <a:lnTo>
                    <a:pt x="677176" y="1153144"/>
                  </a:lnTo>
                  <a:lnTo>
                    <a:pt x="677025" y="1145607"/>
                  </a:lnTo>
                  <a:lnTo>
                    <a:pt x="677102" y="1138070"/>
                  </a:lnTo>
                  <a:lnTo>
                    <a:pt x="677088" y="1130533"/>
                  </a:lnTo>
                  <a:lnTo>
                    <a:pt x="677279" y="1122996"/>
                  </a:lnTo>
                  <a:lnTo>
                    <a:pt x="677171" y="1115459"/>
                  </a:lnTo>
                  <a:lnTo>
                    <a:pt x="677074" y="1107922"/>
                  </a:lnTo>
                  <a:lnTo>
                    <a:pt x="677312" y="1100385"/>
                  </a:lnTo>
                  <a:lnTo>
                    <a:pt x="677366" y="1092849"/>
                  </a:lnTo>
                  <a:lnTo>
                    <a:pt x="677289" y="1085312"/>
                  </a:lnTo>
                  <a:lnTo>
                    <a:pt x="676965" y="1077775"/>
                  </a:lnTo>
                  <a:lnTo>
                    <a:pt x="676988" y="1070238"/>
                  </a:lnTo>
                  <a:lnTo>
                    <a:pt x="676862" y="1062701"/>
                  </a:lnTo>
                  <a:lnTo>
                    <a:pt x="676953" y="1055164"/>
                  </a:lnTo>
                  <a:lnTo>
                    <a:pt x="676853" y="1047627"/>
                  </a:lnTo>
                  <a:lnTo>
                    <a:pt x="676876" y="1040090"/>
                  </a:lnTo>
                  <a:lnTo>
                    <a:pt x="677009" y="1032553"/>
                  </a:lnTo>
                  <a:lnTo>
                    <a:pt x="676943" y="1025017"/>
                  </a:lnTo>
                  <a:lnTo>
                    <a:pt x="676602" y="1017480"/>
                  </a:lnTo>
                  <a:lnTo>
                    <a:pt x="676613" y="1009943"/>
                  </a:lnTo>
                  <a:lnTo>
                    <a:pt x="677135" y="1002406"/>
                  </a:lnTo>
                  <a:lnTo>
                    <a:pt x="677088" y="994869"/>
                  </a:lnTo>
                  <a:lnTo>
                    <a:pt x="677154" y="987332"/>
                  </a:lnTo>
                  <a:lnTo>
                    <a:pt x="677317" y="979795"/>
                  </a:lnTo>
                  <a:lnTo>
                    <a:pt x="677357" y="972258"/>
                  </a:lnTo>
                  <a:lnTo>
                    <a:pt x="677267" y="964721"/>
                  </a:lnTo>
                  <a:lnTo>
                    <a:pt x="677024" y="957185"/>
                  </a:lnTo>
                  <a:lnTo>
                    <a:pt x="677246" y="949648"/>
                  </a:lnTo>
                  <a:lnTo>
                    <a:pt x="677356" y="942111"/>
                  </a:lnTo>
                  <a:lnTo>
                    <a:pt x="677369" y="934574"/>
                  </a:lnTo>
                  <a:lnTo>
                    <a:pt x="677368" y="927037"/>
                  </a:lnTo>
                  <a:lnTo>
                    <a:pt x="677311" y="919500"/>
                  </a:lnTo>
                  <a:lnTo>
                    <a:pt x="677070" y="911963"/>
                  </a:lnTo>
                  <a:lnTo>
                    <a:pt x="677183" y="904426"/>
                  </a:lnTo>
                  <a:lnTo>
                    <a:pt x="677326" y="896889"/>
                  </a:lnTo>
                  <a:lnTo>
                    <a:pt x="677365" y="889353"/>
                  </a:lnTo>
                  <a:lnTo>
                    <a:pt x="677369" y="881816"/>
                  </a:lnTo>
                  <a:lnTo>
                    <a:pt x="677369" y="874279"/>
                  </a:lnTo>
                  <a:lnTo>
                    <a:pt x="677369" y="866742"/>
                  </a:lnTo>
                  <a:lnTo>
                    <a:pt x="677369" y="859205"/>
                  </a:lnTo>
                  <a:lnTo>
                    <a:pt x="677369" y="851668"/>
                  </a:lnTo>
                  <a:lnTo>
                    <a:pt x="677369" y="844131"/>
                  </a:lnTo>
                  <a:lnTo>
                    <a:pt x="677369" y="836594"/>
                  </a:lnTo>
                  <a:lnTo>
                    <a:pt x="677369" y="829057"/>
                  </a:lnTo>
                  <a:lnTo>
                    <a:pt x="677369" y="821521"/>
                  </a:lnTo>
                  <a:lnTo>
                    <a:pt x="677369" y="813984"/>
                  </a:lnTo>
                  <a:lnTo>
                    <a:pt x="677369" y="806447"/>
                  </a:lnTo>
                  <a:lnTo>
                    <a:pt x="677369" y="798910"/>
                  </a:lnTo>
                  <a:lnTo>
                    <a:pt x="677368" y="791373"/>
                  </a:lnTo>
                  <a:lnTo>
                    <a:pt x="677321" y="783836"/>
                  </a:lnTo>
                  <a:lnTo>
                    <a:pt x="677109" y="776299"/>
                  </a:lnTo>
                  <a:lnTo>
                    <a:pt x="677114" y="768762"/>
                  </a:lnTo>
                  <a:lnTo>
                    <a:pt x="677091" y="761225"/>
                  </a:lnTo>
                  <a:lnTo>
                    <a:pt x="677131" y="753689"/>
                  </a:lnTo>
                  <a:lnTo>
                    <a:pt x="677280" y="746152"/>
                  </a:lnTo>
                  <a:lnTo>
                    <a:pt x="677331" y="738615"/>
                  </a:lnTo>
                  <a:lnTo>
                    <a:pt x="677199" y="731078"/>
                  </a:lnTo>
                  <a:lnTo>
                    <a:pt x="677122" y="723541"/>
                  </a:lnTo>
                  <a:lnTo>
                    <a:pt x="677243" y="716004"/>
                  </a:lnTo>
                  <a:lnTo>
                    <a:pt x="677350" y="708467"/>
                  </a:lnTo>
                  <a:lnTo>
                    <a:pt x="677368" y="700930"/>
                  </a:lnTo>
                  <a:lnTo>
                    <a:pt x="677368" y="693393"/>
                  </a:lnTo>
                  <a:lnTo>
                    <a:pt x="677338" y="685857"/>
                  </a:lnTo>
                  <a:lnTo>
                    <a:pt x="677185" y="678320"/>
                  </a:lnTo>
                  <a:lnTo>
                    <a:pt x="677123" y="670783"/>
                  </a:lnTo>
                  <a:lnTo>
                    <a:pt x="677249" y="663246"/>
                  </a:lnTo>
                  <a:lnTo>
                    <a:pt x="677277" y="655709"/>
                  </a:lnTo>
                  <a:lnTo>
                    <a:pt x="677120" y="648172"/>
                  </a:lnTo>
                  <a:lnTo>
                    <a:pt x="677150" y="640635"/>
                  </a:lnTo>
                  <a:lnTo>
                    <a:pt x="677331" y="633098"/>
                  </a:lnTo>
                  <a:lnTo>
                    <a:pt x="677368" y="625561"/>
                  </a:lnTo>
                  <a:lnTo>
                    <a:pt x="677369" y="618024"/>
                  </a:lnTo>
                  <a:lnTo>
                    <a:pt x="677369" y="610488"/>
                  </a:lnTo>
                  <a:lnTo>
                    <a:pt x="677369" y="602951"/>
                  </a:lnTo>
                  <a:lnTo>
                    <a:pt x="677369" y="595414"/>
                  </a:lnTo>
                  <a:lnTo>
                    <a:pt x="677369" y="587877"/>
                  </a:lnTo>
                  <a:lnTo>
                    <a:pt x="677369" y="580340"/>
                  </a:lnTo>
                  <a:lnTo>
                    <a:pt x="677369" y="572803"/>
                  </a:lnTo>
                  <a:lnTo>
                    <a:pt x="677368" y="565266"/>
                  </a:lnTo>
                  <a:lnTo>
                    <a:pt x="677354" y="557729"/>
                  </a:lnTo>
                  <a:lnTo>
                    <a:pt x="677240" y="550192"/>
                  </a:lnTo>
                  <a:lnTo>
                    <a:pt x="676990" y="542656"/>
                  </a:lnTo>
                  <a:lnTo>
                    <a:pt x="676921" y="535119"/>
                  </a:lnTo>
                  <a:lnTo>
                    <a:pt x="677184" y="527582"/>
                  </a:lnTo>
                  <a:lnTo>
                    <a:pt x="677345" y="520045"/>
                  </a:lnTo>
                  <a:lnTo>
                    <a:pt x="677368" y="512508"/>
                  </a:lnTo>
                  <a:lnTo>
                    <a:pt x="677369" y="504971"/>
                  </a:lnTo>
                  <a:lnTo>
                    <a:pt x="677369" y="497434"/>
                  </a:lnTo>
                  <a:lnTo>
                    <a:pt x="677369" y="489897"/>
                  </a:lnTo>
                  <a:lnTo>
                    <a:pt x="677369" y="482360"/>
                  </a:lnTo>
                  <a:lnTo>
                    <a:pt x="677369" y="474824"/>
                  </a:lnTo>
                  <a:lnTo>
                    <a:pt x="677369" y="467287"/>
                  </a:lnTo>
                  <a:lnTo>
                    <a:pt x="677369" y="459750"/>
                  </a:lnTo>
                  <a:lnTo>
                    <a:pt x="677369" y="452213"/>
                  </a:lnTo>
                  <a:lnTo>
                    <a:pt x="677369" y="444676"/>
                  </a:lnTo>
                  <a:lnTo>
                    <a:pt x="677369" y="437139"/>
                  </a:lnTo>
                  <a:lnTo>
                    <a:pt x="677369" y="429602"/>
                  </a:lnTo>
                  <a:lnTo>
                    <a:pt x="677369" y="422065"/>
                  </a:lnTo>
                  <a:lnTo>
                    <a:pt x="677362" y="414528"/>
                  </a:lnTo>
                  <a:lnTo>
                    <a:pt x="677307" y="406992"/>
                  </a:lnTo>
                  <a:lnTo>
                    <a:pt x="677157" y="399455"/>
                  </a:lnTo>
                  <a:lnTo>
                    <a:pt x="677108" y="391918"/>
                  </a:lnTo>
                  <a:lnTo>
                    <a:pt x="677320" y="384381"/>
                  </a:lnTo>
                  <a:lnTo>
                    <a:pt x="677368" y="376844"/>
                  </a:lnTo>
                  <a:lnTo>
                    <a:pt x="677369" y="369307"/>
                  </a:lnTo>
                  <a:lnTo>
                    <a:pt x="677369" y="361770"/>
                  </a:lnTo>
                  <a:lnTo>
                    <a:pt x="677369" y="354233"/>
                  </a:lnTo>
                  <a:lnTo>
                    <a:pt x="677369" y="346696"/>
                  </a:lnTo>
                  <a:lnTo>
                    <a:pt x="677369" y="339160"/>
                  </a:lnTo>
                  <a:lnTo>
                    <a:pt x="677369" y="331623"/>
                  </a:lnTo>
                  <a:lnTo>
                    <a:pt x="677369" y="324086"/>
                  </a:lnTo>
                  <a:lnTo>
                    <a:pt x="677369" y="316549"/>
                  </a:lnTo>
                  <a:lnTo>
                    <a:pt x="677369" y="309012"/>
                  </a:lnTo>
                  <a:lnTo>
                    <a:pt x="677369" y="301475"/>
                  </a:lnTo>
                  <a:lnTo>
                    <a:pt x="677369" y="293938"/>
                  </a:lnTo>
                  <a:lnTo>
                    <a:pt x="677369" y="286401"/>
                  </a:lnTo>
                  <a:lnTo>
                    <a:pt x="677369" y="278864"/>
                  </a:lnTo>
                  <a:lnTo>
                    <a:pt x="677369" y="271328"/>
                  </a:lnTo>
                  <a:lnTo>
                    <a:pt x="677369" y="263791"/>
                  </a:lnTo>
                  <a:lnTo>
                    <a:pt x="677369" y="256254"/>
                  </a:lnTo>
                  <a:lnTo>
                    <a:pt x="677369" y="248717"/>
                  </a:lnTo>
                  <a:lnTo>
                    <a:pt x="677369" y="241180"/>
                  </a:lnTo>
                  <a:lnTo>
                    <a:pt x="677369" y="233643"/>
                  </a:lnTo>
                  <a:lnTo>
                    <a:pt x="677369" y="226106"/>
                  </a:lnTo>
                  <a:lnTo>
                    <a:pt x="677369" y="218569"/>
                  </a:lnTo>
                  <a:lnTo>
                    <a:pt x="677369" y="211032"/>
                  </a:lnTo>
                  <a:lnTo>
                    <a:pt x="677369" y="203496"/>
                  </a:lnTo>
                  <a:lnTo>
                    <a:pt x="677369" y="195959"/>
                  </a:lnTo>
                  <a:lnTo>
                    <a:pt x="677369" y="188422"/>
                  </a:lnTo>
                  <a:lnTo>
                    <a:pt x="677369" y="180885"/>
                  </a:lnTo>
                  <a:lnTo>
                    <a:pt x="677369" y="173348"/>
                  </a:lnTo>
                  <a:lnTo>
                    <a:pt x="677369" y="165811"/>
                  </a:lnTo>
                  <a:lnTo>
                    <a:pt x="677369" y="158274"/>
                  </a:lnTo>
                  <a:lnTo>
                    <a:pt x="677369" y="150737"/>
                  </a:lnTo>
                  <a:lnTo>
                    <a:pt x="677369" y="143200"/>
                  </a:lnTo>
                  <a:lnTo>
                    <a:pt x="677369" y="135664"/>
                  </a:lnTo>
                  <a:lnTo>
                    <a:pt x="677369" y="128127"/>
                  </a:lnTo>
                  <a:lnTo>
                    <a:pt x="677369" y="120590"/>
                  </a:lnTo>
                  <a:lnTo>
                    <a:pt x="677369" y="113053"/>
                  </a:lnTo>
                  <a:lnTo>
                    <a:pt x="677369" y="105516"/>
                  </a:lnTo>
                  <a:lnTo>
                    <a:pt x="677369" y="97979"/>
                  </a:lnTo>
                  <a:lnTo>
                    <a:pt x="677369" y="90442"/>
                  </a:lnTo>
                  <a:lnTo>
                    <a:pt x="677369" y="82905"/>
                  </a:lnTo>
                  <a:lnTo>
                    <a:pt x="677369" y="75368"/>
                  </a:lnTo>
                  <a:lnTo>
                    <a:pt x="677369" y="67832"/>
                  </a:lnTo>
                  <a:lnTo>
                    <a:pt x="677369" y="60295"/>
                  </a:lnTo>
                  <a:lnTo>
                    <a:pt x="677369" y="52758"/>
                  </a:lnTo>
                  <a:lnTo>
                    <a:pt x="677369" y="45221"/>
                  </a:lnTo>
                  <a:lnTo>
                    <a:pt x="677369" y="37684"/>
                  </a:lnTo>
                  <a:lnTo>
                    <a:pt x="677369" y="30147"/>
                  </a:lnTo>
                  <a:lnTo>
                    <a:pt x="677368" y="22610"/>
                  </a:lnTo>
                  <a:lnTo>
                    <a:pt x="677351" y="15073"/>
                  </a:lnTo>
                  <a:lnTo>
                    <a:pt x="677236" y="7536"/>
                  </a:lnTo>
                  <a:lnTo>
                    <a:pt x="677083" y="0"/>
                  </a:lnTo>
                  <a:lnTo>
                    <a:pt x="677654" y="0"/>
                  </a:lnTo>
                  <a:lnTo>
                    <a:pt x="677502" y="7536"/>
                  </a:lnTo>
                  <a:lnTo>
                    <a:pt x="677386" y="15073"/>
                  </a:lnTo>
                  <a:lnTo>
                    <a:pt x="677369" y="22610"/>
                  </a:lnTo>
                  <a:lnTo>
                    <a:pt x="677369" y="30147"/>
                  </a:lnTo>
                  <a:lnTo>
                    <a:pt x="677369" y="37684"/>
                  </a:lnTo>
                  <a:lnTo>
                    <a:pt x="677369" y="45221"/>
                  </a:lnTo>
                  <a:lnTo>
                    <a:pt x="677369" y="52758"/>
                  </a:lnTo>
                  <a:lnTo>
                    <a:pt x="677369" y="60295"/>
                  </a:lnTo>
                  <a:lnTo>
                    <a:pt x="677369" y="67832"/>
                  </a:lnTo>
                  <a:lnTo>
                    <a:pt x="677369" y="75368"/>
                  </a:lnTo>
                  <a:lnTo>
                    <a:pt x="677369" y="82905"/>
                  </a:lnTo>
                  <a:lnTo>
                    <a:pt x="677369" y="90442"/>
                  </a:lnTo>
                  <a:lnTo>
                    <a:pt x="677369" y="97979"/>
                  </a:lnTo>
                  <a:lnTo>
                    <a:pt x="677369" y="105516"/>
                  </a:lnTo>
                  <a:lnTo>
                    <a:pt x="677369" y="113053"/>
                  </a:lnTo>
                  <a:lnTo>
                    <a:pt x="677369" y="120590"/>
                  </a:lnTo>
                  <a:lnTo>
                    <a:pt x="677369" y="128127"/>
                  </a:lnTo>
                  <a:lnTo>
                    <a:pt x="677369" y="135664"/>
                  </a:lnTo>
                  <a:lnTo>
                    <a:pt x="677369" y="143200"/>
                  </a:lnTo>
                  <a:lnTo>
                    <a:pt x="677369" y="150737"/>
                  </a:lnTo>
                  <a:lnTo>
                    <a:pt x="677369" y="158274"/>
                  </a:lnTo>
                  <a:lnTo>
                    <a:pt x="677369" y="165811"/>
                  </a:lnTo>
                  <a:lnTo>
                    <a:pt x="677369" y="173348"/>
                  </a:lnTo>
                  <a:lnTo>
                    <a:pt x="677369" y="180885"/>
                  </a:lnTo>
                  <a:lnTo>
                    <a:pt x="677369" y="188422"/>
                  </a:lnTo>
                  <a:lnTo>
                    <a:pt x="677369" y="195959"/>
                  </a:lnTo>
                  <a:lnTo>
                    <a:pt x="677369" y="203496"/>
                  </a:lnTo>
                  <a:lnTo>
                    <a:pt x="677369" y="211032"/>
                  </a:lnTo>
                  <a:lnTo>
                    <a:pt x="677369" y="218569"/>
                  </a:lnTo>
                  <a:lnTo>
                    <a:pt x="677369" y="226106"/>
                  </a:lnTo>
                  <a:lnTo>
                    <a:pt x="677369" y="233643"/>
                  </a:lnTo>
                  <a:lnTo>
                    <a:pt x="677369" y="241180"/>
                  </a:lnTo>
                  <a:lnTo>
                    <a:pt x="677369" y="248717"/>
                  </a:lnTo>
                  <a:lnTo>
                    <a:pt x="677369" y="256254"/>
                  </a:lnTo>
                  <a:lnTo>
                    <a:pt x="677369" y="263791"/>
                  </a:lnTo>
                  <a:lnTo>
                    <a:pt x="677369" y="271328"/>
                  </a:lnTo>
                  <a:lnTo>
                    <a:pt x="677369" y="278864"/>
                  </a:lnTo>
                  <a:lnTo>
                    <a:pt x="677369" y="286401"/>
                  </a:lnTo>
                  <a:lnTo>
                    <a:pt x="677369" y="293938"/>
                  </a:lnTo>
                  <a:lnTo>
                    <a:pt x="677369" y="301475"/>
                  </a:lnTo>
                  <a:lnTo>
                    <a:pt x="677369" y="309012"/>
                  </a:lnTo>
                  <a:lnTo>
                    <a:pt x="677369" y="316549"/>
                  </a:lnTo>
                  <a:lnTo>
                    <a:pt x="677369" y="324086"/>
                  </a:lnTo>
                  <a:lnTo>
                    <a:pt x="677369" y="331623"/>
                  </a:lnTo>
                  <a:lnTo>
                    <a:pt x="677369" y="339160"/>
                  </a:lnTo>
                  <a:lnTo>
                    <a:pt x="677369" y="346696"/>
                  </a:lnTo>
                  <a:lnTo>
                    <a:pt x="677369" y="354233"/>
                  </a:lnTo>
                  <a:lnTo>
                    <a:pt x="677369" y="361770"/>
                  </a:lnTo>
                  <a:lnTo>
                    <a:pt x="677369" y="369307"/>
                  </a:lnTo>
                  <a:lnTo>
                    <a:pt x="677369" y="376844"/>
                  </a:lnTo>
                  <a:lnTo>
                    <a:pt x="677417" y="384381"/>
                  </a:lnTo>
                  <a:lnTo>
                    <a:pt x="677629" y="391918"/>
                  </a:lnTo>
                  <a:lnTo>
                    <a:pt x="677580" y="399455"/>
                  </a:lnTo>
                  <a:lnTo>
                    <a:pt x="677430" y="406992"/>
                  </a:lnTo>
                  <a:lnTo>
                    <a:pt x="677375" y="414528"/>
                  </a:lnTo>
                  <a:lnTo>
                    <a:pt x="677369" y="422065"/>
                  </a:lnTo>
                  <a:lnTo>
                    <a:pt x="677369" y="429602"/>
                  </a:lnTo>
                  <a:lnTo>
                    <a:pt x="677369" y="437139"/>
                  </a:lnTo>
                  <a:lnTo>
                    <a:pt x="677369" y="444676"/>
                  </a:lnTo>
                  <a:lnTo>
                    <a:pt x="677369" y="452213"/>
                  </a:lnTo>
                  <a:lnTo>
                    <a:pt x="677369" y="459750"/>
                  </a:lnTo>
                  <a:lnTo>
                    <a:pt x="677369" y="467287"/>
                  </a:lnTo>
                  <a:lnTo>
                    <a:pt x="677369" y="474824"/>
                  </a:lnTo>
                  <a:lnTo>
                    <a:pt x="677369" y="482360"/>
                  </a:lnTo>
                  <a:lnTo>
                    <a:pt x="677369" y="489897"/>
                  </a:lnTo>
                  <a:lnTo>
                    <a:pt x="677369" y="497434"/>
                  </a:lnTo>
                  <a:lnTo>
                    <a:pt x="677369" y="504971"/>
                  </a:lnTo>
                  <a:lnTo>
                    <a:pt x="677369" y="512508"/>
                  </a:lnTo>
                  <a:lnTo>
                    <a:pt x="677392" y="520045"/>
                  </a:lnTo>
                  <a:lnTo>
                    <a:pt x="677553" y="527582"/>
                  </a:lnTo>
                  <a:lnTo>
                    <a:pt x="677816" y="535119"/>
                  </a:lnTo>
                  <a:lnTo>
                    <a:pt x="677747" y="542656"/>
                  </a:lnTo>
                  <a:lnTo>
                    <a:pt x="677497" y="550192"/>
                  </a:lnTo>
                  <a:lnTo>
                    <a:pt x="677383" y="557729"/>
                  </a:lnTo>
                  <a:lnTo>
                    <a:pt x="677369" y="565266"/>
                  </a:lnTo>
                  <a:lnTo>
                    <a:pt x="677369" y="572803"/>
                  </a:lnTo>
                  <a:lnTo>
                    <a:pt x="677369" y="580340"/>
                  </a:lnTo>
                  <a:lnTo>
                    <a:pt x="677369" y="587877"/>
                  </a:lnTo>
                  <a:lnTo>
                    <a:pt x="677369" y="595414"/>
                  </a:lnTo>
                  <a:lnTo>
                    <a:pt x="677369" y="602951"/>
                  </a:lnTo>
                  <a:lnTo>
                    <a:pt x="677369" y="610488"/>
                  </a:lnTo>
                  <a:lnTo>
                    <a:pt x="677369" y="618024"/>
                  </a:lnTo>
                  <a:lnTo>
                    <a:pt x="677369" y="625561"/>
                  </a:lnTo>
                  <a:lnTo>
                    <a:pt x="677407" y="633098"/>
                  </a:lnTo>
                  <a:lnTo>
                    <a:pt x="677587" y="640635"/>
                  </a:lnTo>
                  <a:lnTo>
                    <a:pt x="677617" y="648172"/>
                  </a:lnTo>
                  <a:lnTo>
                    <a:pt x="677460" y="655709"/>
                  </a:lnTo>
                  <a:lnTo>
                    <a:pt x="677489" y="663246"/>
                  </a:lnTo>
                  <a:lnTo>
                    <a:pt x="677614" y="670783"/>
                  </a:lnTo>
                  <a:lnTo>
                    <a:pt x="677553" y="678320"/>
                  </a:lnTo>
                  <a:lnTo>
                    <a:pt x="677399" y="685857"/>
                  </a:lnTo>
                  <a:lnTo>
                    <a:pt x="677369" y="693393"/>
                  </a:lnTo>
                  <a:lnTo>
                    <a:pt x="677369" y="700930"/>
                  </a:lnTo>
                  <a:lnTo>
                    <a:pt x="677387" y="708467"/>
                  </a:lnTo>
                  <a:lnTo>
                    <a:pt x="677495" y="716004"/>
                  </a:lnTo>
                  <a:lnTo>
                    <a:pt x="677616" y="723541"/>
                  </a:lnTo>
                  <a:lnTo>
                    <a:pt x="677538" y="731078"/>
                  </a:lnTo>
                  <a:lnTo>
                    <a:pt x="677407" y="738615"/>
                  </a:lnTo>
                  <a:lnTo>
                    <a:pt x="677457" y="746152"/>
                  </a:lnTo>
                  <a:lnTo>
                    <a:pt x="677607" y="753689"/>
                  </a:lnTo>
                  <a:lnTo>
                    <a:pt x="677646" y="761225"/>
                  </a:lnTo>
                  <a:lnTo>
                    <a:pt x="677623" y="768762"/>
                  </a:lnTo>
                  <a:lnTo>
                    <a:pt x="677628" y="776299"/>
                  </a:lnTo>
                  <a:lnTo>
                    <a:pt x="677417" y="783836"/>
                  </a:lnTo>
                  <a:lnTo>
                    <a:pt x="677369" y="791373"/>
                  </a:lnTo>
                  <a:lnTo>
                    <a:pt x="677369" y="798910"/>
                  </a:lnTo>
                  <a:lnTo>
                    <a:pt x="677369" y="806447"/>
                  </a:lnTo>
                  <a:lnTo>
                    <a:pt x="677369" y="813984"/>
                  </a:lnTo>
                  <a:lnTo>
                    <a:pt x="677369" y="821521"/>
                  </a:lnTo>
                  <a:lnTo>
                    <a:pt x="677369" y="829057"/>
                  </a:lnTo>
                  <a:lnTo>
                    <a:pt x="677369" y="836594"/>
                  </a:lnTo>
                  <a:lnTo>
                    <a:pt x="677369" y="844131"/>
                  </a:lnTo>
                  <a:lnTo>
                    <a:pt x="677369" y="851668"/>
                  </a:lnTo>
                  <a:lnTo>
                    <a:pt x="677369" y="859205"/>
                  </a:lnTo>
                  <a:lnTo>
                    <a:pt x="677369" y="866742"/>
                  </a:lnTo>
                  <a:lnTo>
                    <a:pt x="677369" y="874279"/>
                  </a:lnTo>
                  <a:lnTo>
                    <a:pt x="677369" y="881816"/>
                  </a:lnTo>
                  <a:lnTo>
                    <a:pt x="677372" y="889353"/>
                  </a:lnTo>
                  <a:lnTo>
                    <a:pt x="677411" y="896889"/>
                  </a:lnTo>
                  <a:lnTo>
                    <a:pt x="677554" y="904426"/>
                  </a:lnTo>
                  <a:lnTo>
                    <a:pt x="677667" y="911963"/>
                  </a:lnTo>
                  <a:lnTo>
                    <a:pt x="677427" y="919500"/>
                  </a:lnTo>
                  <a:lnTo>
                    <a:pt x="677369" y="927037"/>
                  </a:lnTo>
                  <a:lnTo>
                    <a:pt x="677369" y="934574"/>
                  </a:lnTo>
                  <a:lnTo>
                    <a:pt x="677381" y="942111"/>
                  </a:lnTo>
                  <a:lnTo>
                    <a:pt x="677491" y="949648"/>
                  </a:lnTo>
                  <a:lnTo>
                    <a:pt x="677713" y="957185"/>
                  </a:lnTo>
                  <a:lnTo>
                    <a:pt x="677470" y="964721"/>
                  </a:lnTo>
                  <a:lnTo>
                    <a:pt x="677380" y="972258"/>
                  </a:lnTo>
                  <a:lnTo>
                    <a:pt x="677420" y="979795"/>
                  </a:lnTo>
                  <a:lnTo>
                    <a:pt x="677584" y="987332"/>
                  </a:lnTo>
                  <a:lnTo>
                    <a:pt x="677650" y="994869"/>
                  </a:lnTo>
                  <a:lnTo>
                    <a:pt x="677602" y="1002406"/>
                  </a:lnTo>
                  <a:lnTo>
                    <a:pt x="678124" y="1009943"/>
                  </a:lnTo>
                  <a:lnTo>
                    <a:pt x="678135" y="1017480"/>
                  </a:lnTo>
                  <a:lnTo>
                    <a:pt x="677794" y="1025017"/>
                  </a:lnTo>
                  <a:lnTo>
                    <a:pt x="677729" y="1032553"/>
                  </a:lnTo>
                  <a:lnTo>
                    <a:pt x="677862" y="1040090"/>
                  </a:lnTo>
                  <a:lnTo>
                    <a:pt x="677884" y="1047627"/>
                  </a:lnTo>
                  <a:lnTo>
                    <a:pt x="677784" y="1055164"/>
                  </a:lnTo>
                  <a:lnTo>
                    <a:pt x="677875" y="1062701"/>
                  </a:lnTo>
                  <a:lnTo>
                    <a:pt x="677749" y="1070238"/>
                  </a:lnTo>
                  <a:lnTo>
                    <a:pt x="677772" y="1077775"/>
                  </a:lnTo>
                  <a:lnTo>
                    <a:pt x="677448" y="1085312"/>
                  </a:lnTo>
                  <a:lnTo>
                    <a:pt x="677372" y="1092849"/>
                  </a:lnTo>
                  <a:lnTo>
                    <a:pt x="677425" y="1100385"/>
                  </a:lnTo>
                  <a:lnTo>
                    <a:pt x="677663" y="1107922"/>
                  </a:lnTo>
                  <a:lnTo>
                    <a:pt x="677566" y="1115459"/>
                  </a:lnTo>
                  <a:lnTo>
                    <a:pt x="677459" y="1122996"/>
                  </a:lnTo>
                  <a:lnTo>
                    <a:pt x="677649" y="1130533"/>
                  </a:lnTo>
                  <a:lnTo>
                    <a:pt x="677635" y="1138070"/>
                  </a:lnTo>
                  <a:lnTo>
                    <a:pt x="677712" y="1145607"/>
                  </a:lnTo>
                  <a:lnTo>
                    <a:pt x="677561" y="1153144"/>
                  </a:lnTo>
                  <a:lnTo>
                    <a:pt x="677409" y="1160681"/>
                  </a:lnTo>
                  <a:lnTo>
                    <a:pt x="677372" y="1168217"/>
                  </a:lnTo>
                  <a:lnTo>
                    <a:pt x="677369" y="1175754"/>
                  </a:lnTo>
                  <a:lnTo>
                    <a:pt x="677369" y="1183291"/>
                  </a:lnTo>
                  <a:lnTo>
                    <a:pt x="677417" y="1190828"/>
                  </a:lnTo>
                  <a:lnTo>
                    <a:pt x="677703" y="1198365"/>
                  </a:lnTo>
                  <a:lnTo>
                    <a:pt x="678018" y="1205902"/>
                  </a:lnTo>
                  <a:lnTo>
                    <a:pt x="677922" y="1213439"/>
                  </a:lnTo>
                  <a:lnTo>
                    <a:pt x="677531" y="1220976"/>
                  </a:lnTo>
                  <a:lnTo>
                    <a:pt x="677405" y="1228513"/>
                  </a:lnTo>
                  <a:lnTo>
                    <a:pt x="677518" y="1236049"/>
                  </a:lnTo>
                  <a:lnTo>
                    <a:pt x="677659" y="1243586"/>
                  </a:lnTo>
                  <a:lnTo>
                    <a:pt x="677484" y="1251123"/>
                  </a:lnTo>
                  <a:lnTo>
                    <a:pt x="677382" y="1258660"/>
                  </a:lnTo>
                  <a:lnTo>
                    <a:pt x="677369" y="1266197"/>
                  </a:lnTo>
                  <a:lnTo>
                    <a:pt x="677383" y="1273734"/>
                  </a:lnTo>
                  <a:lnTo>
                    <a:pt x="677491" y="1281271"/>
                  </a:lnTo>
                  <a:lnTo>
                    <a:pt x="677662" y="1288808"/>
                  </a:lnTo>
                  <a:lnTo>
                    <a:pt x="677508" y="1296345"/>
                  </a:lnTo>
                  <a:lnTo>
                    <a:pt x="677387" y="1303882"/>
                  </a:lnTo>
                  <a:lnTo>
                    <a:pt x="677369" y="1311418"/>
                  </a:lnTo>
                  <a:lnTo>
                    <a:pt x="677413" y="1318955"/>
                  </a:lnTo>
                  <a:lnTo>
                    <a:pt x="677614" y="1326492"/>
                  </a:lnTo>
                  <a:lnTo>
                    <a:pt x="677588" y="1334029"/>
                  </a:lnTo>
                  <a:lnTo>
                    <a:pt x="677447" y="1341566"/>
                  </a:lnTo>
                  <a:lnTo>
                    <a:pt x="677534" y="1349103"/>
                  </a:lnTo>
                  <a:lnTo>
                    <a:pt x="678101" y="1356640"/>
                  </a:lnTo>
                  <a:lnTo>
                    <a:pt x="678123" y="1364177"/>
                  </a:lnTo>
                  <a:lnTo>
                    <a:pt x="677912" y="1371714"/>
                  </a:lnTo>
                  <a:lnTo>
                    <a:pt x="677852" y="1379250"/>
                  </a:lnTo>
                  <a:lnTo>
                    <a:pt x="677600" y="1386787"/>
                  </a:lnTo>
                  <a:lnTo>
                    <a:pt x="677402" y="1394324"/>
                  </a:lnTo>
                  <a:lnTo>
                    <a:pt x="677370" y="1401861"/>
                  </a:lnTo>
                  <a:lnTo>
                    <a:pt x="677451" y="1409398"/>
                  </a:lnTo>
                  <a:lnTo>
                    <a:pt x="677831" y="1416935"/>
                  </a:lnTo>
                  <a:lnTo>
                    <a:pt x="677831" y="1424472"/>
                  </a:lnTo>
                  <a:lnTo>
                    <a:pt x="677520" y="1432009"/>
                  </a:lnTo>
                  <a:lnTo>
                    <a:pt x="677385" y="1439546"/>
                  </a:lnTo>
                  <a:lnTo>
                    <a:pt x="677369" y="1447082"/>
                  </a:lnTo>
                  <a:lnTo>
                    <a:pt x="677397" y="1454619"/>
                  </a:lnTo>
                  <a:lnTo>
                    <a:pt x="677574" y="1462156"/>
                  </a:lnTo>
                  <a:lnTo>
                    <a:pt x="677819" y="1469693"/>
                  </a:lnTo>
                  <a:lnTo>
                    <a:pt x="677738" y="1477230"/>
                  </a:lnTo>
                  <a:lnTo>
                    <a:pt x="677491" y="1484767"/>
                  </a:lnTo>
                  <a:lnTo>
                    <a:pt x="677473" y="1492304"/>
                  </a:lnTo>
                  <a:lnTo>
                    <a:pt x="677617" y="1499841"/>
                  </a:lnTo>
                  <a:lnTo>
                    <a:pt x="677571" y="1507378"/>
                  </a:lnTo>
                  <a:lnTo>
                    <a:pt x="677431" y="1514914"/>
                  </a:lnTo>
                  <a:lnTo>
                    <a:pt x="677542" y="1522451"/>
                  </a:lnTo>
                  <a:lnTo>
                    <a:pt x="677669" y="1529988"/>
                  </a:lnTo>
                  <a:lnTo>
                    <a:pt x="677752" y="1537525"/>
                  </a:lnTo>
                  <a:lnTo>
                    <a:pt x="677812" y="1545062"/>
                  </a:lnTo>
                  <a:lnTo>
                    <a:pt x="677683" y="1552599"/>
                  </a:lnTo>
                  <a:lnTo>
                    <a:pt x="677586" y="1560136"/>
                  </a:lnTo>
                  <a:lnTo>
                    <a:pt x="677624" y="1567673"/>
                  </a:lnTo>
                  <a:lnTo>
                    <a:pt x="677599" y="1575210"/>
                  </a:lnTo>
                  <a:lnTo>
                    <a:pt x="677595" y="1582746"/>
                  </a:lnTo>
                  <a:lnTo>
                    <a:pt x="677805" y="1590283"/>
                  </a:lnTo>
                  <a:lnTo>
                    <a:pt x="677758" y="1597820"/>
                  </a:lnTo>
                  <a:lnTo>
                    <a:pt x="677490" y="1605357"/>
                  </a:lnTo>
                  <a:lnTo>
                    <a:pt x="677381" y="1612894"/>
                  </a:lnTo>
                  <a:lnTo>
                    <a:pt x="677399" y="1620431"/>
                  </a:lnTo>
                  <a:lnTo>
                    <a:pt x="677617" y="1627968"/>
                  </a:lnTo>
                  <a:lnTo>
                    <a:pt x="678036" y="1635505"/>
                  </a:lnTo>
                  <a:lnTo>
                    <a:pt x="678034" y="1643042"/>
                  </a:lnTo>
                  <a:lnTo>
                    <a:pt x="677571" y="1650578"/>
                  </a:lnTo>
                  <a:lnTo>
                    <a:pt x="677582" y="1658115"/>
                  </a:lnTo>
                  <a:lnTo>
                    <a:pt x="677660" y="1665652"/>
                  </a:lnTo>
                  <a:lnTo>
                    <a:pt x="677546" y="1673189"/>
                  </a:lnTo>
                  <a:lnTo>
                    <a:pt x="677636" y="1680726"/>
                  </a:lnTo>
                  <a:lnTo>
                    <a:pt x="677524" y="1688263"/>
                  </a:lnTo>
                  <a:lnTo>
                    <a:pt x="677403" y="1695800"/>
                  </a:lnTo>
                  <a:lnTo>
                    <a:pt x="677460" y="1703337"/>
                  </a:lnTo>
                  <a:lnTo>
                    <a:pt x="677610" y="1710874"/>
                  </a:lnTo>
                  <a:lnTo>
                    <a:pt x="677597" y="1718410"/>
                  </a:lnTo>
                  <a:lnTo>
                    <a:pt x="677604" y="1725947"/>
                  </a:lnTo>
                  <a:lnTo>
                    <a:pt x="678121" y="1733484"/>
                  </a:lnTo>
                  <a:lnTo>
                    <a:pt x="678483" y="1741021"/>
                  </a:lnTo>
                  <a:lnTo>
                    <a:pt x="677880" y="1748558"/>
                  </a:lnTo>
                  <a:lnTo>
                    <a:pt x="677851" y="1756095"/>
                  </a:lnTo>
                  <a:lnTo>
                    <a:pt x="677846" y="1763632"/>
                  </a:lnTo>
                  <a:lnTo>
                    <a:pt x="677691" y="1771169"/>
                  </a:lnTo>
                  <a:lnTo>
                    <a:pt x="677613" y="1778706"/>
                  </a:lnTo>
                  <a:lnTo>
                    <a:pt x="677604" y="1786242"/>
                  </a:lnTo>
                  <a:lnTo>
                    <a:pt x="677848" y="1793779"/>
                  </a:lnTo>
                  <a:lnTo>
                    <a:pt x="677760" y="1801316"/>
                  </a:lnTo>
                  <a:lnTo>
                    <a:pt x="677446" y="1808853"/>
                  </a:lnTo>
                  <a:lnTo>
                    <a:pt x="677499" y="1816390"/>
                  </a:lnTo>
                  <a:lnTo>
                    <a:pt x="677840" y="1823927"/>
                  </a:lnTo>
                  <a:lnTo>
                    <a:pt x="677902" y="1831464"/>
                  </a:lnTo>
                  <a:lnTo>
                    <a:pt x="677841" y="1839001"/>
                  </a:lnTo>
                  <a:lnTo>
                    <a:pt x="677701" y="1846538"/>
                  </a:lnTo>
                  <a:lnTo>
                    <a:pt x="677742" y="1854074"/>
                  </a:lnTo>
                  <a:lnTo>
                    <a:pt x="677718" y="1861611"/>
                  </a:lnTo>
                  <a:lnTo>
                    <a:pt x="678319" y="1869148"/>
                  </a:lnTo>
                  <a:lnTo>
                    <a:pt x="678228" y="1876685"/>
                  </a:lnTo>
                  <a:lnTo>
                    <a:pt x="677645" y="1884222"/>
                  </a:lnTo>
                  <a:lnTo>
                    <a:pt x="677751" y="1891759"/>
                  </a:lnTo>
                  <a:lnTo>
                    <a:pt x="678023" y="1899296"/>
                  </a:lnTo>
                  <a:lnTo>
                    <a:pt x="677683" y="1906833"/>
                  </a:lnTo>
                  <a:lnTo>
                    <a:pt x="677671" y="1914370"/>
                  </a:lnTo>
                  <a:lnTo>
                    <a:pt x="677427" y="1921907"/>
                  </a:lnTo>
                  <a:lnTo>
                    <a:pt x="677403" y="1929443"/>
                  </a:lnTo>
                  <a:lnTo>
                    <a:pt x="677577" y="1936980"/>
                  </a:lnTo>
                  <a:lnTo>
                    <a:pt x="677653" y="1944517"/>
                  </a:lnTo>
                  <a:lnTo>
                    <a:pt x="677430" y="1952054"/>
                  </a:lnTo>
                  <a:lnTo>
                    <a:pt x="677442" y="1959591"/>
                  </a:lnTo>
                  <a:lnTo>
                    <a:pt x="677945" y="1967128"/>
                  </a:lnTo>
                  <a:lnTo>
                    <a:pt x="678778" y="1974665"/>
                  </a:lnTo>
                  <a:lnTo>
                    <a:pt x="678623" y="1982202"/>
                  </a:lnTo>
                  <a:lnTo>
                    <a:pt x="678775" y="1989739"/>
                  </a:lnTo>
                  <a:lnTo>
                    <a:pt x="678015" y="1997275"/>
                  </a:lnTo>
                  <a:lnTo>
                    <a:pt x="678159" y="2004812"/>
                  </a:lnTo>
                  <a:lnTo>
                    <a:pt x="677855" y="2012349"/>
                  </a:lnTo>
                  <a:lnTo>
                    <a:pt x="678076" y="2019886"/>
                  </a:lnTo>
                  <a:lnTo>
                    <a:pt x="677988" y="2027423"/>
                  </a:lnTo>
                  <a:lnTo>
                    <a:pt x="677806" y="2034960"/>
                  </a:lnTo>
                  <a:lnTo>
                    <a:pt x="677870" y="2042497"/>
                  </a:lnTo>
                  <a:lnTo>
                    <a:pt x="677777" y="2050034"/>
                  </a:lnTo>
                  <a:lnTo>
                    <a:pt x="677619" y="2057571"/>
                  </a:lnTo>
                  <a:lnTo>
                    <a:pt x="677843" y="2065107"/>
                  </a:lnTo>
                  <a:lnTo>
                    <a:pt x="678317" y="2072644"/>
                  </a:lnTo>
                  <a:lnTo>
                    <a:pt x="678000" y="2080181"/>
                  </a:lnTo>
                  <a:lnTo>
                    <a:pt x="677851" y="2087718"/>
                  </a:lnTo>
                  <a:lnTo>
                    <a:pt x="678774" y="2095255"/>
                  </a:lnTo>
                  <a:lnTo>
                    <a:pt x="678831" y="2102792"/>
                  </a:lnTo>
                  <a:lnTo>
                    <a:pt x="678345" y="2110329"/>
                  </a:lnTo>
                  <a:lnTo>
                    <a:pt x="677851" y="2117866"/>
                  </a:lnTo>
                  <a:lnTo>
                    <a:pt x="677773" y="2125403"/>
                  </a:lnTo>
                  <a:lnTo>
                    <a:pt x="677660" y="2132939"/>
                  </a:lnTo>
                  <a:lnTo>
                    <a:pt x="677777" y="2140476"/>
                  </a:lnTo>
                  <a:lnTo>
                    <a:pt x="677872" y="2148013"/>
                  </a:lnTo>
                  <a:lnTo>
                    <a:pt x="677931" y="2155550"/>
                  </a:lnTo>
                  <a:lnTo>
                    <a:pt x="677830" y="2163087"/>
                  </a:lnTo>
                  <a:lnTo>
                    <a:pt x="677711" y="2170624"/>
                  </a:lnTo>
                  <a:lnTo>
                    <a:pt x="677804" y="2178161"/>
                  </a:lnTo>
                  <a:lnTo>
                    <a:pt x="677845" y="2185698"/>
                  </a:lnTo>
                  <a:lnTo>
                    <a:pt x="678010" y="2193235"/>
                  </a:lnTo>
                  <a:lnTo>
                    <a:pt x="678101" y="2200771"/>
                  </a:lnTo>
                  <a:lnTo>
                    <a:pt x="678041" y="2208308"/>
                  </a:lnTo>
                  <a:lnTo>
                    <a:pt x="678306" y="2215845"/>
                  </a:lnTo>
                  <a:lnTo>
                    <a:pt x="678354" y="2223382"/>
                  </a:lnTo>
                  <a:lnTo>
                    <a:pt x="678029" y="2230919"/>
                  </a:lnTo>
                  <a:lnTo>
                    <a:pt x="678136" y="2238456"/>
                  </a:lnTo>
                  <a:lnTo>
                    <a:pt x="678458" y="2245993"/>
                  </a:lnTo>
                  <a:lnTo>
                    <a:pt x="678336" y="2253530"/>
                  </a:lnTo>
                  <a:lnTo>
                    <a:pt x="678275" y="2261067"/>
                  </a:lnTo>
                  <a:lnTo>
                    <a:pt x="678431" y="2268603"/>
                  </a:lnTo>
                  <a:lnTo>
                    <a:pt x="678086" y="2276140"/>
                  </a:lnTo>
                  <a:lnTo>
                    <a:pt x="677796" y="2283677"/>
                  </a:lnTo>
                  <a:lnTo>
                    <a:pt x="677918" y="2291214"/>
                  </a:lnTo>
                  <a:lnTo>
                    <a:pt x="678338" y="2298751"/>
                  </a:lnTo>
                  <a:lnTo>
                    <a:pt x="678426" y="2306288"/>
                  </a:lnTo>
                  <a:lnTo>
                    <a:pt x="677932" y="2313825"/>
                  </a:lnTo>
                  <a:lnTo>
                    <a:pt x="677623" y="2321362"/>
                  </a:lnTo>
                  <a:lnTo>
                    <a:pt x="677796" y="2328899"/>
                  </a:lnTo>
                  <a:lnTo>
                    <a:pt x="678107" y="2336435"/>
                  </a:lnTo>
                  <a:lnTo>
                    <a:pt x="678778" y="2343972"/>
                  </a:lnTo>
                  <a:lnTo>
                    <a:pt x="678810" y="2351509"/>
                  </a:lnTo>
                  <a:lnTo>
                    <a:pt x="678104" y="2359046"/>
                  </a:lnTo>
                  <a:lnTo>
                    <a:pt x="677989" y="2366583"/>
                  </a:lnTo>
                  <a:lnTo>
                    <a:pt x="678223" y="2374120"/>
                  </a:lnTo>
                  <a:lnTo>
                    <a:pt x="678428" y="2381657"/>
                  </a:lnTo>
                  <a:lnTo>
                    <a:pt x="678222" y="2389194"/>
                  </a:lnTo>
                  <a:lnTo>
                    <a:pt x="677958" y="2396731"/>
                  </a:lnTo>
                  <a:lnTo>
                    <a:pt x="677853" y="2404267"/>
                  </a:lnTo>
                  <a:lnTo>
                    <a:pt x="677589" y="2411804"/>
                  </a:lnTo>
                  <a:lnTo>
                    <a:pt x="677678" y="2419341"/>
                  </a:lnTo>
                  <a:lnTo>
                    <a:pt x="677948" y="2426878"/>
                  </a:lnTo>
                  <a:lnTo>
                    <a:pt x="678322" y="2434415"/>
                  </a:lnTo>
                  <a:lnTo>
                    <a:pt x="678327" y="2441952"/>
                  </a:lnTo>
                  <a:lnTo>
                    <a:pt x="677973" y="2449489"/>
                  </a:lnTo>
                  <a:lnTo>
                    <a:pt x="677724" y="2457026"/>
                  </a:lnTo>
                  <a:lnTo>
                    <a:pt x="677798" y="2464563"/>
                  </a:lnTo>
                  <a:lnTo>
                    <a:pt x="677795" y="2472099"/>
                  </a:lnTo>
                  <a:lnTo>
                    <a:pt x="677881" y="2479636"/>
                  </a:lnTo>
                  <a:lnTo>
                    <a:pt x="678122" y="2487173"/>
                  </a:lnTo>
                  <a:lnTo>
                    <a:pt x="677982" y="2494710"/>
                  </a:lnTo>
                  <a:lnTo>
                    <a:pt x="678116" y="2502247"/>
                  </a:lnTo>
                  <a:lnTo>
                    <a:pt x="678485" y="2509784"/>
                  </a:lnTo>
                  <a:lnTo>
                    <a:pt x="678794" y="2517321"/>
                  </a:lnTo>
                  <a:lnTo>
                    <a:pt x="679198" y="2524858"/>
                  </a:lnTo>
                  <a:lnTo>
                    <a:pt x="679063" y="2532395"/>
                  </a:lnTo>
                  <a:lnTo>
                    <a:pt x="679374" y="2539932"/>
                  </a:lnTo>
                  <a:lnTo>
                    <a:pt x="679821" y="2547468"/>
                  </a:lnTo>
                  <a:lnTo>
                    <a:pt x="679070" y="2555005"/>
                  </a:lnTo>
                  <a:lnTo>
                    <a:pt x="678370" y="2562542"/>
                  </a:lnTo>
                  <a:lnTo>
                    <a:pt x="677842" y="2570079"/>
                  </a:lnTo>
                  <a:lnTo>
                    <a:pt x="677796" y="2577616"/>
                  </a:lnTo>
                  <a:lnTo>
                    <a:pt x="678313" y="2585153"/>
                  </a:lnTo>
                  <a:lnTo>
                    <a:pt x="678546" y="2592690"/>
                  </a:lnTo>
                  <a:lnTo>
                    <a:pt x="678677" y="2600227"/>
                  </a:lnTo>
                  <a:lnTo>
                    <a:pt x="678891" y="2607764"/>
                  </a:lnTo>
                  <a:lnTo>
                    <a:pt x="679314" y="2615300"/>
                  </a:lnTo>
                  <a:lnTo>
                    <a:pt x="678493" y="2622837"/>
                  </a:lnTo>
                  <a:lnTo>
                    <a:pt x="678500" y="2630374"/>
                  </a:lnTo>
                  <a:lnTo>
                    <a:pt x="678627" y="2637911"/>
                  </a:lnTo>
                  <a:lnTo>
                    <a:pt x="678767" y="2645448"/>
                  </a:lnTo>
                  <a:lnTo>
                    <a:pt x="679409" y="2652985"/>
                  </a:lnTo>
                  <a:lnTo>
                    <a:pt x="679149" y="2660522"/>
                  </a:lnTo>
                  <a:lnTo>
                    <a:pt x="679262" y="2668059"/>
                  </a:lnTo>
                  <a:lnTo>
                    <a:pt x="679255" y="2675596"/>
                  </a:lnTo>
                  <a:lnTo>
                    <a:pt x="679348" y="2683132"/>
                  </a:lnTo>
                  <a:lnTo>
                    <a:pt x="678550" y="2690669"/>
                  </a:lnTo>
                  <a:lnTo>
                    <a:pt x="678079" y="2698206"/>
                  </a:lnTo>
                  <a:lnTo>
                    <a:pt x="678052" y="2705743"/>
                  </a:lnTo>
                  <a:lnTo>
                    <a:pt x="678245" y="2713280"/>
                  </a:lnTo>
                  <a:lnTo>
                    <a:pt x="678202" y="2720817"/>
                  </a:lnTo>
                  <a:lnTo>
                    <a:pt x="678260" y="2728354"/>
                  </a:lnTo>
                  <a:lnTo>
                    <a:pt x="678766" y="2735891"/>
                  </a:lnTo>
                  <a:lnTo>
                    <a:pt x="679466" y="2743428"/>
                  </a:lnTo>
                  <a:lnTo>
                    <a:pt x="679646" y="2750964"/>
                  </a:lnTo>
                  <a:lnTo>
                    <a:pt x="679027" y="2758501"/>
                  </a:lnTo>
                  <a:lnTo>
                    <a:pt x="678095" y="2766038"/>
                  </a:lnTo>
                  <a:lnTo>
                    <a:pt x="678293" y="2773575"/>
                  </a:lnTo>
                  <a:lnTo>
                    <a:pt x="678839" y="2781112"/>
                  </a:lnTo>
                  <a:lnTo>
                    <a:pt x="679311" y="2788649"/>
                  </a:lnTo>
                  <a:lnTo>
                    <a:pt x="679346" y="2796186"/>
                  </a:lnTo>
                  <a:lnTo>
                    <a:pt x="678306" y="2803723"/>
                  </a:lnTo>
                  <a:lnTo>
                    <a:pt x="678046" y="2811260"/>
                  </a:lnTo>
                  <a:lnTo>
                    <a:pt x="678528" y="2818796"/>
                  </a:lnTo>
                  <a:lnTo>
                    <a:pt x="679134" y="2826333"/>
                  </a:lnTo>
                  <a:lnTo>
                    <a:pt x="679868" y="2833870"/>
                  </a:lnTo>
                  <a:lnTo>
                    <a:pt x="678800" y="2841407"/>
                  </a:lnTo>
                  <a:lnTo>
                    <a:pt x="678335" y="2848944"/>
                  </a:lnTo>
                  <a:lnTo>
                    <a:pt x="678974" y="2856481"/>
                  </a:lnTo>
                  <a:lnTo>
                    <a:pt x="679083" y="2864018"/>
                  </a:lnTo>
                  <a:lnTo>
                    <a:pt x="679235" y="2871555"/>
                  </a:lnTo>
                  <a:lnTo>
                    <a:pt x="679270" y="2879092"/>
                  </a:lnTo>
                  <a:lnTo>
                    <a:pt x="679392" y="2886628"/>
                  </a:lnTo>
                  <a:lnTo>
                    <a:pt x="678478" y="2894165"/>
                  </a:lnTo>
                  <a:lnTo>
                    <a:pt x="678309" y="2901702"/>
                  </a:lnTo>
                  <a:lnTo>
                    <a:pt x="678306" y="2909239"/>
                  </a:lnTo>
                  <a:lnTo>
                    <a:pt x="678343" y="2916776"/>
                  </a:lnTo>
                  <a:lnTo>
                    <a:pt x="678547" y="2924313"/>
                  </a:lnTo>
                  <a:lnTo>
                    <a:pt x="679088" y="2931850"/>
                  </a:lnTo>
                  <a:lnTo>
                    <a:pt x="679445" y="2939387"/>
                  </a:lnTo>
                  <a:lnTo>
                    <a:pt x="679188" y="2946924"/>
                  </a:lnTo>
                  <a:lnTo>
                    <a:pt x="679262" y="2954460"/>
                  </a:lnTo>
                  <a:lnTo>
                    <a:pt x="678944" y="2961997"/>
                  </a:lnTo>
                  <a:lnTo>
                    <a:pt x="678813" y="2969534"/>
                  </a:lnTo>
                  <a:lnTo>
                    <a:pt x="679059" y="2977071"/>
                  </a:lnTo>
                  <a:lnTo>
                    <a:pt x="678973" y="2984608"/>
                  </a:lnTo>
                  <a:lnTo>
                    <a:pt x="680446" y="2992145"/>
                  </a:lnTo>
                  <a:lnTo>
                    <a:pt x="680269" y="2999682"/>
                  </a:lnTo>
                  <a:lnTo>
                    <a:pt x="679714" y="3007219"/>
                  </a:lnTo>
                  <a:lnTo>
                    <a:pt x="679640" y="3014756"/>
                  </a:lnTo>
                  <a:lnTo>
                    <a:pt x="678971" y="3022292"/>
                  </a:lnTo>
                  <a:lnTo>
                    <a:pt x="678682" y="3029829"/>
                  </a:lnTo>
                  <a:lnTo>
                    <a:pt x="679299" y="3037366"/>
                  </a:lnTo>
                  <a:lnTo>
                    <a:pt x="680374" y="3044903"/>
                  </a:lnTo>
                  <a:lnTo>
                    <a:pt x="680274" y="3052440"/>
                  </a:lnTo>
                  <a:lnTo>
                    <a:pt x="680492" y="3059977"/>
                  </a:lnTo>
                  <a:lnTo>
                    <a:pt x="680474" y="3067514"/>
                  </a:lnTo>
                  <a:lnTo>
                    <a:pt x="679641" y="3075051"/>
                  </a:lnTo>
                  <a:lnTo>
                    <a:pt x="679469" y="3082588"/>
                  </a:lnTo>
                  <a:lnTo>
                    <a:pt x="679303" y="3090124"/>
                  </a:lnTo>
                  <a:lnTo>
                    <a:pt x="679936" y="3097661"/>
                  </a:lnTo>
                  <a:lnTo>
                    <a:pt x="680176" y="3105198"/>
                  </a:lnTo>
                  <a:lnTo>
                    <a:pt x="679916" y="3112735"/>
                  </a:lnTo>
                  <a:lnTo>
                    <a:pt x="679758" y="3120272"/>
                  </a:lnTo>
                  <a:lnTo>
                    <a:pt x="679438" y="3127809"/>
                  </a:lnTo>
                  <a:lnTo>
                    <a:pt x="679311" y="3135346"/>
                  </a:lnTo>
                  <a:lnTo>
                    <a:pt x="679011" y="3142883"/>
                  </a:lnTo>
                  <a:lnTo>
                    <a:pt x="679168" y="3150420"/>
                  </a:lnTo>
                  <a:lnTo>
                    <a:pt x="679723" y="3157956"/>
                  </a:lnTo>
                  <a:lnTo>
                    <a:pt x="679754" y="3165493"/>
                  </a:lnTo>
                  <a:lnTo>
                    <a:pt x="679858" y="3173030"/>
                  </a:lnTo>
                  <a:lnTo>
                    <a:pt x="680401" y="3180567"/>
                  </a:lnTo>
                  <a:lnTo>
                    <a:pt x="681228" y="3188104"/>
                  </a:lnTo>
                  <a:lnTo>
                    <a:pt x="681267" y="3195641"/>
                  </a:lnTo>
                  <a:lnTo>
                    <a:pt x="680489" y="3203178"/>
                  </a:lnTo>
                  <a:lnTo>
                    <a:pt x="680347" y="3210715"/>
                  </a:lnTo>
                  <a:lnTo>
                    <a:pt x="680272" y="3218252"/>
                  </a:lnTo>
                  <a:lnTo>
                    <a:pt x="680017" y="3225789"/>
                  </a:lnTo>
                  <a:lnTo>
                    <a:pt x="679748" y="3233325"/>
                  </a:lnTo>
                  <a:lnTo>
                    <a:pt x="679492" y="3240862"/>
                  </a:lnTo>
                  <a:lnTo>
                    <a:pt x="679945" y="3248399"/>
                  </a:lnTo>
                  <a:lnTo>
                    <a:pt x="680166" y="3255936"/>
                  </a:lnTo>
                  <a:lnTo>
                    <a:pt x="679614" y="3263473"/>
                  </a:lnTo>
                  <a:lnTo>
                    <a:pt x="679561" y="3271010"/>
                  </a:lnTo>
                  <a:lnTo>
                    <a:pt x="681040" y="3278547"/>
                  </a:lnTo>
                  <a:lnTo>
                    <a:pt x="681945" y="3286084"/>
                  </a:lnTo>
                  <a:lnTo>
                    <a:pt x="680962" y="3293621"/>
                  </a:lnTo>
                  <a:lnTo>
                    <a:pt x="680209" y="3301157"/>
                  </a:lnTo>
                  <a:lnTo>
                    <a:pt x="679517" y="3308694"/>
                  </a:lnTo>
                  <a:lnTo>
                    <a:pt x="679030" y="3316231"/>
                  </a:lnTo>
                  <a:lnTo>
                    <a:pt x="679845" y="3323768"/>
                  </a:lnTo>
                  <a:lnTo>
                    <a:pt x="680911" y="3331305"/>
                  </a:lnTo>
                  <a:lnTo>
                    <a:pt x="680407" y="3338842"/>
                  </a:lnTo>
                  <a:lnTo>
                    <a:pt x="679850" y="3346379"/>
                  </a:lnTo>
                  <a:lnTo>
                    <a:pt x="680787" y="3353916"/>
                  </a:lnTo>
                  <a:lnTo>
                    <a:pt x="680946" y="3361453"/>
                  </a:lnTo>
                  <a:lnTo>
                    <a:pt x="680635" y="3368989"/>
                  </a:lnTo>
                  <a:lnTo>
                    <a:pt x="680916" y="3376526"/>
                  </a:lnTo>
                  <a:lnTo>
                    <a:pt x="680859" y="3384063"/>
                  </a:lnTo>
                  <a:lnTo>
                    <a:pt x="681186" y="3391600"/>
                  </a:lnTo>
                  <a:lnTo>
                    <a:pt x="681747" y="3399137"/>
                  </a:lnTo>
                  <a:lnTo>
                    <a:pt x="682106" y="3406674"/>
                  </a:lnTo>
                  <a:lnTo>
                    <a:pt x="681166" y="3414211"/>
                  </a:lnTo>
                  <a:lnTo>
                    <a:pt x="681458" y="3421748"/>
                  </a:lnTo>
                  <a:lnTo>
                    <a:pt x="681497" y="3429285"/>
                  </a:lnTo>
                  <a:lnTo>
                    <a:pt x="681493" y="3436821"/>
                  </a:lnTo>
                  <a:lnTo>
                    <a:pt x="681997" y="3444358"/>
                  </a:lnTo>
                  <a:lnTo>
                    <a:pt x="683522" y="3451895"/>
                  </a:lnTo>
                  <a:lnTo>
                    <a:pt x="683452" y="3459432"/>
                  </a:lnTo>
                  <a:lnTo>
                    <a:pt x="683098" y="3466969"/>
                  </a:lnTo>
                  <a:lnTo>
                    <a:pt x="683400" y="3474506"/>
                  </a:lnTo>
                  <a:lnTo>
                    <a:pt x="685255" y="3482043"/>
                  </a:lnTo>
                  <a:lnTo>
                    <a:pt x="685172" y="3489580"/>
                  </a:lnTo>
                  <a:lnTo>
                    <a:pt x="684947" y="3497117"/>
                  </a:lnTo>
                  <a:lnTo>
                    <a:pt x="684402" y="3504653"/>
                  </a:lnTo>
                  <a:lnTo>
                    <a:pt x="684175" y="3512190"/>
                  </a:lnTo>
                  <a:lnTo>
                    <a:pt x="684227" y="3519727"/>
                  </a:lnTo>
                  <a:lnTo>
                    <a:pt x="684709" y="3527264"/>
                  </a:lnTo>
                  <a:lnTo>
                    <a:pt x="686005" y="3534801"/>
                  </a:lnTo>
                  <a:lnTo>
                    <a:pt x="683217" y="3542338"/>
                  </a:lnTo>
                  <a:lnTo>
                    <a:pt x="684079" y="3549875"/>
                  </a:lnTo>
                  <a:lnTo>
                    <a:pt x="685519" y="3557412"/>
                  </a:lnTo>
                  <a:lnTo>
                    <a:pt x="683942" y="3564949"/>
                  </a:lnTo>
                  <a:lnTo>
                    <a:pt x="685923" y="3572485"/>
                  </a:lnTo>
                  <a:lnTo>
                    <a:pt x="687589" y="3580022"/>
                  </a:lnTo>
                  <a:lnTo>
                    <a:pt x="690896" y="3587559"/>
                  </a:lnTo>
                  <a:lnTo>
                    <a:pt x="692901" y="3595096"/>
                  </a:lnTo>
                  <a:lnTo>
                    <a:pt x="693661" y="3602633"/>
                  </a:lnTo>
                  <a:lnTo>
                    <a:pt x="695513" y="3610170"/>
                  </a:lnTo>
                  <a:lnTo>
                    <a:pt x="695362" y="3617707"/>
                  </a:lnTo>
                  <a:lnTo>
                    <a:pt x="699510" y="3625244"/>
                  </a:lnTo>
                  <a:lnTo>
                    <a:pt x="701714" y="3632781"/>
                  </a:lnTo>
                  <a:lnTo>
                    <a:pt x="703822" y="3640317"/>
                  </a:lnTo>
                  <a:lnTo>
                    <a:pt x="718841" y="3647854"/>
                  </a:lnTo>
                  <a:lnTo>
                    <a:pt x="742236" y="3655391"/>
                  </a:lnTo>
                  <a:lnTo>
                    <a:pt x="781763" y="3662928"/>
                  </a:lnTo>
                  <a:lnTo>
                    <a:pt x="844320" y="3670465"/>
                  </a:lnTo>
                  <a:lnTo>
                    <a:pt x="936938" y="3678002"/>
                  </a:lnTo>
                  <a:lnTo>
                    <a:pt x="1045408" y="3685539"/>
                  </a:lnTo>
                  <a:lnTo>
                    <a:pt x="1172244" y="3693076"/>
                  </a:lnTo>
                  <a:lnTo>
                    <a:pt x="1264548" y="3700613"/>
                  </a:lnTo>
                  <a:lnTo>
                    <a:pt x="1340869" y="3708149"/>
                  </a:lnTo>
                  <a:lnTo>
                    <a:pt x="1354738" y="3715686"/>
                  </a:lnTo>
                  <a:lnTo>
                    <a:pt x="1293196" y="3723223"/>
                  </a:lnTo>
                  <a:lnTo>
                    <a:pt x="1213147" y="3730760"/>
                  </a:lnTo>
                  <a:lnTo>
                    <a:pt x="1108857" y="3738297"/>
                  </a:lnTo>
                  <a:lnTo>
                    <a:pt x="997410" y="3745834"/>
                  </a:lnTo>
                  <a:lnTo>
                    <a:pt x="905684" y="3753371"/>
                  </a:lnTo>
                  <a:lnTo>
                    <a:pt x="841818" y="3760908"/>
                  </a:lnTo>
                  <a:lnTo>
                    <a:pt x="795710" y="3768445"/>
                  </a:lnTo>
                  <a:lnTo>
                    <a:pt x="764338" y="3775981"/>
                  </a:lnTo>
                  <a:lnTo>
                    <a:pt x="742398" y="3783518"/>
                  </a:lnTo>
                  <a:lnTo>
                    <a:pt x="722654" y="3791055"/>
                  </a:lnTo>
                  <a:lnTo>
                    <a:pt x="709947" y="3798592"/>
                  </a:lnTo>
                  <a:lnTo>
                    <a:pt x="700655" y="3806129"/>
                  </a:lnTo>
                  <a:lnTo>
                    <a:pt x="695594" y="3813666"/>
                  </a:lnTo>
                  <a:lnTo>
                    <a:pt x="692266" y="3821203"/>
                  </a:lnTo>
                  <a:lnTo>
                    <a:pt x="687260" y="3828740"/>
                  </a:lnTo>
                  <a:lnTo>
                    <a:pt x="684166" y="3836277"/>
                  </a:lnTo>
                  <a:lnTo>
                    <a:pt x="680861" y="3843814"/>
                  </a:lnTo>
                  <a:lnTo>
                    <a:pt x="678536" y="3851350"/>
                  </a:lnTo>
                  <a:close/>
                </a:path>
              </a:pathLst>
            </a:custGeom>
            <a:solidFill>
              <a:srgbClr val="F2975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11747447" y="4445146"/>
              <a:ext cx="1313587" cy="3483842"/>
            </a:xfrm>
            <a:custGeom>
              <a:avLst/>
              <a:pathLst>
                <a:path w="1313587" h="3483842">
                  <a:moveTo>
                    <a:pt x="656061" y="3483842"/>
                  </a:moveTo>
                  <a:lnTo>
                    <a:pt x="655052" y="3477025"/>
                  </a:lnTo>
                  <a:lnTo>
                    <a:pt x="653177" y="3470207"/>
                  </a:lnTo>
                  <a:lnTo>
                    <a:pt x="650788" y="3463389"/>
                  </a:lnTo>
                  <a:lnTo>
                    <a:pt x="648785" y="3456572"/>
                  </a:lnTo>
                  <a:lnTo>
                    <a:pt x="646146" y="3449754"/>
                  </a:lnTo>
                  <a:lnTo>
                    <a:pt x="641678" y="3442936"/>
                  </a:lnTo>
                  <a:lnTo>
                    <a:pt x="637126" y="3436119"/>
                  </a:lnTo>
                  <a:lnTo>
                    <a:pt x="633283" y="3429301"/>
                  </a:lnTo>
                  <a:lnTo>
                    <a:pt x="628690" y="3422483"/>
                  </a:lnTo>
                  <a:lnTo>
                    <a:pt x="623114" y="3415665"/>
                  </a:lnTo>
                  <a:lnTo>
                    <a:pt x="615470" y="3408848"/>
                  </a:lnTo>
                  <a:lnTo>
                    <a:pt x="604209" y="3402030"/>
                  </a:lnTo>
                  <a:lnTo>
                    <a:pt x="588882" y="3395212"/>
                  </a:lnTo>
                  <a:lnTo>
                    <a:pt x="567331" y="3388395"/>
                  </a:lnTo>
                  <a:lnTo>
                    <a:pt x="536158" y="3381577"/>
                  </a:lnTo>
                  <a:lnTo>
                    <a:pt x="486176" y="3374759"/>
                  </a:lnTo>
                  <a:lnTo>
                    <a:pt x="418290" y="3367942"/>
                  </a:lnTo>
                  <a:lnTo>
                    <a:pt x="342659" y="3361124"/>
                  </a:lnTo>
                  <a:lnTo>
                    <a:pt x="255313" y="3354306"/>
                  </a:lnTo>
                  <a:lnTo>
                    <a:pt x="165931" y="3347489"/>
                  </a:lnTo>
                  <a:lnTo>
                    <a:pt x="80037" y="3340671"/>
                  </a:lnTo>
                  <a:lnTo>
                    <a:pt x="12030" y="3333853"/>
                  </a:lnTo>
                  <a:lnTo>
                    <a:pt x="0" y="3327035"/>
                  </a:lnTo>
                  <a:lnTo>
                    <a:pt x="44081" y="3320218"/>
                  </a:lnTo>
                  <a:lnTo>
                    <a:pt x="107372" y="3313400"/>
                  </a:lnTo>
                  <a:lnTo>
                    <a:pt x="198002" y="3306582"/>
                  </a:lnTo>
                  <a:lnTo>
                    <a:pt x="312282" y="3299765"/>
                  </a:lnTo>
                  <a:lnTo>
                    <a:pt x="407971" y="3292947"/>
                  </a:lnTo>
                  <a:lnTo>
                    <a:pt x="482093" y="3286129"/>
                  </a:lnTo>
                  <a:lnTo>
                    <a:pt x="541325" y="3279312"/>
                  </a:lnTo>
                  <a:lnTo>
                    <a:pt x="576597" y="3272494"/>
                  </a:lnTo>
                  <a:lnTo>
                    <a:pt x="595446" y="3265676"/>
                  </a:lnTo>
                  <a:lnTo>
                    <a:pt x="608344" y="3258858"/>
                  </a:lnTo>
                  <a:lnTo>
                    <a:pt x="619929" y="3252041"/>
                  </a:lnTo>
                  <a:lnTo>
                    <a:pt x="624792" y="3245223"/>
                  </a:lnTo>
                  <a:lnTo>
                    <a:pt x="627566" y="3238405"/>
                  </a:lnTo>
                  <a:lnTo>
                    <a:pt x="628294" y="3231588"/>
                  </a:lnTo>
                  <a:lnTo>
                    <a:pt x="633307" y="3224770"/>
                  </a:lnTo>
                  <a:lnTo>
                    <a:pt x="638579" y="3217952"/>
                  </a:lnTo>
                  <a:lnTo>
                    <a:pt x="640149" y="3211135"/>
                  </a:lnTo>
                  <a:lnTo>
                    <a:pt x="638768" y="3204317"/>
                  </a:lnTo>
                  <a:lnTo>
                    <a:pt x="638706" y="3197499"/>
                  </a:lnTo>
                  <a:lnTo>
                    <a:pt x="639397" y="3190682"/>
                  </a:lnTo>
                  <a:lnTo>
                    <a:pt x="642214" y="3183864"/>
                  </a:lnTo>
                  <a:lnTo>
                    <a:pt x="644113" y="3177046"/>
                  </a:lnTo>
                  <a:lnTo>
                    <a:pt x="644974" y="3170228"/>
                  </a:lnTo>
                  <a:lnTo>
                    <a:pt x="645765" y="3163411"/>
                  </a:lnTo>
                  <a:lnTo>
                    <a:pt x="645289" y="3156593"/>
                  </a:lnTo>
                  <a:lnTo>
                    <a:pt x="646092" y="3149775"/>
                  </a:lnTo>
                  <a:lnTo>
                    <a:pt x="646822" y="3142958"/>
                  </a:lnTo>
                  <a:lnTo>
                    <a:pt x="645478" y="3136140"/>
                  </a:lnTo>
                  <a:lnTo>
                    <a:pt x="644601" y="3129322"/>
                  </a:lnTo>
                  <a:lnTo>
                    <a:pt x="646618" y="3122505"/>
                  </a:lnTo>
                  <a:lnTo>
                    <a:pt x="648810" y="3115687"/>
                  </a:lnTo>
                  <a:lnTo>
                    <a:pt x="649960" y="3108869"/>
                  </a:lnTo>
                  <a:lnTo>
                    <a:pt x="649506" y="3102051"/>
                  </a:lnTo>
                  <a:lnTo>
                    <a:pt x="649312" y="3095234"/>
                  </a:lnTo>
                  <a:lnTo>
                    <a:pt x="649635" y="3088416"/>
                  </a:lnTo>
                  <a:lnTo>
                    <a:pt x="649329" y="3081598"/>
                  </a:lnTo>
                  <a:lnTo>
                    <a:pt x="649884" y="3074781"/>
                  </a:lnTo>
                  <a:lnTo>
                    <a:pt x="649704" y="3067963"/>
                  </a:lnTo>
                  <a:lnTo>
                    <a:pt x="649059" y="3061145"/>
                  </a:lnTo>
                  <a:lnTo>
                    <a:pt x="650256" y="3054328"/>
                  </a:lnTo>
                  <a:lnTo>
                    <a:pt x="650500" y="3047510"/>
                  </a:lnTo>
                  <a:lnTo>
                    <a:pt x="650488" y="3040692"/>
                  </a:lnTo>
                  <a:lnTo>
                    <a:pt x="650739" y="3033874"/>
                  </a:lnTo>
                  <a:lnTo>
                    <a:pt x="652127" y="3027057"/>
                  </a:lnTo>
                  <a:lnTo>
                    <a:pt x="652440" y="3020239"/>
                  </a:lnTo>
                  <a:lnTo>
                    <a:pt x="652286" y="3013421"/>
                  </a:lnTo>
                  <a:lnTo>
                    <a:pt x="652282" y="3006604"/>
                  </a:lnTo>
                  <a:lnTo>
                    <a:pt x="651175" y="2999786"/>
                  </a:lnTo>
                  <a:lnTo>
                    <a:pt x="649759" y="2992968"/>
                  </a:lnTo>
                  <a:lnTo>
                    <a:pt x="650037" y="2986151"/>
                  </a:lnTo>
                  <a:lnTo>
                    <a:pt x="650560" y="2979333"/>
                  </a:lnTo>
                  <a:lnTo>
                    <a:pt x="651945" y="2972515"/>
                  </a:lnTo>
                  <a:lnTo>
                    <a:pt x="652674" y="2965698"/>
                  </a:lnTo>
                  <a:lnTo>
                    <a:pt x="652250" y="2958880"/>
                  </a:lnTo>
                  <a:lnTo>
                    <a:pt x="651250" y="2952062"/>
                  </a:lnTo>
                  <a:lnTo>
                    <a:pt x="651766" y="2945244"/>
                  </a:lnTo>
                  <a:lnTo>
                    <a:pt x="652929" y="2938427"/>
                  </a:lnTo>
                  <a:lnTo>
                    <a:pt x="652992" y="2931609"/>
                  </a:lnTo>
                  <a:lnTo>
                    <a:pt x="652543" y="2924791"/>
                  </a:lnTo>
                  <a:lnTo>
                    <a:pt x="654031" y="2917974"/>
                  </a:lnTo>
                  <a:lnTo>
                    <a:pt x="655499" y="2911156"/>
                  </a:lnTo>
                  <a:lnTo>
                    <a:pt x="655435" y="2904338"/>
                  </a:lnTo>
                  <a:lnTo>
                    <a:pt x="653839" y="2897521"/>
                  </a:lnTo>
                  <a:lnTo>
                    <a:pt x="653570" y="2890703"/>
                  </a:lnTo>
                  <a:lnTo>
                    <a:pt x="653840" y="2883885"/>
                  </a:lnTo>
                  <a:lnTo>
                    <a:pt x="653857" y="2877067"/>
                  </a:lnTo>
                  <a:lnTo>
                    <a:pt x="653889" y="2870250"/>
                  </a:lnTo>
                  <a:lnTo>
                    <a:pt x="653614" y="2863432"/>
                  </a:lnTo>
                  <a:lnTo>
                    <a:pt x="653221" y="2856614"/>
                  </a:lnTo>
                  <a:lnTo>
                    <a:pt x="653759" y="2849797"/>
                  </a:lnTo>
                  <a:lnTo>
                    <a:pt x="654375" y="2842979"/>
                  </a:lnTo>
                  <a:lnTo>
                    <a:pt x="654962" y="2836161"/>
                  </a:lnTo>
                  <a:lnTo>
                    <a:pt x="655291" y="2829344"/>
                  </a:lnTo>
                  <a:lnTo>
                    <a:pt x="654593" y="2822526"/>
                  </a:lnTo>
                  <a:lnTo>
                    <a:pt x="654009" y="2815708"/>
                  </a:lnTo>
                  <a:lnTo>
                    <a:pt x="654009" y="2808890"/>
                  </a:lnTo>
                  <a:lnTo>
                    <a:pt x="653912" y="2802073"/>
                  </a:lnTo>
                  <a:lnTo>
                    <a:pt x="654033" y="2795255"/>
                  </a:lnTo>
                  <a:lnTo>
                    <a:pt x="653999" y="2788437"/>
                  </a:lnTo>
                  <a:lnTo>
                    <a:pt x="653643" y="2781620"/>
                  </a:lnTo>
                  <a:lnTo>
                    <a:pt x="653586" y="2774802"/>
                  </a:lnTo>
                  <a:lnTo>
                    <a:pt x="654158" y="2767984"/>
                  </a:lnTo>
                  <a:lnTo>
                    <a:pt x="654678" y="2761167"/>
                  </a:lnTo>
                  <a:lnTo>
                    <a:pt x="655009" y="2754349"/>
                  </a:lnTo>
                  <a:lnTo>
                    <a:pt x="655079" y="2747531"/>
                  </a:lnTo>
                  <a:lnTo>
                    <a:pt x="654375" y="2740714"/>
                  </a:lnTo>
                  <a:lnTo>
                    <a:pt x="654482" y="2733896"/>
                  </a:lnTo>
                  <a:lnTo>
                    <a:pt x="655246" y="2727078"/>
                  </a:lnTo>
                  <a:lnTo>
                    <a:pt x="654610" y="2720260"/>
                  </a:lnTo>
                  <a:lnTo>
                    <a:pt x="654009" y="2713443"/>
                  </a:lnTo>
                  <a:lnTo>
                    <a:pt x="654545" y="2706625"/>
                  </a:lnTo>
                  <a:lnTo>
                    <a:pt x="654863" y="2699807"/>
                  </a:lnTo>
                  <a:lnTo>
                    <a:pt x="655026" y="2692990"/>
                  </a:lnTo>
                  <a:lnTo>
                    <a:pt x="655634" y="2686172"/>
                  </a:lnTo>
                  <a:lnTo>
                    <a:pt x="655993" y="2679354"/>
                  </a:lnTo>
                  <a:lnTo>
                    <a:pt x="655041" y="2672537"/>
                  </a:lnTo>
                  <a:lnTo>
                    <a:pt x="653904" y="2665719"/>
                  </a:lnTo>
                  <a:lnTo>
                    <a:pt x="654101" y="2658901"/>
                  </a:lnTo>
                  <a:lnTo>
                    <a:pt x="654663" y="2652083"/>
                  </a:lnTo>
                  <a:lnTo>
                    <a:pt x="654663" y="2645266"/>
                  </a:lnTo>
                  <a:lnTo>
                    <a:pt x="654339" y="2638448"/>
                  </a:lnTo>
                  <a:lnTo>
                    <a:pt x="654095" y="2631630"/>
                  </a:lnTo>
                  <a:lnTo>
                    <a:pt x="654049" y="2624813"/>
                  </a:lnTo>
                  <a:lnTo>
                    <a:pt x="654051" y="2617995"/>
                  </a:lnTo>
                  <a:lnTo>
                    <a:pt x="653912" y="2611177"/>
                  </a:lnTo>
                  <a:lnTo>
                    <a:pt x="654146" y="2604360"/>
                  </a:lnTo>
                  <a:lnTo>
                    <a:pt x="654837" y="2597542"/>
                  </a:lnTo>
                  <a:lnTo>
                    <a:pt x="654837" y="2590724"/>
                  </a:lnTo>
                  <a:lnTo>
                    <a:pt x="654152" y="2583907"/>
                  </a:lnTo>
                  <a:lnTo>
                    <a:pt x="654690" y="2577089"/>
                  </a:lnTo>
                  <a:lnTo>
                    <a:pt x="655572" y="2570271"/>
                  </a:lnTo>
                  <a:lnTo>
                    <a:pt x="656136" y="2563453"/>
                  </a:lnTo>
                  <a:lnTo>
                    <a:pt x="655990" y="2556636"/>
                  </a:lnTo>
                  <a:lnTo>
                    <a:pt x="655044" y="2549818"/>
                  </a:lnTo>
                  <a:lnTo>
                    <a:pt x="654741" y="2543000"/>
                  </a:lnTo>
                  <a:lnTo>
                    <a:pt x="654984" y="2536183"/>
                  </a:lnTo>
                  <a:lnTo>
                    <a:pt x="654953" y="2529365"/>
                  </a:lnTo>
                  <a:lnTo>
                    <a:pt x="654956" y="2522547"/>
                  </a:lnTo>
                  <a:lnTo>
                    <a:pt x="655242" y="2515730"/>
                  </a:lnTo>
                  <a:lnTo>
                    <a:pt x="655131" y="2508912"/>
                  </a:lnTo>
                  <a:lnTo>
                    <a:pt x="655207" y="2502094"/>
                  </a:lnTo>
                  <a:lnTo>
                    <a:pt x="655919" y="2495276"/>
                  </a:lnTo>
                  <a:lnTo>
                    <a:pt x="656318" y="2488459"/>
                  </a:lnTo>
                  <a:lnTo>
                    <a:pt x="656468" y="2481641"/>
                  </a:lnTo>
                  <a:lnTo>
                    <a:pt x="655697" y="2474823"/>
                  </a:lnTo>
                  <a:lnTo>
                    <a:pt x="654443" y="2468006"/>
                  </a:lnTo>
                  <a:lnTo>
                    <a:pt x="654484" y="2461188"/>
                  </a:lnTo>
                  <a:lnTo>
                    <a:pt x="655322" y="2454370"/>
                  </a:lnTo>
                  <a:lnTo>
                    <a:pt x="655769" y="2447553"/>
                  </a:lnTo>
                  <a:lnTo>
                    <a:pt x="655706" y="2440735"/>
                  </a:lnTo>
                  <a:lnTo>
                    <a:pt x="655082" y="2433917"/>
                  </a:lnTo>
                  <a:lnTo>
                    <a:pt x="654915" y="2427099"/>
                  </a:lnTo>
                  <a:lnTo>
                    <a:pt x="655475" y="2420282"/>
                  </a:lnTo>
                  <a:lnTo>
                    <a:pt x="655636" y="2413464"/>
                  </a:lnTo>
                  <a:lnTo>
                    <a:pt x="655567" y="2406646"/>
                  </a:lnTo>
                  <a:lnTo>
                    <a:pt x="655787" y="2399829"/>
                  </a:lnTo>
                  <a:lnTo>
                    <a:pt x="655804" y="2393011"/>
                  </a:lnTo>
                  <a:lnTo>
                    <a:pt x="655855" y="2386193"/>
                  </a:lnTo>
                  <a:lnTo>
                    <a:pt x="655855" y="2379376"/>
                  </a:lnTo>
                  <a:lnTo>
                    <a:pt x="655927" y="2372558"/>
                  </a:lnTo>
                  <a:lnTo>
                    <a:pt x="655208" y="2365740"/>
                  </a:lnTo>
                  <a:lnTo>
                    <a:pt x="654470" y="2358923"/>
                  </a:lnTo>
                  <a:lnTo>
                    <a:pt x="654987" y="2352105"/>
                  </a:lnTo>
                  <a:lnTo>
                    <a:pt x="655946" y="2345287"/>
                  </a:lnTo>
                  <a:lnTo>
                    <a:pt x="655627" y="2338469"/>
                  </a:lnTo>
                  <a:lnTo>
                    <a:pt x="655387" y="2331652"/>
                  </a:lnTo>
                  <a:lnTo>
                    <a:pt x="655973" y="2324834"/>
                  </a:lnTo>
                  <a:lnTo>
                    <a:pt x="656435" y="2318016"/>
                  </a:lnTo>
                  <a:lnTo>
                    <a:pt x="656103" y="2311199"/>
                  </a:lnTo>
                  <a:lnTo>
                    <a:pt x="655712" y="2304381"/>
                  </a:lnTo>
                  <a:lnTo>
                    <a:pt x="655500" y="2297563"/>
                  </a:lnTo>
                  <a:lnTo>
                    <a:pt x="655417" y="2290746"/>
                  </a:lnTo>
                  <a:lnTo>
                    <a:pt x="654835" y="2283928"/>
                  </a:lnTo>
                  <a:lnTo>
                    <a:pt x="654878" y="2277110"/>
                  </a:lnTo>
                  <a:lnTo>
                    <a:pt x="655105" y="2270292"/>
                  </a:lnTo>
                  <a:lnTo>
                    <a:pt x="655847" y="2263475"/>
                  </a:lnTo>
                  <a:lnTo>
                    <a:pt x="656038" y="2256657"/>
                  </a:lnTo>
                  <a:lnTo>
                    <a:pt x="655920" y="2249839"/>
                  </a:lnTo>
                  <a:lnTo>
                    <a:pt x="655861" y="2243022"/>
                  </a:lnTo>
                  <a:lnTo>
                    <a:pt x="656003" y="2236204"/>
                  </a:lnTo>
                  <a:lnTo>
                    <a:pt x="656396" y="2229386"/>
                  </a:lnTo>
                  <a:lnTo>
                    <a:pt x="656503" y="2222569"/>
                  </a:lnTo>
                  <a:lnTo>
                    <a:pt x="655975" y="2215751"/>
                  </a:lnTo>
                  <a:lnTo>
                    <a:pt x="655777" y="2208933"/>
                  </a:lnTo>
                  <a:lnTo>
                    <a:pt x="656309" y="2202115"/>
                  </a:lnTo>
                  <a:lnTo>
                    <a:pt x="656635" y="2195298"/>
                  </a:lnTo>
                  <a:lnTo>
                    <a:pt x="656440" y="2188480"/>
                  </a:lnTo>
                  <a:lnTo>
                    <a:pt x="656309" y="2181662"/>
                  </a:lnTo>
                  <a:lnTo>
                    <a:pt x="656434" y="2174845"/>
                  </a:lnTo>
                  <a:lnTo>
                    <a:pt x="656443" y="2168027"/>
                  </a:lnTo>
                  <a:lnTo>
                    <a:pt x="656484" y="2161209"/>
                  </a:lnTo>
                  <a:lnTo>
                    <a:pt x="656254" y="2154392"/>
                  </a:lnTo>
                  <a:lnTo>
                    <a:pt x="655577" y="2147574"/>
                  </a:lnTo>
                  <a:lnTo>
                    <a:pt x="655527" y="2140756"/>
                  </a:lnTo>
                  <a:lnTo>
                    <a:pt x="656087" y="2133939"/>
                  </a:lnTo>
                  <a:lnTo>
                    <a:pt x="656411" y="2127121"/>
                  </a:lnTo>
                  <a:lnTo>
                    <a:pt x="656509" y="2120303"/>
                  </a:lnTo>
                  <a:lnTo>
                    <a:pt x="656597" y="2113485"/>
                  </a:lnTo>
                  <a:lnTo>
                    <a:pt x="656523" y="2106668"/>
                  </a:lnTo>
                  <a:lnTo>
                    <a:pt x="656533" y="2099850"/>
                  </a:lnTo>
                  <a:lnTo>
                    <a:pt x="656613" y="2093032"/>
                  </a:lnTo>
                  <a:lnTo>
                    <a:pt x="656391" y="2086215"/>
                  </a:lnTo>
                  <a:lnTo>
                    <a:pt x="656195" y="2079397"/>
                  </a:lnTo>
                  <a:lnTo>
                    <a:pt x="656276" y="2072579"/>
                  </a:lnTo>
                  <a:lnTo>
                    <a:pt x="656515" y="2065762"/>
                  </a:lnTo>
                  <a:lnTo>
                    <a:pt x="656637" y="2058944"/>
                  </a:lnTo>
                  <a:lnTo>
                    <a:pt x="656317" y="2052126"/>
                  </a:lnTo>
                  <a:lnTo>
                    <a:pt x="656095" y="2045308"/>
                  </a:lnTo>
                  <a:lnTo>
                    <a:pt x="656240" y="2038491"/>
                  </a:lnTo>
                  <a:lnTo>
                    <a:pt x="656215" y="2031673"/>
                  </a:lnTo>
                  <a:lnTo>
                    <a:pt x="656174" y="2024855"/>
                  </a:lnTo>
                  <a:lnTo>
                    <a:pt x="656241" y="2018038"/>
                  </a:lnTo>
                  <a:lnTo>
                    <a:pt x="656196" y="2011220"/>
                  </a:lnTo>
                  <a:lnTo>
                    <a:pt x="656093" y="2004402"/>
                  </a:lnTo>
                  <a:lnTo>
                    <a:pt x="655977" y="1997585"/>
                  </a:lnTo>
                  <a:lnTo>
                    <a:pt x="656147" y="1990767"/>
                  </a:lnTo>
                  <a:lnTo>
                    <a:pt x="656589" y="1983949"/>
                  </a:lnTo>
                  <a:lnTo>
                    <a:pt x="656567" y="1977132"/>
                  </a:lnTo>
                  <a:lnTo>
                    <a:pt x="656459" y="1970314"/>
                  </a:lnTo>
                  <a:lnTo>
                    <a:pt x="656486" y="1963496"/>
                  </a:lnTo>
                  <a:lnTo>
                    <a:pt x="656337" y="1956678"/>
                  </a:lnTo>
                  <a:lnTo>
                    <a:pt x="656302" y="1949861"/>
                  </a:lnTo>
                  <a:lnTo>
                    <a:pt x="656303" y="1943043"/>
                  </a:lnTo>
                  <a:lnTo>
                    <a:pt x="656588" y="1936225"/>
                  </a:lnTo>
                  <a:lnTo>
                    <a:pt x="656761" y="1929408"/>
                  </a:lnTo>
                  <a:lnTo>
                    <a:pt x="656747" y="1922590"/>
                  </a:lnTo>
                  <a:lnTo>
                    <a:pt x="656503" y="1915772"/>
                  </a:lnTo>
                  <a:lnTo>
                    <a:pt x="655924" y="1908955"/>
                  </a:lnTo>
                  <a:lnTo>
                    <a:pt x="655453" y="1902137"/>
                  </a:lnTo>
                  <a:lnTo>
                    <a:pt x="655739" y="1895319"/>
                  </a:lnTo>
                  <a:lnTo>
                    <a:pt x="656419" y="1888501"/>
                  </a:lnTo>
                  <a:lnTo>
                    <a:pt x="656443" y="1881684"/>
                  </a:lnTo>
                  <a:lnTo>
                    <a:pt x="656284" y="1874866"/>
                  </a:lnTo>
                  <a:lnTo>
                    <a:pt x="656496" y="1868048"/>
                  </a:lnTo>
                  <a:lnTo>
                    <a:pt x="656703" y="1861231"/>
                  </a:lnTo>
                  <a:lnTo>
                    <a:pt x="656528" y="1854413"/>
                  </a:lnTo>
                  <a:lnTo>
                    <a:pt x="656060" y="1847595"/>
                  </a:lnTo>
                  <a:lnTo>
                    <a:pt x="656091" y="1840778"/>
                  </a:lnTo>
                  <a:lnTo>
                    <a:pt x="656443" y="1833960"/>
                  </a:lnTo>
                  <a:lnTo>
                    <a:pt x="656435" y="1827142"/>
                  </a:lnTo>
                  <a:lnTo>
                    <a:pt x="656640" y="1820324"/>
                  </a:lnTo>
                  <a:lnTo>
                    <a:pt x="656639" y="1813507"/>
                  </a:lnTo>
                  <a:lnTo>
                    <a:pt x="656376" y="1806689"/>
                  </a:lnTo>
                  <a:lnTo>
                    <a:pt x="656398" y="1799871"/>
                  </a:lnTo>
                  <a:lnTo>
                    <a:pt x="656523" y="1793054"/>
                  </a:lnTo>
                  <a:lnTo>
                    <a:pt x="656732" y="1786236"/>
                  </a:lnTo>
                  <a:lnTo>
                    <a:pt x="656789" y="1779418"/>
                  </a:lnTo>
                  <a:lnTo>
                    <a:pt x="656756" y="1772601"/>
                  </a:lnTo>
                  <a:lnTo>
                    <a:pt x="656603" y="1765783"/>
                  </a:lnTo>
                  <a:lnTo>
                    <a:pt x="656446" y="1758965"/>
                  </a:lnTo>
                  <a:lnTo>
                    <a:pt x="656542" y="1752148"/>
                  </a:lnTo>
                  <a:lnTo>
                    <a:pt x="656325" y="1745330"/>
                  </a:lnTo>
                  <a:lnTo>
                    <a:pt x="656332" y="1738512"/>
                  </a:lnTo>
                  <a:lnTo>
                    <a:pt x="656625" y="1731694"/>
                  </a:lnTo>
                  <a:lnTo>
                    <a:pt x="656769" y="1724877"/>
                  </a:lnTo>
                  <a:lnTo>
                    <a:pt x="656792" y="1718059"/>
                  </a:lnTo>
                  <a:lnTo>
                    <a:pt x="656791" y="1711241"/>
                  </a:lnTo>
                  <a:lnTo>
                    <a:pt x="656702" y="1704424"/>
                  </a:lnTo>
                  <a:lnTo>
                    <a:pt x="656373" y="1697606"/>
                  </a:lnTo>
                  <a:lnTo>
                    <a:pt x="656231" y="1690788"/>
                  </a:lnTo>
                  <a:lnTo>
                    <a:pt x="656401" y="1683971"/>
                  </a:lnTo>
                  <a:lnTo>
                    <a:pt x="656192" y="1677153"/>
                  </a:lnTo>
                  <a:lnTo>
                    <a:pt x="655996" y="1670335"/>
                  </a:lnTo>
                  <a:lnTo>
                    <a:pt x="655738" y="1663517"/>
                  </a:lnTo>
                  <a:lnTo>
                    <a:pt x="656282" y="1656700"/>
                  </a:lnTo>
                  <a:lnTo>
                    <a:pt x="656588" y="1649882"/>
                  </a:lnTo>
                  <a:lnTo>
                    <a:pt x="656334" y="1643064"/>
                  </a:lnTo>
                  <a:lnTo>
                    <a:pt x="656270" y="1636247"/>
                  </a:lnTo>
                  <a:lnTo>
                    <a:pt x="656600" y="1629429"/>
                  </a:lnTo>
                  <a:lnTo>
                    <a:pt x="656731" y="1622611"/>
                  </a:lnTo>
                  <a:lnTo>
                    <a:pt x="656589" y="1615794"/>
                  </a:lnTo>
                  <a:lnTo>
                    <a:pt x="656376" y="1608976"/>
                  </a:lnTo>
                  <a:lnTo>
                    <a:pt x="656355" y="1602158"/>
                  </a:lnTo>
                  <a:lnTo>
                    <a:pt x="656619" y="1595341"/>
                  </a:lnTo>
                  <a:lnTo>
                    <a:pt x="656768" y="1588523"/>
                  </a:lnTo>
                  <a:lnTo>
                    <a:pt x="656791" y="1581705"/>
                  </a:lnTo>
                  <a:lnTo>
                    <a:pt x="656751" y="1574887"/>
                  </a:lnTo>
                  <a:lnTo>
                    <a:pt x="656475" y="1568070"/>
                  </a:lnTo>
                  <a:lnTo>
                    <a:pt x="656004" y="1561252"/>
                  </a:lnTo>
                  <a:lnTo>
                    <a:pt x="656202" y="1554434"/>
                  </a:lnTo>
                  <a:lnTo>
                    <a:pt x="656551" y="1547617"/>
                  </a:lnTo>
                  <a:lnTo>
                    <a:pt x="656529" y="1540799"/>
                  </a:lnTo>
                  <a:lnTo>
                    <a:pt x="656518" y="1533981"/>
                  </a:lnTo>
                  <a:lnTo>
                    <a:pt x="656522" y="1527164"/>
                  </a:lnTo>
                  <a:lnTo>
                    <a:pt x="656424" y="1520346"/>
                  </a:lnTo>
                  <a:lnTo>
                    <a:pt x="656311" y="1513528"/>
                  </a:lnTo>
                  <a:lnTo>
                    <a:pt x="656379" y="1506710"/>
                  </a:lnTo>
                  <a:lnTo>
                    <a:pt x="656443" y="1499893"/>
                  </a:lnTo>
                  <a:lnTo>
                    <a:pt x="656444" y="1493075"/>
                  </a:lnTo>
                  <a:lnTo>
                    <a:pt x="656404" y="1486257"/>
                  </a:lnTo>
                  <a:lnTo>
                    <a:pt x="656322" y="1479440"/>
                  </a:lnTo>
                  <a:lnTo>
                    <a:pt x="656333" y="1472622"/>
                  </a:lnTo>
                  <a:lnTo>
                    <a:pt x="656500" y="1465804"/>
                  </a:lnTo>
                  <a:lnTo>
                    <a:pt x="656629" y="1458987"/>
                  </a:lnTo>
                  <a:lnTo>
                    <a:pt x="656462" y="1452169"/>
                  </a:lnTo>
                  <a:lnTo>
                    <a:pt x="656271" y="1445351"/>
                  </a:lnTo>
                  <a:lnTo>
                    <a:pt x="656465" y="1438533"/>
                  </a:lnTo>
                  <a:lnTo>
                    <a:pt x="656727" y="1431716"/>
                  </a:lnTo>
                  <a:lnTo>
                    <a:pt x="656791" y="1424898"/>
                  </a:lnTo>
                  <a:lnTo>
                    <a:pt x="656793" y="1418080"/>
                  </a:lnTo>
                  <a:lnTo>
                    <a:pt x="656792" y="1411263"/>
                  </a:lnTo>
                  <a:lnTo>
                    <a:pt x="656753" y="1404445"/>
                  </a:lnTo>
                  <a:lnTo>
                    <a:pt x="656566" y="1397627"/>
                  </a:lnTo>
                  <a:lnTo>
                    <a:pt x="656287" y="1390810"/>
                  </a:lnTo>
                  <a:lnTo>
                    <a:pt x="656116" y="1383992"/>
                  </a:lnTo>
                  <a:lnTo>
                    <a:pt x="656128" y="1377174"/>
                  </a:lnTo>
                  <a:lnTo>
                    <a:pt x="656398" y="1370357"/>
                  </a:lnTo>
                  <a:lnTo>
                    <a:pt x="656710" y="1363539"/>
                  </a:lnTo>
                  <a:lnTo>
                    <a:pt x="656713" y="1356721"/>
                  </a:lnTo>
                  <a:lnTo>
                    <a:pt x="656421" y="1349903"/>
                  </a:lnTo>
                  <a:lnTo>
                    <a:pt x="656254" y="1343086"/>
                  </a:lnTo>
                  <a:lnTo>
                    <a:pt x="656531" y="1336268"/>
                  </a:lnTo>
                  <a:lnTo>
                    <a:pt x="656750" y="1329450"/>
                  </a:lnTo>
                  <a:lnTo>
                    <a:pt x="656792" y="1322633"/>
                  </a:lnTo>
                  <a:lnTo>
                    <a:pt x="656792" y="1315815"/>
                  </a:lnTo>
                  <a:lnTo>
                    <a:pt x="656753" y="1308997"/>
                  </a:lnTo>
                  <a:lnTo>
                    <a:pt x="656558" y="1302180"/>
                  </a:lnTo>
                  <a:lnTo>
                    <a:pt x="656289" y="1295362"/>
                  </a:lnTo>
                  <a:lnTo>
                    <a:pt x="656373" y="1288544"/>
                  </a:lnTo>
                  <a:lnTo>
                    <a:pt x="656664" y="1281726"/>
                  </a:lnTo>
                  <a:lnTo>
                    <a:pt x="656608" y="1274909"/>
                  </a:lnTo>
                  <a:lnTo>
                    <a:pt x="656411" y="1268091"/>
                  </a:lnTo>
                  <a:lnTo>
                    <a:pt x="656319" y="1261273"/>
                  </a:lnTo>
                  <a:lnTo>
                    <a:pt x="656237" y="1254456"/>
                  </a:lnTo>
                  <a:lnTo>
                    <a:pt x="656522" y="1247638"/>
                  </a:lnTo>
                  <a:lnTo>
                    <a:pt x="656748" y="1240820"/>
                  </a:lnTo>
                  <a:lnTo>
                    <a:pt x="656792" y="1234003"/>
                  </a:lnTo>
                  <a:lnTo>
                    <a:pt x="656793" y="1227185"/>
                  </a:lnTo>
                  <a:lnTo>
                    <a:pt x="656792" y="1220367"/>
                  </a:lnTo>
                  <a:lnTo>
                    <a:pt x="656769" y="1213549"/>
                  </a:lnTo>
                  <a:lnTo>
                    <a:pt x="656639" y="1206732"/>
                  </a:lnTo>
                  <a:lnTo>
                    <a:pt x="656476" y="1199914"/>
                  </a:lnTo>
                  <a:lnTo>
                    <a:pt x="656626" y="1193096"/>
                  </a:lnTo>
                  <a:lnTo>
                    <a:pt x="656599" y="1186279"/>
                  </a:lnTo>
                  <a:lnTo>
                    <a:pt x="656452" y="1179461"/>
                  </a:lnTo>
                  <a:lnTo>
                    <a:pt x="656695" y="1172643"/>
                  </a:lnTo>
                  <a:lnTo>
                    <a:pt x="656765" y="1165826"/>
                  </a:lnTo>
                  <a:lnTo>
                    <a:pt x="656620" y="1159008"/>
                  </a:lnTo>
                  <a:lnTo>
                    <a:pt x="656363" y="1152190"/>
                  </a:lnTo>
                  <a:lnTo>
                    <a:pt x="656448" y="1145373"/>
                  </a:lnTo>
                  <a:lnTo>
                    <a:pt x="656533" y="1138555"/>
                  </a:lnTo>
                  <a:lnTo>
                    <a:pt x="656687" y="1131737"/>
                  </a:lnTo>
                  <a:lnTo>
                    <a:pt x="656502" y="1124919"/>
                  </a:lnTo>
                  <a:lnTo>
                    <a:pt x="656127" y="1118102"/>
                  </a:lnTo>
                  <a:lnTo>
                    <a:pt x="656528" y="1111284"/>
                  </a:lnTo>
                  <a:lnTo>
                    <a:pt x="656764" y="1104466"/>
                  </a:lnTo>
                  <a:lnTo>
                    <a:pt x="656792" y="1097649"/>
                  </a:lnTo>
                  <a:lnTo>
                    <a:pt x="656793" y="1090831"/>
                  </a:lnTo>
                  <a:lnTo>
                    <a:pt x="656787" y="1084013"/>
                  </a:lnTo>
                  <a:lnTo>
                    <a:pt x="656676" y="1077196"/>
                  </a:lnTo>
                  <a:lnTo>
                    <a:pt x="656401" y="1070378"/>
                  </a:lnTo>
                  <a:lnTo>
                    <a:pt x="656514" y="1063560"/>
                  </a:lnTo>
                  <a:lnTo>
                    <a:pt x="656340" y="1056742"/>
                  </a:lnTo>
                  <a:lnTo>
                    <a:pt x="656357" y="1049925"/>
                  </a:lnTo>
                  <a:lnTo>
                    <a:pt x="656314" y="1043107"/>
                  </a:lnTo>
                  <a:lnTo>
                    <a:pt x="656448" y="1036289"/>
                  </a:lnTo>
                  <a:lnTo>
                    <a:pt x="656595" y="1029472"/>
                  </a:lnTo>
                  <a:lnTo>
                    <a:pt x="656407" y="1022654"/>
                  </a:lnTo>
                  <a:lnTo>
                    <a:pt x="656653" y="1015836"/>
                  </a:lnTo>
                  <a:lnTo>
                    <a:pt x="656780" y="1009019"/>
                  </a:lnTo>
                  <a:lnTo>
                    <a:pt x="656792" y="1002201"/>
                  </a:lnTo>
                  <a:lnTo>
                    <a:pt x="656759" y="995383"/>
                  </a:lnTo>
                  <a:lnTo>
                    <a:pt x="656609" y="988566"/>
                  </a:lnTo>
                  <a:lnTo>
                    <a:pt x="656492" y="981748"/>
                  </a:lnTo>
                  <a:lnTo>
                    <a:pt x="656650" y="974930"/>
                  </a:lnTo>
                  <a:lnTo>
                    <a:pt x="656613" y="968112"/>
                  </a:lnTo>
                  <a:lnTo>
                    <a:pt x="656486" y="961295"/>
                  </a:lnTo>
                  <a:lnTo>
                    <a:pt x="656664" y="954477"/>
                  </a:lnTo>
                  <a:lnTo>
                    <a:pt x="656775" y="947659"/>
                  </a:lnTo>
                  <a:lnTo>
                    <a:pt x="656793" y="940842"/>
                  </a:lnTo>
                  <a:lnTo>
                    <a:pt x="656793" y="934024"/>
                  </a:lnTo>
                  <a:lnTo>
                    <a:pt x="656793" y="927206"/>
                  </a:lnTo>
                  <a:lnTo>
                    <a:pt x="656792" y="920389"/>
                  </a:lnTo>
                  <a:lnTo>
                    <a:pt x="656743" y="913571"/>
                  </a:lnTo>
                  <a:lnTo>
                    <a:pt x="656575" y="906753"/>
                  </a:lnTo>
                  <a:lnTo>
                    <a:pt x="656538" y="899935"/>
                  </a:lnTo>
                  <a:lnTo>
                    <a:pt x="656686" y="893118"/>
                  </a:lnTo>
                  <a:lnTo>
                    <a:pt x="656777" y="886300"/>
                  </a:lnTo>
                  <a:lnTo>
                    <a:pt x="656793" y="879482"/>
                  </a:lnTo>
                  <a:lnTo>
                    <a:pt x="656793" y="872665"/>
                  </a:lnTo>
                  <a:lnTo>
                    <a:pt x="656793" y="865847"/>
                  </a:lnTo>
                  <a:lnTo>
                    <a:pt x="656792" y="859029"/>
                  </a:lnTo>
                  <a:lnTo>
                    <a:pt x="656750" y="852212"/>
                  </a:lnTo>
                  <a:lnTo>
                    <a:pt x="656598" y="845394"/>
                  </a:lnTo>
                  <a:lnTo>
                    <a:pt x="656535" y="838576"/>
                  </a:lnTo>
                  <a:lnTo>
                    <a:pt x="656665" y="831758"/>
                  </a:lnTo>
                  <a:lnTo>
                    <a:pt x="656771" y="824941"/>
                  </a:lnTo>
                  <a:lnTo>
                    <a:pt x="656792" y="818123"/>
                  </a:lnTo>
                  <a:lnTo>
                    <a:pt x="656793" y="811305"/>
                  </a:lnTo>
                  <a:lnTo>
                    <a:pt x="656793" y="804488"/>
                  </a:lnTo>
                  <a:lnTo>
                    <a:pt x="656793" y="797670"/>
                  </a:lnTo>
                  <a:lnTo>
                    <a:pt x="656793" y="790852"/>
                  </a:lnTo>
                  <a:lnTo>
                    <a:pt x="656787" y="784035"/>
                  </a:lnTo>
                  <a:lnTo>
                    <a:pt x="656660" y="777217"/>
                  </a:lnTo>
                  <a:lnTo>
                    <a:pt x="656281" y="770399"/>
                  </a:lnTo>
                  <a:lnTo>
                    <a:pt x="656307" y="763582"/>
                  </a:lnTo>
                  <a:lnTo>
                    <a:pt x="656646" y="756764"/>
                  </a:lnTo>
                  <a:lnTo>
                    <a:pt x="656779" y="749946"/>
                  </a:lnTo>
                  <a:lnTo>
                    <a:pt x="656793" y="743128"/>
                  </a:lnTo>
                  <a:lnTo>
                    <a:pt x="656793" y="736311"/>
                  </a:lnTo>
                  <a:lnTo>
                    <a:pt x="656793" y="729493"/>
                  </a:lnTo>
                  <a:lnTo>
                    <a:pt x="656793" y="722675"/>
                  </a:lnTo>
                  <a:lnTo>
                    <a:pt x="656792" y="715858"/>
                  </a:lnTo>
                  <a:lnTo>
                    <a:pt x="656741" y="709040"/>
                  </a:lnTo>
                  <a:lnTo>
                    <a:pt x="656564" y="702222"/>
                  </a:lnTo>
                  <a:lnTo>
                    <a:pt x="656525" y="695405"/>
                  </a:lnTo>
                  <a:lnTo>
                    <a:pt x="656705" y="688587"/>
                  </a:lnTo>
                  <a:lnTo>
                    <a:pt x="656785" y="681769"/>
                  </a:lnTo>
                  <a:lnTo>
                    <a:pt x="656793" y="674951"/>
                  </a:lnTo>
                  <a:lnTo>
                    <a:pt x="656793" y="668134"/>
                  </a:lnTo>
                  <a:lnTo>
                    <a:pt x="656793" y="661316"/>
                  </a:lnTo>
                  <a:lnTo>
                    <a:pt x="656793" y="654498"/>
                  </a:lnTo>
                  <a:lnTo>
                    <a:pt x="656793" y="647681"/>
                  </a:lnTo>
                  <a:lnTo>
                    <a:pt x="656793" y="640863"/>
                  </a:lnTo>
                  <a:lnTo>
                    <a:pt x="656792" y="634045"/>
                  </a:lnTo>
                  <a:lnTo>
                    <a:pt x="656767" y="627228"/>
                  </a:lnTo>
                  <a:lnTo>
                    <a:pt x="656650" y="620410"/>
                  </a:lnTo>
                  <a:lnTo>
                    <a:pt x="656527" y="613592"/>
                  </a:lnTo>
                  <a:lnTo>
                    <a:pt x="656617" y="606774"/>
                  </a:lnTo>
                  <a:lnTo>
                    <a:pt x="656757" y="599957"/>
                  </a:lnTo>
                  <a:lnTo>
                    <a:pt x="656792" y="593139"/>
                  </a:lnTo>
                  <a:lnTo>
                    <a:pt x="656793" y="586321"/>
                  </a:lnTo>
                  <a:lnTo>
                    <a:pt x="656786" y="579504"/>
                  </a:lnTo>
                  <a:lnTo>
                    <a:pt x="656730" y="572686"/>
                  </a:lnTo>
                  <a:lnTo>
                    <a:pt x="656578" y="565868"/>
                  </a:lnTo>
                  <a:lnTo>
                    <a:pt x="656507" y="559051"/>
                  </a:lnTo>
                  <a:lnTo>
                    <a:pt x="656718" y="552233"/>
                  </a:lnTo>
                  <a:lnTo>
                    <a:pt x="656791" y="545415"/>
                  </a:lnTo>
                  <a:lnTo>
                    <a:pt x="656793" y="538598"/>
                  </a:lnTo>
                  <a:lnTo>
                    <a:pt x="656793" y="531780"/>
                  </a:lnTo>
                  <a:lnTo>
                    <a:pt x="656782" y="524962"/>
                  </a:lnTo>
                  <a:lnTo>
                    <a:pt x="656709" y="518144"/>
                  </a:lnTo>
                  <a:lnTo>
                    <a:pt x="656553" y="511327"/>
                  </a:lnTo>
                  <a:lnTo>
                    <a:pt x="656543" y="504509"/>
                  </a:lnTo>
                  <a:lnTo>
                    <a:pt x="656731" y="497691"/>
                  </a:lnTo>
                  <a:lnTo>
                    <a:pt x="656791" y="490874"/>
                  </a:lnTo>
                  <a:lnTo>
                    <a:pt x="656793" y="484056"/>
                  </a:lnTo>
                  <a:lnTo>
                    <a:pt x="656793" y="477238"/>
                  </a:lnTo>
                  <a:lnTo>
                    <a:pt x="656793" y="470421"/>
                  </a:lnTo>
                  <a:lnTo>
                    <a:pt x="656793" y="463603"/>
                  </a:lnTo>
                  <a:lnTo>
                    <a:pt x="656793" y="456785"/>
                  </a:lnTo>
                  <a:lnTo>
                    <a:pt x="656793" y="449967"/>
                  </a:lnTo>
                  <a:lnTo>
                    <a:pt x="656793" y="443150"/>
                  </a:lnTo>
                  <a:lnTo>
                    <a:pt x="656793" y="436332"/>
                  </a:lnTo>
                  <a:lnTo>
                    <a:pt x="656793" y="429514"/>
                  </a:lnTo>
                  <a:lnTo>
                    <a:pt x="656793" y="422697"/>
                  </a:lnTo>
                  <a:lnTo>
                    <a:pt x="656793" y="415879"/>
                  </a:lnTo>
                  <a:lnTo>
                    <a:pt x="656793" y="409061"/>
                  </a:lnTo>
                  <a:lnTo>
                    <a:pt x="656793" y="402244"/>
                  </a:lnTo>
                  <a:lnTo>
                    <a:pt x="656793" y="395426"/>
                  </a:lnTo>
                  <a:lnTo>
                    <a:pt x="656793" y="388608"/>
                  </a:lnTo>
                  <a:lnTo>
                    <a:pt x="656793" y="381791"/>
                  </a:lnTo>
                  <a:lnTo>
                    <a:pt x="656793" y="374973"/>
                  </a:lnTo>
                  <a:lnTo>
                    <a:pt x="656793" y="368155"/>
                  </a:lnTo>
                  <a:lnTo>
                    <a:pt x="656793" y="361337"/>
                  </a:lnTo>
                  <a:lnTo>
                    <a:pt x="656793" y="354520"/>
                  </a:lnTo>
                  <a:lnTo>
                    <a:pt x="656793" y="347702"/>
                  </a:lnTo>
                  <a:lnTo>
                    <a:pt x="656793" y="340884"/>
                  </a:lnTo>
                  <a:lnTo>
                    <a:pt x="656793" y="334067"/>
                  </a:lnTo>
                  <a:lnTo>
                    <a:pt x="656793" y="327249"/>
                  </a:lnTo>
                  <a:lnTo>
                    <a:pt x="656793" y="320431"/>
                  </a:lnTo>
                  <a:lnTo>
                    <a:pt x="656793" y="313614"/>
                  </a:lnTo>
                  <a:lnTo>
                    <a:pt x="656793" y="306796"/>
                  </a:lnTo>
                  <a:lnTo>
                    <a:pt x="656793" y="299978"/>
                  </a:lnTo>
                  <a:lnTo>
                    <a:pt x="656793" y="293160"/>
                  </a:lnTo>
                  <a:lnTo>
                    <a:pt x="656793" y="286343"/>
                  </a:lnTo>
                  <a:lnTo>
                    <a:pt x="656793" y="279525"/>
                  </a:lnTo>
                  <a:lnTo>
                    <a:pt x="656793" y="272707"/>
                  </a:lnTo>
                  <a:lnTo>
                    <a:pt x="656793" y="265890"/>
                  </a:lnTo>
                  <a:lnTo>
                    <a:pt x="656793" y="259072"/>
                  </a:lnTo>
                  <a:lnTo>
                    <a:pt x="656793" y="252254"/>
                  </a:lnTo>
                  <a:lnTo>
                    <a:pt x="656793" y="245437"/>
                  </a:lnTo>
                  <a:lnTo>
                    <a:pt x="656793" y="238619"/>
                  </a:lnTo>
                  <a:lnTo>
                    <a:pt x="656793" y="231801"/>
                  </a:lnTo>
                  <a:lnTo>
                    <a:pt x="656793" y="224983"/>
                  </a:lnTo>
                  <a:lnTo>
                    <a:pt x="656793" y="218166"/>
                  </a:lnTo>
                  <a:lnTo>
                    <a:pt x="656793" y="211348"/>
                  </a:lnTo>
                  <a:lnTo>
                    <a:pt x="656793" y="204530"/>
                  </a:lnTo>
                  <a:lnTo>
                    <a:pt x="656793" y="197713"/>
                  </a:lnTo>
                  <a:lnTo>
                    <a:pt x="656793" y="190895"/>
                  </a:lnTo>
                  <a:lnTo>
                    <a:pt x="656793" y="184077"/>
                  </a:lnTo>
                  <a:lnTo>
                    <a:pt x="656793" y="177260"/>
                  </a:lnTo>
                  <a:lnTo>
                    <a:pt x="656793" y="170442"/>
                  </a:lnTo>
                  <a:lnTo>
                    <a:pt x="656793" y="163624"/>
                  </a:lnTo>
                  <a:lnTo>
                    <a:pt x="656793" y="156807"/>
                  </a:lnTo>
                  <a:lnTo>
                    <a:pt x="656793" y="149989"/>
                  </a:lnTo>
                  <a:lnTo>
                    <a:pt x="656793" y="143171"/>
                  </a:lnTo>
                  <a:lnTo>
                    <a:pt x="656793" y="136353"/>
                  </a:lnTo>
                  <a:lnTo>
                    <a:pt x="656793" y="129536"/>
                  </a:lnTo>
                  <a:lnTo>
                    <a:pt x="656793" y="122718"/>
                  </a:lnTo>
                  <a:lnTo>
                    <a:pt x="656793" y="115900"/>
                  </a:lnTo>
                  <a:lnTo>
                    <a:pt x="656793" y="109083"/>
                  </a:lnTo>
                  <a:lnTo>
                    <a:pt x="656793" y="102265"/>
                  </a:lnTo>
                  <a:lnTo>
                    <a:pt x="656793" y="95447"/>
                  </a:lnTo>
                  <a:lnTo>
                    <a:pt x="656793" y="88630"/>
                  </a:lnTo>
                  <a:lnTo>
                    <a:pt x="656793" y="81812"/>
                  </a:lnTo>
                  <a:lnTo>
                    <a:pt x="656793" y="74994"/>
                  </a:lnTo>
                  <a:lnTo>
                    <a:pt x="656793" y="68176"/>
                  </a:lnTo>
                  <a:lnTo>
                    <a:pt x="656793" y="61359"/>
                  </a:lnTo>
                  <a:lnTo>
                    <a:pt x="656793" y="54541"/>
                  </a:lnTo>
                  <a:lnTo>
                    <a:pt x="656793" y="47723"/>
                  </a:lnTo>
                  <a:lnTo>
                    <a:pt x="656793" y="40906"/>
                  </a:lnTo>
                  <a:lnTo>
                    <a:pt x="656793" y="34088"/>
                  </a:lnTo>
                  <a:lnTo>
                    <a:pt x="656793" y="27270"/>
                  </a:lnTo>
                  <a:lnTo>
                    <a:pt x="656792" y="20453"/>
                  </a:lnTo>
                  <a:lnTo>
                    <a:pt x="656761" y="13635"/>
                  </a:lnTo>
                  <a:lnTo>
                    <a:pt x="656632" y="6817"/>
                  </a:lnTo>
                  <a:lnTo>
                    <a:pt x="656532" y="0"/>
                  </a:lnTo>
                  <a:lnTo>
                    <a:pt x="657054" y="0"/>
                  </a:lnTo>
                  <a:lnTo>
                    <a:pt x="656954" y="6817"/>
                  </a:lnTo>
                  <a:lnTo>
                    <a:pt x="656825" y="13635"/>
                  </a:lnTo>
                  <a:lnTo>
                    <a:pt x="656794" y="20453"/>
                  </a:lnTo>
                  <a:lnTo>
                    <a:pt x="656793" y="27270"/>
                  </a:lnTo>
                  <a:lnTo>
                    <a:pt x="656793" y="34088"/>
                  </a:lnTo>
                  <a:lnTo>
                    <a:pt x="656793" y="40906"/>
                  </a:lnTo>
                  <a:lnTo>
                    <a:pt x="656793" y="47723"/>
                  </a:lnTo>
                  <a:lnTo>
                    <a:pt x="656793" y="54541"/>
                  </a:lnTo>
                  <a:lnTo>
                    <a:pt x="656793" y="61359"/>
                  </a:lnTo>
                  <a:lnTo>
                    <a:pt x="656793" y="68176"/>
                  </a:lnTo>
                  <a:lnTo>
                    <a:pt x="656793" y="74994"/>
                  </a:lnTo>
                  <a:lnTo>
                    <a:pt x="656793" y="81812"/>
                  </a:lnTo>
                  <a:lnTo>
                    <a:pt x="656793" y="88630"/>
                  </a:lnTo>
                  <a:lnTo>
                    <a:pt x="656793" y="95447"/>
                  </a:lnTo>
                  <a:lnTo>
                    <a:pt x="656793" y="102265"/>
                  </a:lnTo>
                  <a:lnTo>
                    <a:pt x="656793" y="109083"/>
                  </a:lnTo>
                  <a:lnTo>
                    <a:pt x="656793" y="115900"/>
                  </a:lnTo>
                  <a:lnTo>
                    <a:pt x="656793" y="122718"/>
                  </a:lnTo>
                  <a:lnTo>
                    <a:pt x="656793" y="129536"/>
                  </a:lnTo>
                  <a:lnTo>
                    <a:pt x="656793" y="136353"/>
                  </a:lnTo>
                  <a:lnTo>
                    <a:pt x="656793" y="143171"/>
                  </a:lnTo>
                  <a:lnTo>
                    <a:pt x="656793" y="149989"/>
                  </a:lnTo>
                  <a:lnTo>
                    <a:pt x="656793" y="156807"/>
                  </a:lnTo>
                  <a:lnTo>
                    <a:pt x="656793" y="163624"/>
                  </a:lnTo>
                  <a:lnTo>
                    <a:pt x="656793" y="170442"/>
                  </a:lnTo>
                  <a:lnTo>
                    <a:pt x="656793" y="177260"/>
                  </a:lnTo>
                  <a:lnTo>
                    <a:pt x="656793" y="184077"/>
                  </a:lnTo>
                  <a:lnTo>
                    <a:pt x="656793" y="190895"/>
                  </a:lnTo>
                  <a:lnTo>
                    <a:pt x="656793" y="197713"/>
                  </a:lnTo>
                  <a:lnTo>
                    <a:pt x="656793" y="204530"/>
                  </a:lnTo>
                  <a:lnTo>
                    <a:pt x="656793" y="211348"/>
                  </a:lnTo>
                  <a:lnTo>
                    <a:pt x="656793" y="218166"/>
                  </a:lnTo>
                  <a:lnTo>
                    <a:pt x="656793" y="224983"/>
                  </a:lnTo>
                  <a:lnTo>
                    <a:pt x="656793" y="231801"/>
                  </a:lnTo>
                  <a:lnTo>
                    <a:pt x="656793" y="238619"/>
                  </a:lnTo>
                  <a:lnTo>
                    <a:pt x="656793" y="245437"/>
                  </a:lnTo>
                  <a:lnTo>
                    <a:pt x="656793" y="252254"/>
                  </a:lnTo>
                  <a:lnTo>
                    <a:pt x="656793" y="259072"/>
                  </a:lnTo>
                  <a:lnTo>
                    <a:pt x="656793" y="265890"/>
                  </a:lnTo>
                  <a:lnTo>
                    <a:pt x="656793" y="272707"/>
                  </a:lnTo>
                  <a:lnTo>
                    <a:pt x="656793" y="279525"/>
                  </a:lnTo>
                  <a:lnTo>
                    <a:pt x="656793" y="286343"/>
                  </a:lnTo>
                  <a:lnTo>
                    <a:pt x="656793" y="293160"/>
                  </a:lnTo>
                  <a:lnTo>
                    <a:pt x="656793" y="299978"/>
                  </a:lnTo>
                  <a:lnTo>
                    <a:pt x="656793" y="306796"/>
                  </a:lnTo>
                  <a:lnTo>
                    <a:pt x="656793" y="313614"/>
                  </a:lnTo>
                  <a:lnTo>
                    <a:pt x="656793" y="320431"/>
                  </a:lnTo>
                  <a:lnTo>
                    <a:pt x="656793" y="327249"/>
                  </a:lnTo>
                  <a:lnTo>
                    <a:pt x="656793" y="334067"/>
                  </a:lnTo>
                  <a:lnTo>
                    <a:pt x="656793" y="340884"/>
                  </a:lnTo>
                  <a:lnTo>
                    <a:pt x="656793" y="347702"/>
                  </a:lnTo>
                  <a:lnTo>
                    <a:pt x="656793" y="354520"/>
                  </a:lnTo>
                  <a:lnTo>
                    <a:pt x="656793" y="361337"/>
                  </a:lnTo>
                  <a:lnTo>
                    <a:pt x="656793" y="368155"/>
                  </a:lnTo>
                  <a:lnTo>
                    <a:pt x="656793" y="374973"/>
                  </a:lnTo>
                  <a:lnTo>
                    <a:pt x="656793" y="381791"/>
                  </a:lnTo>
                  <a:lnTo>
                    <a:pt x="656793" y="388608"/>
                  </a:lnTo>
                  <a:lnTo>
                    <a:pt x="656793" y="395426"/>
                  </a:lnTo>
                  <a:lnTo>
                    <a:pt x="656793" y="402244"/>
                  </a:lnTo>
                  <a:lnTo>
                    <a:pt x="656793" y="409061"/>
                  </a:lnTo>
                  <a:lnTo>
                    <a:pt x="656793" y="415879"/>
                  </a:lnTo>
                  <a:lnTo>
                    <a:pt x="656793" y="422697"/>
                  </a:lnTo>
                  <a:lnTo>
                    <a:pt x="656793" y="429514"/>
                  </a:lnTo>
                  <a:lnTo>
                    <a:pt x="656793" y="436332"/>
                  </a:lnTo>
                  <a:lnTo>
                    <a:pt x="656793" y="443150"/>
                  </a:lnTo>
                  <a:lnTo>
                    <a:pt x="656793" y="449967"/>
                  </a:lnTo>
                  <a:lnTo>
                    <a:pt x="656793" y="456785"/>
                  </a:lnTo>
                  <a:lnTo>
                    <a:pt x="656793" y="463603"/>
                  </a:lnTo>
                  <a:lnTo>
                    <a:pt x="656793" y="470421"/>
                  </a:lnTo>
                  <a:lnTo>
                    <a:pt x="656793" y="477238"/>
                  </a:lnTo>
                  <a:lnTo>
                    <a:pt x="656793" y="484056"/>
                  </a:lnTo>
                  <a:lnTo>
                    <a:pt x="656795" y="490874"/>
                  </a:lnTo>
                  <a:lnTo>
                    <a:pt x="656855" y="497691"/>
                  </a:lnTo>
                  <a:lnTo>
                    <a:pt x="657043" y="504509"/>
                  </a:lnTo>
                  <a:lnTo>
                    <a:pt x="657033" y="511327"/>
                  </a:lnTo>
                  <a:lnTo>
                    <a:pt x="656877" y="518144"/>
                  </a:lnTo>
                  <a:lnTo>
                    <a:pt x="656804" y="524962"/>
                  </a:lnTo>
                  <a:lnTo>
                    <a:pt x="656793" y="531780"/>
                  </a:lnTo>
                  <a:lnTo>
                    <a:pt x="656793" y="538598"/>
                  </a:lnTo>
                  <a:lnTo>
                    <a:pt x="656795" y="545415"/>
                  </a:lnTo>
                  <a:lnTo>
                    <a:pt x="656868" y="552233"/>
                  </a:lnTo>
                  <a:lnTo>
                    <a:pt x="657079" y="559051"/>
                  </a:lnTo>
                  <a:lnTo>
                    <a:pt x="657008" y="565868"/>
                  </a:lnTo>
                  <a:lnTo>
                    <a:pt x="656856" y="572686"/>
                  </a:lnTo>
                  <a:lnTo>
                    <a:pt x="656800" y="579504"/>
                  </a:lnTo>
                  <a:lnTo>
                    <a:pt x="656793" y="586321"/>
                  </a:lnTo>
                  <a:lnTo>
                    <a:pt x="656794" y="593139"/>
                  </a:lnTo>
                  <a:lnTo>
                    <a:pt x="656829" y="599957"/>
                  </a:lnTo>
                  <a:lnTo>
                    <a:pt x="656969" y="606774"/>
                  </a:lnTo>
                  <a:lnTo>
                    <a:pt x="657059" y="613592"/>
                  </a:lnTo>
                  <a:lnTo>
                    <a:pt x="656936" y="620410"/>
                  </a:lnTo>
                  <a:lnTo>
                    <a:pt x="656819" y="627228"/>
                  </a:lnTo>
                  <a:lnTo>
                    <a:pt x="656794" y="634045"/>
                  </a:lnTo>
                  <a:lnTo>
                    <a:pt x="656793" y="640863"/>
                  </a:lnTo>
                  <a:lnTo>
                    <a:pt x="656793" y="647681"/>
                  </a:lnTo>
                  <a:lnTo>
                    <a:pt x="656793" y="654498"/>
                  </a:lnTo>
                  <a:lnTo>
                    <a:pt x="656793" y="661316"/>
                  </a:lnTo>
                  <a:lnTo>
                    <a:pt x="656793" y="668134"/>
                  </a:lnTo>
                  <a:lnTo>
                    <a:pt x="656793" y="674951"/>
                  </a:lnTo>
                  <a:lnTo>
                    <a:pt x="656802" y="681769"/>
                  </a:lnTo>
                  <a:lnTo>
                    <a:pt x="656881" y="688587"/>
                  </a:lnTo>
                  <a:lnTo>
                    <a:pt x="657061" y="695405"/>
                  </a:lnTo>
                  <a:lnTo>
                    <a:pt x="657022" y="702222"/>
                  </a:lnTo>
                  <a:lnTo>
                    <a:pt x="656846" y="709040"/>
                  </a:lnTo>
                  <a:lnTo>
                    <a:pt x="656794" y="715858"/>
                  </a:lnTo>
                  <a:lnTo>
                    <a:pt x="656793" y="722675"/>
                  </a:lnTo>
                  <a:lnTo>
                    <a:pt x="656793" y="729493"/>
                  </a:lnTo>
                  <a:lnTo>
                    <a:pt x="656793" y="736311"/>
                  </a:lnTo>
                  <a:lnTo>
                    <a:pt x="656793" y="743128"/>
                  </a:lnTo>
                  <a:lnTo>
                    <a:pt x="656807" y="749946"/>
                  </a:lnTo>
                  <a:lnTo>
                    <a:pt x="656940" y="756764"/>
                  </a:lnTo>
                  <a:lnTo>
                    <a:pt x="657279" y="763582"/>
                  </a:lnTo>
                  <a:lnTo>
                    <a:pt x="657305" y="770399"/>
                  </a:lnTo>
                  <a:lnTo>
                    <a:pt x="656926" y="777217"/>
                  </a:lnTo>
                  <a:lnTo>
                    <a:pt x="656799" y="784035"/>
                  </a:lnTo>
                  <a:lnTo>
                    <a:pt x="656793" y="790852"/>
                  </a:lnTo>
                  <a:lnTo>
                    <a:pt x="656793" y="797670"/>
                  </a:lnTo>
                  <a:lnTo>
                    <a:pt x="656793" y="804488"/>
                  </a:lnTo>
                  <a:lnTo>
                    <a:pt x="656793" y="811305"/>
                  </a:lnTo>
                  <a:lnTo>
                    <a:pt x="656794" y="818123"/>
                  </a:lnTo>
                  <a:lnTo>
                    <a:pt x="656816" y="824941"/>
                  </a:lnTo>
                  <a:lnTo>
                    <a:pt x="656921" y="831758"/>
                  </a:lnTo>
                  <a:lnTo>
                    <a:pt x="657051" y="838576"/>
                  </a:lnTo>
                  <a:lnTo>
                    <a:pt x="656988" y="845394"/>
                  </a:lnTo>
                  <a:lnTo>
                    <a:pt x="656836" y="852212"/>
                  </a:lnTo>
                  <a:lnTo>
                    <a:pt x="656794" y="859029"/>
                  </a:lnTo>
                  <a:lnTo>
                    <a:pt x="656793" y="865847"/>
                  </a:lnTo>
                  <a:lnTo>
                    <a:pt x="656793" y="872665"/>
                  </a:lnTo>
                  <a:lnTo>
                    <a:pt x="656793" y="879482"/>
                  </a:lnTo>
                  <a:lnTo>
                    <a:pt x="656809" y="886300"/>
                  </a:lnTo>
                  <a:lnTo>
                    <a:pt x="656900" y="893118"/>
                  </a:lnTo>
                  <a:lnTo>
                    <a:pt x="657048" y="899935"/>
                  </a:lnTo>
                  <a:lnTo>
                    <a:pt x="657011" y="906753"/>
                  </a:lnTo>
                  <a:lnTo>
                    <a:pt x="656843" y="913571"/>
                  </a:lnTo>
                  <a:lnTo>
                    <a:pt x="656794" y="920389"/>
                  </a:lnTo>
                  <a:lnTo>
                    <a:pt x="656793" y="927206"/>
                  </a:lnTo>
                  <a:lnTo>
                    <a:pt x="656793" y="934024"/>
                  </a:lnTo>
                  <a:lnTo>
                    <a:pt x="656793" y="940842"/>
                  </a:lnTo>
                  <a:lnTo>
                    <a:pt x="656811" y="947659"/>
                  </a:lnTo>
                  <a:lnTo>
                    <a:pt x="656922" y="954477"/>
                  </a:lnTo>
                  <a:lnTo>
                    <a:pt x="657100" y="961295"/>
                  </a:lnTo>
                  <a:lnTo>
                    <a:pt x="656973" y="968112"/>
                  </a:lnTo>
                  <a:lnTo>
                    <a:pt x="656936" y="974930"/>
                  </a:lnTo>
                  <a:lnTo>
                    <a:pt x="657094" y="981748"/>
                  </a:lnTo>
                  <a:lnTo>
                    <a:pt x="656977" y="988566"/>
                  </a:lnTo>
                  <a:lnTo>
                    <a:pt x="656827" y="995383"/>
                  </a:lnTo>
                  <a:lnTo>
                    <a:pt x="656794" y="1002201"/>
                  </a:lnTo>
                  <a:lnTo>
                    <a:pt x="656806" y="1009019"/>
                  </a:lnTo>
                  <a:lnTo>
                    <a:pt x="656933" y="1015836"/>
                  </a:lnTo>
                  <a:lnTo>
                    <a:pt x="657179" y="1022654"/>
                  </a:lnTo>
                  <a:lnTo>
                    <a:pt x="656991" y="1029472"/>
                  </a:lnTo>
                  <a:lnTo>
                    <a:pt x="657138" y="1036289"/>
                  </a:lnTo>
                  <a:lnTo>
                    <a:pt x="657273" y="1043107"/>
                  </a:lnTo>
                  <a:lnTo>
                    <a:pt x="657229" y="1049925"/>
                  </a:lnTo>
                  <a:lnTo>
                    <a:pt x="657246" y="1056742"/>
                  </a:lnTo>
                  <a:lnTo>
                    <a:pt x="657072" y="1063560"/>
                  </a:lnTo>
                  <a:lnTo>
                    <a:pt x="657185" y="1070378"/>
                  </a:lnTo>
                  <a:lnTo>
                    <a:pt x="656910" y="1077196"/>
                  </a:lnTo>
                  <a:lnTo>
                    <a:pt x="656799" y="1084013"/>
                  </a:lnTo>
                  <a:lnTo>
                    <a:pt x="656793" y="1090831"/>
                  </a:lnTo>
                  <a:lnTo>
                    <a:pt x="656794" y="1097649"/>
                  </a:lnTo>
                  <a:lnTo>
                    <a:pt x="656822" y="1104466"/>
                  </a:lnTo>
                  <a:lnTo>
                    <a:pt x="657058" y="1111284"/>
                  </a:lnTo>
                  <a:lnTo>
                    <a:pt x="657459" y="1118102"/>
                  </a:lnTo>
                  <a:lnTo>
                    <a:pt x="657085" y="1124919"/>
                  </a:lnTo>
                  <a:lnTo>
                    <a:pt x="656899" y="1131737"/>
                  </a:lnTo>
                  <a:lnTo>
                    <a:pt x="657053" y="1138555"/>
                  </a:lnTo>
                  <a:lnTo>
                    <a:pt x="657138" y="1145373"/>
                  </a:lnTo>
                  <a:lnTo>
                    <a:pt x="657223" y="1152190"/>
                  </a:lnTo>
                  <a:lnTo>
                    <a:pt x="656966" y="1159008"/>
                  </a:lnTo>
                  <a:lnTo>
                    <a:pt x="656821" y="1165826"/>
                  </a:lnTo>
                  <a:lnTo>
                    <a:pt x="656891" y="1172643"/>
                  </a:lnTo>
                  <a:lnTo>
                    <a:pt x="657134" y="1179461"/>
                  </a:lnTo>
                  <a:lnTo>
                    <a:pt x="656987" y="1186279"/>
                  </a:lnTo>
                  <a:lnTo>
                    <a:pt x="656960" y="1193096"/>
                  </a:lnTo>
                  <a:lnTo>
                    <a:pt x="657110" y="1199914"/>
                  </a:lnTo>
                  <a:lnTo>
                    <a:pt x="656947" y="1206732"/>
                  </a:lnTo>
                  <a:lnTo>
                    <a:pt x="656817" y="1213549"/>
                  </a:lnTo>
                  <a:lnTo>
                    <a:pt x="656794" y="1220367"/>
                  </a:lnTo>
                  <a:lnTo>
                    <a:pt x="656793" y="1227185"/>
                  </a:lnTo>
                  <a:lnTo>
                    <a:pt x="656794" y="1234003"/>
                  </a:lnTo>
                  <a:lnTo>
                    <a:pt x="656838" y="1240820"/>
                  </a:lnTo>
                  <a:lnTo>
                    <a:pt x="657064" y="1247638"/>
                  </a:lnTo>
                  <a:lnTo>
                    <a:pt x="657349" y="1254456"/>
                  </a:lnTo>
                  <a:lnTo>
                    <a:pt x="657267" y="1261273"/>
                  </a:lnTo>
                  <a:lnTo>
                    <a:pt x="657175" y="1268091"/>
                  </a:lnTo>
                  <a:lnTo>
                    <a:pt x="656978" y="1274909"/>
                  </a:lnTo>
                  <a:lnTo>
                    <a:pt x="656922" y="1281726"/>
                  </a:lnTo>
                  <a:lnTo>
                    <a:pt x="657213" y="1288544"/>
                  </a:lnTo>
                  <a:lnTo>
                    <a:pt x="657297" y="1295362"/>
                  </a:lnTo>
                  <a:lnTo>
                    <a:pt x="657028" y="1302180"/>
                  </a:lnTo>
                  <a:lnTo>
                    <a:pt x="656833" y="1308997"/>
                  </a:lnTo>
                  <a:lnTo>
                    <a:pt x="656794" y="1315815"/>
                  </a:lnTo>
                  <a:lnTo>
                    <a:pt x="656794" y="1322633"/>
                  </a:lnTo>
                  <a:lnTo>
                    <a:pt x="656836" y="1329450"/>
                  </a:lnTo>
                  <a:lnTo>
                    <a:pt x="657055" y="1336268"/>
                  </a:lnTo>
                  <a:lnTo>
                    <a:pt x="657332" y="1343086"/>
                  </a:lnTo>
                  <a:lnTo>
                    <a:pt x="657165" y="1349903"/>
                  </a:lnTo>
                  <a:lnTo>
                    <a:pt x="656873" y="1356721"/>
                  </a:lnTo>
                  <a:lnTo>
                    <a:pt x="656876" y="1363539"/>
                  </a:lnTo>
                  <a:lnTo>
                    <a:pt x="657188" y="1370357"/>
                  </a:lnTo>
                  <a:lnTo>
                    <a:pt x="657458" y="1377174"/>
                  </a:lnTo>
                  <a:lnTo>
                    <a:pt x="657470" y="1383992"/>
                  </a:lnTo>
                  <a:lnTo>
                    <a:pt x="657299" y="1390810"/>
                  </a:lnTo>
                  <a:lnTo>
                    <a:pt x="657021" y="1397627"/>
                  </a:lnTo>
                  <a:lnTo>
                    <a:pt x="656833" y="1404445"/>
                  </a:lnTo>
                  <a:lnTo>
                    <a:pt x="656794" y="1411263"/>
                  </a:lnTo>
                  <a:lnTo>
                    <a:pt x="656793" y="1418080"/>
                  </a:lnTo>
                  <a:lnTo>
                    <a:pt x="656795" y="1424898"/>
                  </a:lnTo>
                  <a:lnTo>
                    <a:pt x="656859" y="1431716"/>
                  </a:lnTo>
                  <a:lnTo>
                    <a:pt x="657121" y="1438533"/>
                  </a:lnTo>
                  <a:lnTo>
                    <a:pt x="657315" y="1445351"/>
                  </a:lnTo>
                  <a:lnTo>
                    <a:pt x="657124" y="1452169"/>
                  </a:lnTo>
                  <a:lnTo>
                    <a:pt x="656957" y="1458987"/>
                  </a:lnTo>
                  <a:lnTo>
                    <a:pt x="657086" y="1465804"/>
                  </a:lnTo>
                  <a:lnTo>
                    <a:pt x="657253" y="1472622"/>
                  </a:lnTo>
                  <a:lnTo>
                    <a:pt x="657264" y="1479440"/>
                  </a:lnTo>
                  <a:lnTo>
                    <a:pt x="657182" y="1486257"/>
                  </a:lnTo>
                  <a:lnTo>
                    <a:pt x="657142" y="1493075"/>
                  </a:lnTo>
                  <a:lnTo>
                    <a:pt x="657143" y="1499893"/>
                  </a:lnTo>
                  <a:lnTo>
                    <a:pt x="657207" y="1506710"/>
                  </a:lnTo>
                  <a:lnTo>
                    <a:pt x="657275" y="1513528"/>
                  </a:lnTo>
                  <a:lnTo>
                    <a:pt x="657162" y="1520346"/>
                  </a:lnTo>
                  <a:lnTo>
                    <a:pt x="657065" y="1527164"/>
                  </a:lnTo>
                  <a:lnTo>
                    <a:pt x="657068" y="1533981"/>
                  </a:lnTo>
                  <a:lnTo>
                    <a:pt x="657057" y="1540799"/>
                  </a:lnTo>
                  <a:lnTo>
                    <a:pt x="657035" y="1547617"/>
                  </a:lnTo>
                  <a:lnTo>
                    <a:pt x="657384" y="1554434"/>
                  </a:lnTo>
                  <a:lnTo>
                    <a:pt x="657582" y="1561252"/>
                  </a:lnTo>
                  <a:lnTo>
                    <a:pt x="657111" y="1568070"/>
                  </a:lnTo>
                  <a:lnTo>
                    <a:pt x="656835" y="1574887"/>
                  </a:lnTo>
                  <a:lnTo>
                    <a:pt x="656795" y="1581705"/>
                  </a:lnTo>
                  <a:lnTo>
                    <a:pt x="656818" y="1588523"/>
                  </a:lnTo>
                  <a:lnTo>
                    <a:pt x="656967" y="1595341"/>
                  </a:lnTo>
                  <a:lnTo>
                    <a:pt x="657231" y="1602158"/>
                  </a:lnTo>
                  <a:lnTo>
                    <a:pt x="657210" y="1608976"/>
                  </a:lnTo>
                  <a:lnTo>
                    <a:pt x="656997" y="1615794"/>
                  </a:lnTo>
                  <a:lnTo>
                    <a:pt x="656855" y="1622611"/>
                  </a:lnTo>
                  <a:lnTo>
                    <a:pt x="656986" y="1629429"/>
                  </a:lnTo>
                  <a:lnTo>
                    <a:pt x="657316" y="1636247"/>
                  </a:lnTo>
                  <a:lnTo>
                    <a:pt x="657252" y="1643064"/>
                  </a:lnTo>
                  <a:lnTo>
                    <a:pt x="656998" y="1649882"/>
                  </a:lnTo>
                  <a:lnTo>
                    <a:pt x="657304" y="1656700"/>
                  </a:lnTo>
                  <a:lnTo>
                    <a:pt x="657848" y="1663517"/>
                  </a:lnTo>
                  <a:lnTo>
                    <a:pt x="657590" y="1670335"/>
                  </a:lnTo>
                  <a:lnTo>
                    <a:pt x="657394" y="1677153"/>
                  </a:lnTo>
                  <a:lnTo>
                    <a:pt x="657185" y="1683971"/>
                  </a:lnTo>
                  <a:lnTo>
                    <a:pt x="657355" y="1690788"/>
                  </a:lnTo>
                  <a:lnTo>
                    <a:pt x="657213" y="1697606"/>
                  </a:lnTo>
                  <a:lnTo>
                    <a:pt x="656884" y="1704424"/>
                  </a:lnTo>
                  <a:lnTo>
                    <a:pt x="656795" y="1711241"/>
                  </a:lnTo>
                  <a:lnTo>
                    <a:pt x="656794" y="1718059"/>
                  </a:lnTo>
                  <a:lnTo>
                    <a:pt x="656817" y="1724877"/>
                  </a:lnTo>
                  <a:lnTo>
                    <a:pt x="656961" y="1731694"/>
                  </a:lnTo>
                  <a:lnTo>
                    <a:pt x="657254" y="1738512"/>
                  </a:lnTo>
                  <a:lnTo>
                    <a:pt x="657261" y="1745330"/>
                  </a:lnTo>
                  <a:lnTo>
                    <a:pt x="657044" y="1752148"/>
                  </a:lnTo>
                  <a:lnTo>
                    <a:pt x="657140" y="1758965"/>
                  </a:lnTo>
                  <a:lnTo>
                    <a:pt x="656983" y="1765783"/>
                  </a:lnTo>
                  <a:lnTo>
                    <a:pt x="656830" y="1772601"/>
                  </a:lnTo>
                  <a:lnTo>
                    <a:pt x="656797" y="1779418"/>
                  </a:lnTo>
                  <a:lnTo>
                    <a:pt x="656854" y="1786236"/>
                  </a:lnTo>
                  <a:lnTo>
                    <a:pt x="657063" y="1793054"/>
                  </a:lnTo>
                  <a:lnTo>
                    <a:pt x="657188" y="1799871"/>
                  </a:lnTo>
                  <a:lnTo>
                    <a:pt x="657210" y="1806689"/>
                  </a:lnTo>
                  <a:lnTo>
                    <a:pt x="656947" y="1813507"/>
                  </a:lnTo>
                  <a:lnTo>
                    <a:pt x="656946" y="1820324"/>
                  </a:lnTo>
                  <a:lnTo>
                    <a:pt x="657151" y="1827142"/>
                  </a:lnTo>
                  <a:lnTo>
                    <a:pt x="657143" y="1833960"/>
                  </a:lnTo>
                  <a:lnTo>
                    <a:pt x="657495" y="1840778"/>
                  </a:lnTo>
                  <a:lnTo>
                    <a:pt x="657526" y="1847595"/>
                  </a:lnTo>
                  <a:lnTo>
                    <a:pt x="657058" y="1854413"/>
                  </a:lnTo>
                  <a:lnTo>
                    <a:pt x="656883" y="1861231"/>
                  </a:lnTo>
                  <a:lnTo>
                    <a:pt x="657090" y="1868048"/>
                  </a:lnTo>
                  <a:lnTo>
                    <a:pt x="657302" y="1874866"/>
                  </a:lnTo>
                  <a:lnTo>
                    <a:pt x="657143" y="1881684"/>
                  </a:lnTo>
                  <a:lnTo>
                    <a:pt x="657167" y="1888501"/>
                  </a:lnTo>
                  <a:lnTo>
                    <a:pt x="657847" y="1895319"/>
                  </a:lnTo>
                  <a:lnTo>
                    <a:pt x="658133" y="1902137"/>
                  </a:lnTo>
                  <a:lnTo>
                    <a:pt x="657662" y="1908955"/>
                  </a:lnTo>
                  <a:lnTo>
                    <a:pt x="657083" y="1915772"/>
                  </a:lnTo>
                  <a:lnTo>
                    <a:pt x="656839" y="1922590"/>
                  </a:lnTo>
                  <a:lnTo>
                    <a:pt x="656825" y="1929408"/>
                  </a:lnTo>
                  <a:lnTo>
                    <a:pt x="656998" y="1936225"/>
                  </a:lnTo>
                  <a:lnTo>
                    <a:pt x="657283" y="1943043"/>
                  </a:lnTo>
                  <a:lnTo>
                    <a:pt x="657284" y="1949861"/>
                  </a:lnTo>
                  <a:lnTo>
                    <a:pt x="657249" y="1956678"/>
                  </a:lnTo>
                  <a:lnTo>
                    <a:pt x="657100" y="1963496"/>
                  </a:lnTo>
                  <a:lnTo>
                    <a:pt x="657127" y="1970314"/>
                  </a:lnTo>
                  <a:lnTo>
                    <a:pt x="657019" y="1977132"/>
                  </a:lnTo>
                  <a:lnTo>
                    <a:pt x="656997" y="1983949"/>
                  </a:lnTo>
                  <a:lnTo>
                    <a:pt x="657439" y="1990767"/>
                  </a:lnTo>
                  <a:lnTo>
                    <a:pt x="657609" y="1997585"/>
                  </a:lnTo>
                  <a:lnTo>
                    <a:pt x="657493" y="2004402"/>
                  </a:lnTo>
                  <a:lnTo>
                    <a:pt x="657390" y="2011220"/>
                  </a:lnTo>
                  <a:lnTo>
                    <a:pt x="657345" y="2018038"/>
                  </a:lnTo>
                  <a:lnTo>
                    <a:pt x="657412" y="2024855"/>
                  </a:lnTo>
                  <a:lnTo>
                    <a:pt x="657371" y="2031673"/>
                  </a:lnTo>
                  <a:lnTo>
                    <a:pt x="657346" y="2038491"/>
                  </a:lnTo>
                  <a:lnTo>
                    <a:pt x="657491" y="2045308"/>
                  </a:lnTo>
                  <a:lnTo>
                    <a:pt x="657269" y="2052126"/>
                  </a:lnTo>
                  <a:lnTo>
                    <a:pt x="656949" y="2058944"/>
                  </a:lnTo>
                  <a:lnTo>
                    <a:pt x="657071" y="2065762"/>
                  </a:lnTo>
                  <a:lnTo>
                    <a:pt x="657310" y="2072579"/>
                  </a:lnTo>
                  <a:lnTo>
                    <a:pt x="657391" y="2079397"/>
                  </a:lnTo>
                  <a:lnTo>
                    <a:pt x="657195" y="2086215"/>
                  </a:lnTo>
                  <a:lnTo>
                    <a:pt x="656973" y="2093032"/>
                  </a:lnTo>
                  <a:lnTo>
                    <a:pt x="657053" y="2099850"/>
                  </a:lnTo>
                  <a:lnTo>
                    <a:pt x="657064" y="2106668"/>
                  </a:lnTo>
                  <a:lnTo>
                    <a:pt x="656989" y="2113485"/>
                  </a:lnTo>
                  <a:lnTo>
                    <a:pt x="657077" y="2120303"/>
                  </a:lnTo>
                  <a:lnTo>
                    <a:pt x="657175" y="2127121"/>
                  </a:lnTo>
                  <a:lnTo>
                    <a:pt x="657499" y="2133939"/>
                  </a:lnTo>
                  <a:lnTo>
                    <a:pt x="658059" y="2140756"/>
                  </a:lnTo>
                  <a:lnTo>
                    <a:pt x="658009" y="2147574"/>
                  </a:lnTo>
                  <a:lnTo>
                    <a:pt x="657332" y="2154392"/>
                  </a:lnTo>
                  <a:lnTo>
                    <a:pt x="657103" y="2161209"/>
                  </a:lnTo>
                  <a:lnTo>
                    <a:pt x="657143" y="2168027"/>
                  </a:lnTo>
                  <a:lnTo>
                    <a:pt x="657153" y="2174845"/>
                  </a:lnTo>
                  <a:lnTo>
                    <a:pt x="657277" y="2181662"/>
                  </a:lnTo>
                  <a:lnTo>
                    <a:pt x="657146" y="2188480"/>
                  </a:lnTo>
                  <a:lnTo>
                    <a:pt x="656951" y="2195298"/>
                  </a:lnTo>
                  <a:lnTo>
                    <a:pt x="657277" y="2202115"/>
                  </a:lnTo>
                  <a:lnTo>
                    <a:pt x="657809" y="2208933"/>
                  </a:lnTo>
                  <a:lnTo>
                    <a:pt x="657611" y="2215751"/>
                  </a:lnTo>
                  <a:lnTo>
                    <a:pt x="657083" y="2222569"/>
                  </a:lnTo>
                  <a:lnTo>
                    <a:pt x="657190" y="2229386"/>
                  </a:lnTo>
                  <a:lnTo>
                    <a:pt x="657583" y="2236204"/>
                  </a:lnTo>
                  <a:lnTo>
                    <a:pt x="657725" y="2243022"/>
                  </a:lnTo>
                  <a:lnTo>
                    <a:pt x="657666" y="2249839"/>
                  </a:lnTo>
                  <a:lnTo>
                    <a:pt x="657548" y="2256657"/>
                  </a:lnTo>
                  <a:lnTo>
                    <a:pt x="657739" y="2263475"/>
                  </a:lnTo>
                  <a:lnTo>
                    <a:pt x="658481" y="2270292"/>
                  </a:lnTo>
                  <a:lnTo>
                    <a:pt x="658708" y="2277110"/>
                  </a:lnTo>
                  <a:lnTo>
                    <a:pt x="658751" y="2283928"/>
                  </a:lnTo>
                  <a:lnTo>
                    <a:pt x="658169" y="2290746"/>
                  </a:lnTo>
                  <a:lnTo>
                    <a:pt x="658086" y="2297563"/>
                  </a:lnTo>
                  <a:lnTo>
                    <a:pt x="657874" y="2304381"/>
                  </a:lnTo>
                  <a:lnTo>
                    <a:pt x="657483" y="2311199"/>
                  </a:lnTo>
                  <a:lnTo>
                    <a:pt x="657151" y="2318016"/>
                  </a:lnTo>
                  <a:lnTo>
                    <a:pt x="657613" y="2324834"/>
                  </a:lnTo>
                  <a:lnTo>
                    <a:pt x="658199" y="2331652"/>
                  </a:lnTo>
                  <a:lnTo>
                    <a:pt x="657959" y="2338469"/>
                  </a:lnTo>
                  <a:lnTo>
                    <a:pt x="657640" y="2345287"/>
                  </a:lnTo>
                  <a:lnTo>
                    <a:pt x="658599" y="2352105"/>
                  </a:lnTo>
                  <a:lnTo>
                    <a:pt x="659116" y="2358923"/>
                  </a:lnTo>
                  <a:lnTo>
                    <a:pt x="658378" y="2365740"/>
                  </a:lnTo>
                  <a:lnTo>
                    <a:pt x="657660" y="2372558"/>
                  </a:lnTo>
                  <a:lnTo>
                    <a:pt x="657731" y="2379376"/>
                  </a:lnTo>
                  <a:lnTo>
                    <a:pt x="657731" y="2386193"/>
                  </a:lnTo>
                  <a:lnTo>
                    <a:pt x="657782" y="2393011"/>
                  </a:lnTo>
                  <a:lnTo>
                    <a:pt x="657799" y="2399829"/>
                  </a:lnTo>
                  <a:lnTo>
                    <a:pt x="658019" y="2406646"/>
                  </a:lnTo>
                  <a:lnTo>
                    <a:pt x="657950" y="2413464"/>
                  </a:lnTo>
                  <a:lnTo>
                    <a:pt x="658111" y="2420282"/>
                  </a:lnTo>
                  <a:lnTo>
                    <a:pt x="658671" y="2427099"/>
                  </a:lnTo>
                  <a:lnTo>
                    <a:pt x="658504" y="2433917"/>
                  </a:lnTo>
                  <a:lnTo>
                    <a:pt x="657880" y="2440735"/>
                  </a:lnTo>
                  <a:lnTo>
                    <a:pt x="657817" y="2447553"/>
                  </a:lnTo>
                  <a:lnTo>
                    <a:pt x="658264" y="2454370"/>
                  </a:lnTo>
                  <a:lnTo>
                    <a:pt x="659102" y="2461188"/>
                  </a:lnTo>
                  <a:lnTo>
                    <a:pt x="659143" y="2468006"/>
                  </a:lnTo>
                  <a:lnTo>
                    <a:pt x="657889" y="2474823"/>
                  </a:lnTo>
                  <a:lnTo>
                    <a:pt x="657118" y="2481641"/>
                  </a:lnTo>
                  <a:lnTo>
                    <a:pt x="657268" y="2488459"/>
                  </a:lnTo>
                  <a:lnTo>
                    <a:pt x="657667" y="2495276"/>
                  </a:lnTo>
                  <a:lnTo>
                    <a:pt x="658379" y="2502094"/>
                  </a:lnTo>
                  <a:lnTo>
                    <a:pt x="658455" y="2508912"/>
                  </a:lnTo>
                  <a:lnTo>
                    <a:pt x="658344" y="2515730"/>
                  </a:lnTo>
                  <a:lnTo>
                    <a:pt x="658630" y="2522547"/>
                  </a:lnTo>
                  <a:lnTo>
                    <a:pt x="658633" y="2529365"/>
                  </a:lnTo>
                  <a:lnTo>
                    <a:pt x="658602" y="2536183"/>
                  </a:lnTo>
                  <a:lnTo>
                    <a:pt x="658845" y="2543000"/>
                  </a:lnTo>
                  <a:lnTo>
                    <a:pt x="658542" y="2549818"/>
                  </a:lnTo>
                  <a:lnTo>
                    <a:pt x="657596" y="2556636"/>
                  </a:lnTo>
                  <a:lnTo>
                    <a:pt x="657450" y="2563453"/>
                  </a:lnTo>
                  <a:lnTo>
                    <a:pt x="658014" y="2570271"/>
                  </a:lnTo>
                  <a:lnTo>
                    <a:pt x="658896" y="2577089"/>
                  </a:lnTo>
                  <a:lnTo>
                    <a:pt x="659434" y="2583907"/>
                  </a:lnTo>
                  <a:lnTo>
                    <a:pt x="658749" y="2590724"/>
                  </a:lnTo>
                  <a:lnTo>
                    <a:pt x="658749" y="2597542"/>
                  </a:lnTo>
                  <a:lnTo>
                    <a:pt x="659440" y="2604360"/>
                  </a:lnTo>
                  <a:lnTo>
                    <a:pt x="659674" y="2611177"/>
                  </a:lnTo>
                  <a:lnTo>
                    <a:pt x="659535" y="2617995"/>
                  </a:lnTo>
                  <a:lnTo>
                    <a:pt x="659537" y="2624813"/>
                  </a:lnTo>
                  <a:lnTo>
                    <a:pt x="659491" y="2631630"/>
                  </a:lnTo>
                  <a:lnTo>
                    <a:pt x="659247" y="2638448"/>
                  </a:lnTo>
                  <a:lnTo>
                    <a:pt x="658923" y="2645266"/>
                  </a:lnTo>
                  <a:lnTo>
                    <a:pt x="658923" y="2652083"/>
                  </a:lnTo>
                  <a:lnTo>
                    <a:pt x="659486" y="2658901"/>
                  </a:lnTo>
                  <a:lnTo>
                    <a:pt x="659682" y="2665719"/>
                  </a:lnTo>
                  <a:lnTo>
                    <a:pt x="658545" y="2672537"/>
                  </a:lnTo>
                  <a:lnTo>
                    <a:pt x="657593" y="2679354"/>
                  </a:lnTo>
                  <a:lnTo>
                    <a:pt x="657952" y="2686172"/>
                  </a:lnTo>
                  <a:lnTo>
                    <a:pt x="658560" y="2692990"/>
                  </a:lnTo>
                  <a:lnTo>
                    <a:pt x="658723" y="2699807"/>
                  </a:lnTo>
                  <a:lnTo>
                    <a:pt x="659041" y="2706625"/>
                  </a:lnTo>
                  <a:lnTo>
                    <a:pt x="659577" y="2713443"/>
                  </a:lnTo>
                  <a:lnTo>
                    <a:pt x="658976" y="2720260"/>
                  </a:lnTo>
                  <a:lnTo>
                    <a:pt x="658340" y="2727078"/>
                  </a:lnTo>
                  <a:lnTo>
                    <a:pt x="659105" y="2733896"/>
                  </a:lnTo>
                  <a:lnTo>
                    <a:pt x="659211" y="2740714"/>
                  </a:lnTo>
                  <a:lnTo>
                    <a:pt x="658507" y="2747531"/>
                  </a:lnTo>
                  <a:lnTo>
                    <a:pt x="658577" y="2754349"/>
                  </a:lnTo>
                  <a:lnTo>
                    <a:pt x="658908" y="2761167"/>
                  </a:lnTo>
                  <a:lnTo>
                    <a:pt x="659428" y="2767984"/>
                  </a:lnTo>
                  <a:lnTo>
                    <a:pt x="660000" y="2774802"/>
                  </a:lnTo>
                  <a:lnTo>
                    <a:pt x="659943" y="2781620"/>
                  </a:lnTo>
                  <a:lnTo>
                    <a:pt x="659588" y="2788437"/>
                  </a:lnTo>
                  <a:lnTo>
                    <a:pt x="659553" y="2795255"/>
                  </a:lnTo>
                  <a:lnTo>
                    <a:pt x="659674" y="2802073"/>
                  </a:lnTo>
                  <a:lnTo>
                    <a:pt x="659577" y="2808890"/>
                  </a:lnTo>
                  <a:lnTo>
                    <a:pt x="659577" y="2815708"/>
                  </a:lnTo>
                  <a:lnTo>
                    <a:pt x="658993" y="2822526"/>
                  </a:lnTo>
                  <a:lnTo>
                    <a:pt x="658295" y="2829344"/>
                  </a:lnTo>
                  <a:lnTo>
                    <a:pt x="658624" y="2836161"/>
                  </a:lnTo>
                  <a:lnTo>
                    <a:pt x="659211" y="2842979"/>
                  </a:lnTo>
                  <a:lnTo>
                    <a:pt x="659827" y="2849797"/>
                  </a:lnTo>
                  <a:lnTo>
                    <a:pt x="660365" y="2856614"/>
                  </a:lnTo>
                  <a:lnTo>
                    <a:pt x="659972" y="2863432"/>
                  </a:lnTo>
                  <a:lnTo>
                    <a:pt x="659697" y="2870250"/>
                  </a:lnTo>
                  <a:lnTo>
                    <a:pt x="659729" y="2877067"/>
                  </a:lnTo>
                  <a:lnTo>
                    <a:pt x="659746" y="2883885"/>
                  </a:lnTo>
                  <a:lnTo>
                    <a:pt x="660016" y="2890703"/>
                  </a:lnTo>
                  <a:lnTo>
                    <a:pt x="659747" y="2897521"/>
                  </a:lnTo>
                  <a:lnTo>
                    <a:pt x="658151" y="2904338"/>
                  </a:lnTo>
                  <a:lnTo>
                    <a:pt x="658088" y="2911156"/>
                  </a:lnTo>
                  <a:lnTo>
                    <a:pt x="659555" y="2917974"/>
                  </a:lnTo>
                  <a:lnTo>
                    <a:pt x="661043" y="2924791"/>
                  </a:lnTo>
                  <a:lnTo>
                    <a:pt x="660594" y="2931609"/>
                  </a:lnTo>
                  <a:lnTo>
                    <a:pt x="660657" y="2938427"/>
                  </a:lnTo>
                  <a:lnTo>
                    <a:pt x="661820" y="2945244"/>
                  </a:lnTo>
                  <a:lnTo>
                    <a:pt x="662337" y="2952062"/>
                  </a:lnTo>
                  <a:lnTo>
                    <a:pt x="661336" y="2958880"/>
                  </a:lnTo>
                  <a:lnTo>
                    <a:pt x="660912" y="2965698"/>
                  </a:lnTo>
                  <a:lnTo>
                    <a:pt x="661641" y="2972515"/>
                  </a:lnTo>
                  <a:lnTo>
                    <a:pt x="663026" y="2979333"/>
                  </a:lnTo>
                  <a:lnTo>
                    <a:pt x="663549" y="2986151"/>
                  </a:lnTo>
                  <a:lnTo>
                    <a:pt x="663827" y="2992968"/>
                  </a:lnTo>
                  <a:lnTo>
                    <a:pt x="662411" y="2999786"/>
                  </a:lnTo>
                  <a:lnTo>
                    <a:pt x="661305" y="3006604"/>
                  </a:lnTo>
                  <a:lnTo>
                    <a:pt x="661300" y="3013421"/>
                  </a:lnTo>
                  <a:lnTo>
                    <a:pt x="661146" y="3020239"/>
                  </a:lnTo>
                  <a:lnTo>
                    <a:pt x="661459" y="3027057"/>
                  </a:lnTo>
                  <a:lnTo>
                    <a:pt x="662848" y="3033874"/>
                  </a:lnTo>
                  <a:lnTo>
                    <a:pt x="663098" y="3040692"/>
                  </a:lnTo>
                  <a:lnTo>
                    <a:pt x="663086" y="3047510"/>
                  </a:lnTo>
                  <a:lnTo>
                    <a:pt x="663330" y="3054328"/>
                  </a:lnTo>
                  <a:lnTo>
                    <a:pt x="664527" y="3061145"/>
                  </a:lnTo>
                  <a:lnTo>
                    <a:pt x="663882" y="3067963"/>
                  </a:lnTo>
                  <a:lnTo>
                    <a:pt x="663702" y="3074781"/>
                  </a:lnTo>
                  <a:lnTo>
                    <a:pt x="664257" y="3081598"/>
                  </a:lnTo>
                  <a:lnTo>
                    <a:pt x="663952" y="3088416"/>
                  </a:lnTo>
                  <a:lnTo>
                    <a:pt x="664275" y="3095234"/>
                  </a:lnTo>
                  <a:lnTo>
                    <a:pt x="664080" y="3102051"/>
                  </a:lnTo>
                  <a:lnTo>
                    <a:pt x="663626" y="3108869"/>
                  </a:lnTo>
                  <a:lnTo>
                    <a:pt x="664776" y="3115687"/>
                  </a:lnTo>
                  <a:lnTo>
                    <a:pt x="666968" y="3122505"/>
                  </a:lnTo>
                  <a:lnTo>
                    <a:pt x="668985" y="3129322"/>
                  </a:lnTo>
                  <a:lnTo>
                    <a:pt x="668108" y="3136140"/>
                  </a:lnTo>
                  <a:lnTo>
                    <a:pt x="666764" y="3142958"/>
                  </a:lnTo>
                  <a:lnTo>
                    <a:pt x="667494" y="3149775"/>
                  </a:lnTo>
                  <a:lnTo>
                    <a:pt x="668297" y="3156593"/>
                  </a:lnTo>
                  <a:lnTo>
                    <a:pt x="667821" y="3163411"/>
                  </a:lnTo>
                  <a:lnTo>
                    <a:pt x="668612" y="3170228"/>
                  </a:lnTo>
                  <a:lnTo>
                    <a:pt x="669473" y="3177046"/>
                  </a:lnTo>
                  <a:lnTo>
                    <a:pt x="671372" y="3183864"/>
                  </a:lnTo>
                  <a:lnTo>
                    <a:pt x="674189" y="3190682"/>
                  </a:lnTo>
                  <a:lnTo>
                    <a:pt x="674880" y="3197499"/>
                  </a:lnTo>
                  <a:lnTo>
                    <a:pt x="674818" y="3204317"/>
                  </a:lnTo>
                  <a:lnTo>
                    <a:pt x="673437" y="3211135"/>
                  </a:lnTo>
                  <a:lnTo>
                    <a:pt x="675007" y="3217952"/>
                  </a:lnTo>
                  <a:lnTo>
                    <a:pt x="680279" y="3224770"/>
                  </a:lnTo>
                  <a:lnTo>
                    <a:pt x="685292" y="3231588"/>
                  </a:lnTo>
                  <a:lnTo>
                    <a:pt x="686020" y="3238405"/>
                  </a:lnTo>
                  <a:lnTo>
                    <a:pt x="688795" y="3245223"/>
                  </a:lnTo>
                  <a:lnTo>
                    <a:pt x="693657" y="3252041"/>
                  </a:lnTo>
                  <a:lnTo>
                    <a:pt x="705242" y="3258858"/>
                  </a:lnTo>
                  <a:lnTo>
                    <a:pt x="718140" y="3265676"/>
                  </a:lnTo>
                  <a:lnTo>
                    <a:pt x="736989" y="3272494"/>
                  </a:lnTo>
                  <a:lnTo>
                    <a:pt x="772262" y="3279312"/>
                  </a:lnTo>
                  <a:lnTo>
                    <a:pt x="831493" y="3286129"/>
                  </a:lnTo>
                  <a:lnTo>
                    <a:pt x="905615" y="3292947"/>
                  </a:lnTo>
                  <a:lnTo>
                    <a:pt x="1001304" y="3299765"/>
                  </a:lnTo>
                  <a:lnTo>
                    <a:pt x="1115584" y="3306582"/>
                  </a:lnTo>
                  <a:lnTo>
                    <a:pt x="1206214" y="3313400"/>
                  </a:lnTo>
                  <a:lnTo>
                    <a:pt x="1269505" y="3320218"/>
                  </a:lnTo>
                  <a:lnTo>
                    <a:pt x="1313587" y="3327035"/>
                  </a:lnTo>
                  <a:lnTo>
                    <a:pt x="1301556" y="3333853"/>
                  </a:lnTo>
                  <a:lnTo>
                    <a:pt x="1233549" y="3340671"/>
                  </a:lnTo>
                  <a:lnTo>
                    <a:pt x="1147655" y="3347489"/>
                  </a:lnTo>
                  <a:lnTo>
                    <a:pt x="1058273" y="3354306"/>
                  </a:lnTo>
                  <a:lnTo>
                    <a:pt x="970927" y="3361124"/>
                  </a:lnTo>
                  <a:lnTo>
                    <a:pt x="895296" y="3367942"/>
                  </a:lnTo>
                  <a:lnTo>
                    <a:pt x="827410" y="3374759"/>
                  </a:lnTo>
                  <a:lnTo>
                    <a:pt x="777428" y="3381577"/>
                  </a:lnTo>
                  <a:lnTo>
                    <a:pt x="746255" y="3388395"/>
                  </a:lnTo>
                  <a:lnTo>
                    <a:pt x="724704" y="3395212"/>
                  </a:lnTo>
                  <a:lnTo>
                    <a:pt x="709378" y="3402030"/>
                  </a:lnTo>
                  <a:lnTo>
                    <a:pt x="698116" y="3408848"/>
                  </a:lnTo>
                  <a:lnTo>
                    <a:pt x="690472" y="3415665"/>
                  </a:lnTo>
                  <a:lnTo>
                    <a:pt x="684896" y="3422483"/>
                  </a:lnTo>
                  <a:lnTo>
                    <a:pt x="680303" y="3429301"/>
                  </a:lnTo>
                  <a:lnTo>
                    <a:pt x="676460" y="3436119"/>
                  </a:lnTo>
                  <a:lnTo>
                    <a:pt x="671908" y="3442936"/>
                  </a:lnTo>
                  <a:lnTo>
                    <a:pt x="667440" y="3449754"/>
                  </a:lnTo>
                  <a:lnTo>
                    <a:pt x="664801" y="3456572"/>
                  </a:lnTo>
                  <a:lnTo>
                    <a:pt x="662798" y="3463389"/>
                  </a:lnTo>
                  <a:lnTo>
                    <a:pt x="660409" y="3470207"/>
                  </a:lnTo>
                  <a:lnTo>
                    <a:pt x="658534" y="3477025"/>
                  </a:lnTo>
                  <a:lnTo>
                    <a:pt x="657525" y="3483842"/>
                  </a:lnTo>
                  <a:close/>
                </a:path>
              </a:pathLst>
            </a:custGeom>
            <a:solidFill>
              <a:srgbClr val="4472C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0880160" y="7723779"/>
              <a:ext cx="37631" cy="0"/>
            </a:xfrm>
            <a:custGeom>
              <a:avLst/>
              <a:pathLst>
                <a:path w="37631" h="0">
                  <a:moveTo>
                    <a:pt x="0" y="0"/>
                  </a:moveTo>
                  <a:lnTo>
                    <a:pt x="37631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0898976" y="7723779"/>
              <a:ext cx="0" cy="165858"/>
            </a:xfrm>
            <a:custGeom>
              <a:avLst/>
              <a:pathLst>
                <a:path w="0" h="165858">
                  <a:moveTo>
                    <a:pt x="0" y="0"/>
                  </a:moveTo>
                  <a:lnTo>
                    <a:pt x="0" y="165858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0880160" y="7889637"/>
              <a:ext cx="37631" cy="0"/>
            </a:xfrm>
            <a:custGeom>
              <a:avLst/>
              <a:pathLst>
                <a:path w="37631" h="0">
                  <a:moveTo>
                    <a:pt x="0" y="0"/>
                  </a:moveTo>
                  <a:lnTo>
                    <a:pt x="37631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10823713" y="7786000"/>
              <a:ext cx="150526" cy="41535"/>
            </a:xfrm>
            <a:custGeom>
              <a:avLst/>
              <a:pathLst>
                <a:path w="150526" h="41535">
                  <a:moveTo>
                    <a:pt x="0" y="0"/>
                  </a:moveTo>
                  <a:lnTo>
                    <a:pt x="0" y="41535"/>
                  </a:lnTo>
                  <a:lnTo>
                    <a:pt x="150526" y="41535"/>
                  </a:lnTo>
                  <a:lnTo>
                    <a:pt x="150526" y="0"/>
                  </a:lnTo>
                  <a:close/>
                </a:path>
              </a:pathLst>
            </a:custGeom>
            <a:solidFill>
              <a:srgbClr val="F2975A">
                <a:alpha val="29803"/>
              </a:srgbClr>
            </a:solidFill>
            <a:ln w="13550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0823713" y="7807247"/>
              <a:ext cx="150526" cy="0"/>
            </a:xfrm>
            <a:custGeom>
              <a:avLst/>
              <a:pathLst>
                <a:path w="150526" h="0">
                  <a:moveTo>
                    <a:pt x="0" y="0"/>
                  </a:moveTo>
                  <a:lnTo>
                    <a:pt x="150526" y="0"/>
                  </a:lnTo>
                </a:path>
              </a:pathLst>
            </a:custGeom>
            <a:ln w="27101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2385425" y="7685319"/>
              <a:ext cx="37631" cy="0"/>
            </a:xfrm>
            <a:custGeom>
              <a:avLst/>
              <a:pathLst>
                <a:path w="37631" h="0">
                  <a:moveTo>
                    <a:pt x="0" y="0"/>
                  </a:moveTo>
                  <a:lnTo>
                    <a:pt x="37631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12404241" y="7685319"/>
              <a:ext cx="0" cy="170876"/>
            </a:xfrm>
            <a:custGeom>
              <a:avLst/>
              <a:pathLst>
                <a:path w="0" h="170876">
                  <a:moveTo>
                    <a:pt x="0" y="0"/>
                  </a:moveTo>
                  <a:lnTo>
                    <a:pt x="0" y="170876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12385425" y="7856196"/>
              <a:ext cx="37631" cy="0"/>
            </a:xfrm>
            <a:custGeom>
              <a:avLst/>
              <a:pathLst>
                <a:path w="37631" h="0">
                  <a:moveTo>
                    <a:pt x="0" y="0"/>
                  </a:moveTo>
                  <a:lnTo>
                    <a:pt x="37631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12328977" y="7749514"/>
              <a:ext cx="150526" cy="42812"/>
            </a:xfrm>
            <a:custGeom>
              <a:avLst/>
              <a:pathLst>
                <a:path w="150526" h="42812">
                  <a:moveTo>
                    <a:pt x="0" y="0"/>
                  </a:moveTo>
                  <a:lnTo>
                    <a:pt x="0" y="42812"/>
                  </a:lnTo>
                  <a:lnTo>
                    <a:pt x="150526" y="42812"/>
                  </a:lnTo>
                  <a:lnTo>
                    <a:pt x="150526" y="0"/>
                  </a:lnTo>
                  <a:close/>
                </a:path>
              </a:pathLst>
            </a:custGeom>
            <a:solidFill>
              <a:srgbClr val="4472C4">
                <a:alpha val="29803"/>
              </a:srgbClr>
            </a:solidFill>
            <a:ln w="13550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12328977" y="7771818"/>
              <a:ext cx="150526" cy="0"/>
            </a:xfrm>
            <a:custGeom>
              <a:avLst/>
              <a:pathLst>
                <a:path w="150526" h="0">
                  <a:moveTo>
                    <a:pt x="0" y="0"/>
                  </a:moveTo>
                  <a:lnTo>
                    <a:pt x="150526" y="0"/>
                  </a:lnTo>
                </a:path>
              </a:pathLst>
            </a:custGeom>
            <a:ln w="27101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10937924" y="3215010"/>
              <a:ext cx="1427367" cy="2060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 &lt; 2.22e-16</a:t>
              </a:r>
            </a:p>
          </p:txBody>
        </p:sp>
        <p:sp>
          <p:nvSpPr>
            <p:cNvPr id="73" name="pl73"/>
            <p:cNvSpPr/>
            <p:nvPr/>
          </p:nvSpPr>
          <p:spPr>
            <a:xfrm>
              <a:off x="12404241" y="3472782"/>
              <a:ext cx="0" cy="115540"/>
            </a:xfrm>
            <a:custGeom>
              <a:avLst/>
              <a:pathLst>
                <a:path w="0" h="115540">
                  <a:moveTo>
                    <a:pt x="0" y="115540"/>
                  </a:moveTo>
                  <a:lnTo>
                    <a:pt x="0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10898976" y="3472782"/>
              <a:ext cx="1505264" cy="0"/>
            </a:xfrm>
            <a:custGeom>
              <a:avLst/>
              <a:pathLst>
                <a:path w="1505264" h="0">
                  <a:moveTo>
                    <a:pt x="1505264" y="0"/>
                  </a:moveTo>
                  <a:lnTo>
                    <a:pt x="0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10898976" y="3472782"/>
              <a:ext cx="0" cy="115540"/>
            </a:xfrm>
            <a:custGeom>
              <a:avLst/>
              <a:pathLst>
                <a:path w="0" h="115540">
                  <a:moveTo>
                    <a:pt x="0" y="0"/>
                  </a:moveTo>
                  <a:lnTo>
                    <a:pt x="0" y="11554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9995817" y="3014888"/>
              <a:ext cx="3311582" cy="5176015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2471044" y="2645721"/>
              <a:ext cx="3311582" cy="369167"/>
            </a:xfrm>
            <a:prstGeom prst="rect">
              <a:avLst/>
            </a:prstGeom>
            <a:solidFill>
              <a:srgbClr val="F0F0F0">
                <a:alpha val="100000"/>
              </a:srgbClr>
            </a:solidFill>
            <a:ln w="17246" cap="rnd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tx78"/>
            <p:cNvSpPr/>
            <p:nvPr/>
          </p:nvSpPr>
          <p:spPr>
            <a:xfrm>
              <a:off x="3209557" y="2679802"/>
              <a:ext cx="1834554" cy="237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Downregulated</a:t>
              </a:r>
            </a:p>
          </p:txBody>
        </p:sp>
        <p:sp>
          <p:nvSpPr>
            <p:cNvPr id="79" name="rc79"/>
            <p:cNvSpPr/>
            <p:nvPr/>
          </p:nvSpPr>
          <p:spPr>
            <a:xfrm>
              <a:off x="6233430" y="2645721"/>
              <a:ext cx="3311582" cy="369167"/>
            </a:xfrm>
            <a:prstGeom prst="rect">
              <a:avLst/>
            </a:prstGeom>
            <a:solidFill>
              <a:srgbClr val="F0F0F0">
                <a:alpha val="100000"/>
              </a:srgbClr>
            </a:solidFill>
            <a:ln w="17246" cap="rnd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tx80"/>
            <p:cNvSpPr/>
            <p:nvPr/>
          </p:nvSpPr>
          <p:spPr>
            <a:xfrm>
              <a:off x="7148306" y="2679802"/>
              <a:ext cx="1481832" cy="237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Upregulated</a:t>
              </a:r>
            </a:p>
          </p:txBody>
        </p:sp>
        <p:sp>
          <p:nvSpPr>
            <p:cNvPr id="81" name="rc81"/>
            <p:cNvSpPr/>
            <p:nvPr/>
          </p:nvSpPr>
          <p:spPr>
            <a:xfrm>
              <a:off x="9995817" y="2645721"/>
              <a:ext cx="3311582" cy="369167"/>
            </a:xfrm>
            <a:prstGeom prst="rect">
              <a:avLst/>
            </a:prstGeom>
            <a:solidFill>
              <a:srgbClr val="F0F0F0">
                <a:alpha val="100000"/>
              </a:srgbClr>
            </a:solidFill>
            <a:ln w="17246" cap="rnd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tx82"/>
            <p:cNvSpPr/>
            <p:nvPr/>
          </p:nvSpPr>
          <p:spPr>
            <a:xfrm>
              <a:off x="10219076" y="2679802"/>
              <a:ext cx="2865065" cy="237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Non-misegulated genes</a:t>
              </a:r>
            </a:p>
          </p:txBody>
        </p:sp>
        <p:sp>
          <p:nvSpPr>
            <p:cNvPr id="83" name="pl83"/>
            <p:cNvSpPr/>
            <p:nvPr/>
          </p:nvSpPr>
          <p:spPr>
            <a:xfrm>
              <a:off x="2471044" y="8190903"/>
              <a:ext cx="3311582" cy="0"/>
            </a:xfrm>
            <a:custGeom>
              <a:avLst/>
              <a:pathLst>
                <a:path w="3311582" h="0">
                  <a:moveTo>
                    <a:pt x="0" y="0"/>
                  </a:moveTo>
                  <a:lnTo>
                    <a:pt x="3311582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374202" y="8190903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4879467" y="8190903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tx86"/>
            <p:cNvSpPr/>
            <p:nvPr/>
          </p:nvSpPr>
          <p:spPr>
            <a:xfrm>
              <a:off x="3070717" y="8258832"/>
              <a:ext cx="606970" cy="186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Col-0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596942" y="8208603"/>
              <a:ext cx="565050" cy="2367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i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ubp5</a:t>
              </a:r>
            </a:p>
          </p:txBody>
        </p:sp>
        <p:sp>
          <p:nvSpPr>
            <p:cNvPr id="88" name="pl88"/>
            <p:cNvSpPr/>
            <p:nvPr/>
          </p:nvSpPr>
          <p:spPr>
            <a:xfrm>
              <a:off x="6233430" y="8190903"/>
              <a:ext cx="3311582" cy="0"/>
            </a:xfrm>
            <a:custGeom>
              <a:avLst/>
              <a:pathLst>
                <a:path w="3311582" h="0">
                  <a:moveTo>
                    <a:pt x="0" y="0"/>
                  </a:moveTo>
                  <a:lnTo>
                    <a:pt x="3311582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7136589" y="8190903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8641854" y="8190903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tx91"/>
            <p:cNvSpPr/>
            <p:nvPr/>
          </p:nvSpPr>
          <p:spPr>
            <a:xfrm>
              <a:off x="6833104" y="8258832"/>
              <a:ext cx="606970" cy="186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Col-0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8359329" y="8208603"/>
              <a:ext cx="565050" cy="2367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i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ubp5</a:t>
              </a:r>
            </a:p>
          </p:txBody>
        </p:sp>
        <p:sp>
          <p:nvSpPr>
            <p:cNvPr id="93" name="pl93"/>
            <p:cNvSpPr/>
            <p:nvPr/>
          </p:nvSpPr>
          <p:spPr>
            <a:xfrm>
              <a:off x="9995817" y="8190903"/>
              <a:ext cx="3311582" cy="0"/>
            </a:xfrm>
            <a:custGeom>
              <a:avLst/>
              <a:pathLst>
                <a:path w="3311582" h="0">
                  <a:moveTo>
                    <a:pt x="0" y="0"/>
                  </a:moveTo>
                  <a:lnTo>
                    <a:pt x="3311582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10898976" y="8190903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12404241" y="8190903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tx96"/>
            <p:cNvSpPr/>
            <p:nvPr/>
          </p:nvSpPr>
          <p:spPr>
            <a:xfrm>
              <a:off x="10595491" y="8258832"/>
              <a:ext cx="606970" cy="186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Col-0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12121715" y="8208603"/>
              <a:ext cx="565050" cy="2367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i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ubp5</a:t>
              </a:r>
            </a:p>
          </p:txBody>
        </p:sp>
        <p:sp>
          <p:nvSpPr>
            <p:cNvPr id="98" name="pl98"/>
            <p:cNvSpPr/>
            <p:nvPr/>
          </p:nvSpPr>
          <p:spPr>
            <a:xfrm>
              <a:off x="9995817" y="3014888"/>
              <a:ext cx="0" cy="5176015"/>
            </a:xfrm>
            <a:custGeom>
              <a:avLst/>
              <a:pathLst>
                <a:path w="0" h="5176015">
                  <a:moveTo>
                    <a:pt x="0" y="5176015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tx99"/>
            <p:cNvSpPr/>
            <p:nvPr/>
          </p:nvSpPr>
          <p:spPr>
            <a:xfrm>
              <a:off x="9774843" y="7863170"/>
              <a:ext cx="141262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9774843" y="6481814"/>
              <a:ext cx="141262" cy="1772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9633581" y="5095248"/>
              <a:ext cx="282525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9633581" y="3713891"/>
              <a:ext cx="282525" cy="1772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03" name="pl103"/>
            <p:cNvSpPr/>
            <p:nvPr/>
          </p:nvSpPr>
          <p:spPr>
            <a:xfrm>
              <a:off x="9951533" y="795563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9951533" y="6571669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9951533" y="5187707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9951533" y="3803746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6233430" y="3014888"/>
              <a:ext cx="0" cy="5176015"/>
            </a:xfrm>
            <a:custGeom>
              <a:avLst/>
              <a:pathLst>
                <a:path w="0" h="5176015">
                  <a:moveTo>
                    <a:pt x="0" y="5176015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tx108"/>
            <p:cNvSpPr/>
            <p:nvPr/>
          </p:nvSpPr>
          <p:spPr>
            <a:xfrm>
              <a:off x="6012457" y="7863170"/>
              <a:ext cx="141262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6012457" y="6481814"/>
              <a:ext cx="141262" cy="1772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5871194" y="5095248"/>
              <a:ext cx="282525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5871194" y="3713891"/>
              <a:ext cx="282525" cy="1772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12" name="pl112"/>
            <p:cNvSpPr/>
            <p:nvPr/>
          </p:nvSpPr>
          <p:spPr>
            <a:xfrm>
              <a:off x="6189146" y="795563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6189146" y="6571669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6189146" y="5187707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6189146" y="3803746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2471044" y="3014888"/>
              <a:ext cx="0" cy="5176015"/>
            </a:xfrm>
            <a:custGeom>
              <a:avLst/>
              <a:pathLst>
                <a:path w="0" h="5176015">
                  <a:moveTo>
                    <a:pt x="0" y="5176015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tx117"/>
            <p:cNvSpPr/>
            <p:nvPr/>
          </p:nvSpPr>
          <p:spPr>
            <a:xfrm>
              <a:off x="2250070" y="7863170"/>
              <a:ext cx="141262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2250070" y="6481814"/>
              <a:ext cx="141262" cy="1772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2108807" y="5095248"/>
              <a:ext cx="282525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2108807" y="3713891"/>
              <a:ext cx="282525" cy="1772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21" name="pl121"/>
            <p:cNvSpPr/>
            <p:nvPr/>
          </p:nvSpPr>
          <p:spPr>
            <a:xfrm>
              <a:off x="2426760" y="795563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2426760" y="6571669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2426760" y="5187707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2426760" y="3803746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tx125"/>
            <p:cNvSpPr/>
            <p:nvPr/>
          </p:nvSpPr>
          <p:spPr>
            <a:xfrm rot="-5400000">
              <a:off x="-183246" y="5454223"/>
              <a:ext cx="3934643" cy="2973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Average signal gene body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6713665" y="2033250"/>
              <a:ext cx="2351112" cy="2803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0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H3K27 levels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3429000" y="1691481"/>
            <a:ext cx="8229600" cy="7315200"/>
            <a:chOff x="3429000" y="1691481"/>
            <a:chExt cx="8229600" cy="7315200"/>
          </a:xfrm>
        </p:grpSpPr>
        <p:sp>
          <p:nvSpPr>
            <p:cNvPr id="3" name="rc3"/>
            <p:cNvSpPr/>
            <p:nvPr/>
          </p:nvSpPr>
          <p:spPr>
            <a:xfrm>
              <a:off x="3429000" y="1691481"/>
              <a:ext cx="82296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3429000" y="1691481"/>
              <a:ext cx="8229600" cy="73151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4318478" y="2645721"/>
              <a:ext cx="7160121" cy="554518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318478" y="7938850"/>
              <a:ext cx="7160121" cy="0"/>
            </a:xfrm>
            <a:custGeom>
              <a:avLst/>
              <a:pathLst>
                <a:path w="7160121" h="0">
                  <a:moveTo>
                    <a:pt x="0" y="0"/>
                  </a:moveTo>
                  <a:lnTo>
                    <a:pt x="7160121" y="0"/>
                  </a:lnTo>
                  <a:lnTo>
                    <a:pt x="7160121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318478" y="6818611"/>
              <a:ext cx="7160121" cy="0"/>
            </a:xfrm>
            <a:custGeom>
              <a:avLst/>
              <a:pathLst>
                <a:path w="7160121" h="0">
                  <a:moveTo>
                    <a:pt x="0" y="0"/>
                  </a:moveTo>
                  <a:lnTo>
                    <a:pt x="7160121" y="0"/>
                  </a:lnTo>
                  <a:lnTo>
                    <a:pt x="7160121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318478" y="5698372"/>
              <a:ext cx="7160121" cy="0"/>
            </a:xfrm>
            <a:custGeom>
              <a:avLst/>
              <a:pathLst>
                <a:path w="7160121" h="0">
                  <a:moveTo>
                    <a:pt x="0" y="0"/>
                  </a:moveTo>
                  <a:lnTo>
                    <a:pt x="7160121" y="0"/>
                  </a:lnTo>
                  <a:lnTo>
                    <a:pt x="7160121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318478" y="4578133"/>
              <a:ext cx="7160121" cy="0"/>
            </a:xfrm>
            <a:custGeom>
              <a:avLst/>
              <a:pathLst>
                <a:path w="7160121" h="0">
                  <a:moveTo>
                    <a:pt x="0" y="0"/>
                  </a:moveTo>
                  <a:lnTo>
                    <a:pt x="7160121" y="0"/>
                  </a:lnTo>
                  <a:lnTo>
                    <a:pt x="7160121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318478" y="3457894"/>
              <a:ext cx="7160121" cy="0"/>
            </a:xfrm>
            <a:custGeom>
              <a:avLst/>
              <a:pathLst>
                <a:path w="7160121" h="0">
                  <a:moveTo>
                    <a:pt x="0" y="0"/>
                  </a:moveTo>
                  <a:lnTo>
                    <a:pt x="7160121" y="0"/>
                  </a:lnTo>
                  <a:lnTo>
                    <a:pt x="7160121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271239" y="2645721"/>
              <a:ext cx="0" cy="5545182"/>
            </a:xfrm>
            <a:custGeom>
              <a:avLst/>
              <a:pathLst>
                <a:path w="0" h="5545182">
                  <a:moveTo>
                    <a:pt x="0" y="554518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525839" y="2645721"/>
              <a:ext cx="0" cy="5545182"/>
            </a:xfrm>
            <a:custGeom>
              <a:avLst/>
              <a:pathLst>
                <a:path w="0" h="5545182">
                  <a:moveTo>
                    <a:pt x="0" y="554518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4806668" y="4482340"/>
              <a:ext cx="2929140" cy="2415742"/>
            </a:xfrm>
            <a:custGeom>
              <a:avLst/>
              <a:pathLst>
                <a:path w="2929140" h="2415742">
                  <a:moveTo>
                    <a:pt x="1463357" y="2415742"/>
                  </a:moveTo>
                  <a:lnTo>
                    <a:pt x="1463381" y="2411014"/>
                  </a:lnTo>
                  <a:lnTo>
                    <a:pt x="1463447" y="2406287"/>
                  </a:lnTo>
                  <a:lnTo>
                    <a:pt x="1463549" y="2401560"/>
                  </a:lnTo>
                  <a:lnTo>
                    <a:pt x="1463676" y="2396832"/>
                  </a:lnTo>
                  <a:lnTo>
                    <a:pt x="1463816" y="2392105"/>
                  </a:lnTo>
                  <a:lnTo>
                    <a:pt x="1463958" y="2387377"/>
                  </a:lnTo>
                  <a:lnTo>
                    <a:pt x="1464091" y="2382650"/>
                  </a:lnTo>
                  <a:lnTo>
                    <a:pt x="1464207" y="2377922"/>
                  </a:lnTo>
                  <a:lnTo>
                    <a:pt x="1464303" y="2373195"/>
                  </a:lnTo>
                  <a:lnTo>
                    <a:pt x="1464376" y="2368467"/>
                  </a:lnTo>
                  <a:lnTo>
                    <a:pt x="1464424" y="2363740"/>
                  </a:lnTo>
                  <a:lnTo>
                    <a:pt x="1464447" y="2359012"/>
                  </a:lnTo>
                  <a:lnTo>
                    <a:pt x="1464443" y="2354285"/>
                  </a:lnTo>
                  <a:lnTo>
                    <a:pt x="1464413" y="2349557"/>
                  </a:lnTo>
                  <a:lnTo>
                    <a:pt x="1464352" y="2344830"/>
                  </a:lnTo>
                  <a:lnTo>
                    <a:pt x="1464254" y="2340102"/>
                  </a:lnTo>
                  <a:lnTo>
                    <a:pt x="1464115" y="2335375"/>
                  </a:lnTo>
                  <a:lnTo>
                    <a:pt x="1463928" y="2330647"/>
                  </a:lnTo>
                  <a:lnTo>
                    <a:pt x="1463690" y="2325920"/>
                  </a:lnTo>
                  <a:lnTo>
                    <a:pt x="1463398" y="2321192"/>
                  </a:lnTo>
                  <a:lnTo>
                    <a:pt x="1463056" y="2316465"/>
                  </a:lnTo>
                  <a:lnTo>
                    <a:pt x="1462671" y="2311737"/>
                  </a:lnTo>
                  <a:lnTo>
                    <a:pt x="1462255" y="2307010"/>
                  </a:lnTo>
                  <a:lnTo>
                    <a:pt x="1461824" y="2302282"/>
                  </a:lnTo>
                  <a:lnTo>
                    <a:pt x="1461400" y="2297555"/>
                  </a:lnTo>
                  <a:lnTo>
                    <a:pt x="1461006" y="2292827"/>
                  </a:lnTo>
                  <a:lnTo>
                    <a:pt x="1460659" y="2288100"/>
                  </a:lnTo>
                  <a:lnTo>
                    <a:pt x="1460374" y="2283373"/>
                  </a:lnTo>
                  <a:lnTo>
                    <a:pt x="1460157" y="2278645"/>
                  </a:lnTo>
                  <a:lnTo>
                    <a:pt x="1460009" y="2273918"/>
                  </a:lnTo>
                  <a:lnTo>
                    <a:pt x="1459927" y="2269190"/>
                  </a:lnTo>
                  <a:lnTo>
                    <a:pt x="1459901" y="2264463"/>
                  </a:lnTo>
                  <a:lnTo>
                    <a:pt x="1459922" y="2259735"/>
                  </a:lnTo>
                  <a:lnTo>
                    <a:pt x="1459976" y="2255008"/>
                  </a:lnTo>
                  <a:lnTo>
                    <a:pt x="1460054" y="2250280"/>
                  </a:lnTo>
                  <a:lnTo>
                    <a:pt x="1460144" y="2245553"/>
                  </a:lnTo>
                  <a:lnTo>
                    <a:pt x="1460242" y="2240825"/>
                  </a:lnTo>
                  <a:lnTo>
                    <a:pt x="1460342" y="2236098"/>
                  </a:lnTo>
                  <a:lnTo>
                    <a:pt x="1460444" y="2231370"/>
                  </a:lnTo>
                  <a:lnTo>
                    <a:pt x="1460550" y="2226643"/>
                  </a:lnTo>
                  <a:lnTo>
                    <a:pt x="1460663" y="2221915"/>
                  </a:lnTo>
                  <a:lnTo>
                    <a:pt x="1460782" y="2217188"/>
                  </a:lnTo>
                  <a:lnTo>
                    <a:pt x="1460907" y="2212460"/>
                  </a:lnTo>
                  <a:lnTo>
                    <a:pt x="1461029" y="2207733"/>
                  </a:lnTo>
                  <a:lnTo>
                    <a:pt x="1461134" y="2203005"/>
                  </a:lnTo>
                  <a:lnTo>
                    <a:pt x="1461206" y="2198278"/>
                  </a:lnTo>
                  <a:lnTo>
                    <a:pt x="1461223" y="2193550"/>
                  </a:lnTo>
                  <a:lnTo>
                    <a:pt x="1461167" y="2188823"/>
                  </a:lnTo>
                  <a:lnTo>
                    <a:pt x="1461026" y="2184095"/>
                  </a:lnTo>
                  <a:lnTo>
                    <a:pt x="1460795" y="2179368"/>
                  </a:lnTo>
                  <a:lnTo>
                    <a:pt x="1460481" y="2174640"/>
                  </a:lnTo>
                  <a:lnTo>
                    <a:pt x="1460097" y="2169913"/>
                  </a:lnTo>
                  <a:lnTo>
                    <a:pt x="1459663" y="2165185"/>
                  </a:lnTo>
                  <a:lnTo>
                    <a:pt x="1459204" y="2160458"/>
                  </a:lnTo>
                  <a:lnTo>
                    <a:pt x="1458734" y="2155731"/>
                  </a:lnTo>
                  <a:lnTo>
                    <a:pt x="1458256" y="2151003"/>
                  </a:lnTo>
                  <a:lnTo>
                    <a:pt x="1457762" y="2146276"/>
                  </a:lnTo>
                  <a:lnTo>
                    <a:pt x="1457240" y="2141548"/>
                  </a:lnTo>
                  <a:lnTo>
                    <a:pt x="1456674" y="2136821"/>
                  </a:lnTo>
                  <a:lnTo>
                    <a:pt x="1456053" y="2132093"/>
                  </a:lnTo>
                  <a:lnTo>
                    <a:pt x="1455376" y="2127366"/>
                  </a:lnTo>
                  <a:lnTo>
                    <a:pt x="1454654" y="2122638"/>
                  </a:lnTo>
                  <a:lnTo>
                    <a:pt x="1453913" y="2117911"/>
                  </a:lnTo>
                  <a:lnTo>
                    <a:pt x="1453194" y="2113183"/>
                  </a:lnTo>
                  <a:lnTo>
                    <a:pt x="1452544" y="2108456"/>
                  </a:lnTo>
                  <a:lnTo>
                    <a:pt x="1452018" y="2103728"/>
                  </a:lnTo>
                  <a:lnTo>
                    <a:pt x="1451665" y="2099001"/>
                  </a:lnTo>
                  <a:lnTo>
                    <a:pt x="1451503" y="2094273"/>
                  </a:lnTo>
                  <a:lnTo>
                    <a:pt x="1451540" y="2089546"/>
                  </a:lnTo>
                  <a:lnTo>
                    <a:pt x="1451760" y="2084818"/>
                  </a:lnTo>
                  <a:lnTo>
                    <a:pt x="1452133" y="2080091"/>
                  </a:lnTo>
                  <a:lnTo>
                    <a:pt x="1452609" y="2075363"/>
                  </a:lnTo>
                  <a:lnTo>
                    <a:pt x="1453132" y="2070636"/>
                  </a:lnTo>
                  <a:lnTo>
                    <a:pt x="1453638" y="2065908"/>
                  </a:lnTo>
                  <a:lnTo>
                    <a:pt x="1454066" y="2061181"/>
                  </a:lnTo>
                  <a:lnTo>
                    <a:pt x="1454362" y="2056453"/>
                  </a:lnTo>
                  <a:lnTo>
                    <a:pt x="1454483" y="2051726"/>
                  </a:lnTo>
                  <a:lnTo>
                    <a:pt x="1454403" y="2046998"/>
                  </a:lnTo>
                  <a:lnTo>
                    <a:pt x="1454111" y="2042271"/>
                  </a:lnTo>
                  <a:lnTo>
                    <a:pt x="1453601" y="2037544"/>
                  </a:lnTo>
                  <a:lnTo>
                    <a:pt x="1452921" y="2032816"/>
                  </a:lnTo>
                  <a:lnTo>
                    <a:pt x="1452116" y="2028089"/>
                  </a:lnTo>
                  <a:lnTo>
                    <a:pt x="1451245" y="2023361"/>
                  </a:lnTo>
                  <a:lnTo>
                    <a:pt x="1450377" y="2018634"/>
                  </a:lnTo>
                  <a:lnTo>
                    <a:pt x="1449584" y="2013906"/>
                  </a:lnTo>
                  <a:lnTo>
                    <a:pt x="1448942" y="2009179"/>
                  </a:lnTo>
                  <a:lnTo>
                    <a:pt x="1448516" y="2004451"/>
                  </a:lnTo>
                  <a:lnTo>
                    <a:pt x="1448361" y="1999724"/>
                  </a:lnTo>
                  <a:lnTo>
                    <a:pt x="1448509" y="1994996"/>
                  </a:lnTo>
                  <a:lnTo>
                    <a:pt x="1448967" y="1990269"/>
                  </a:lnTo>
                  <a:lnTo>
                    <a:pt x="1449713" y="1985541"/>
                  </a:lnTo>
                  <a:lnTo>
                    <a:pt x="1450697" y="1980814"/>
                  </a:lnTo>
                  <a:lnTo>
                    <a:pt x="1451844" y="1976086"/>
                  </a:lnTo>
                  <a:lnTo>
                    <a:pt x="1453053" y="1971359"/>
                  </a:lnTo>
                  <a:lnTo>
                    <a:pt x="1454214" y="1966631"/>
                  </a:lnTo>
                  <a:lnTo>
                    <a:pt x="1455235" y="1961904"/>
                  </a:lnTo>
                  <a:lnTo>
                    <a:pt x="1456034" y="1957176"/>
                  </a:lnTo>
                  <a:lnTo>
                    <a:pt x="1456548" y="1952449"/>
                  </a:lnTo>
                  <a:lnTo>
                    <a:pt x="1456735" y="1947721"/>
                  </a:lnTo>
                  <a:lnTo>
                    <a:pt x="1456570" y="1942994"/>
                  </a:lnTo>
                  <a:lnTo>
                    <a:pt x="1456052" y="1938266"/>
                  </a:lnTo>
                  <a:lnTo>
                    <a:pt x="1455190" y="1933539"/>
                  </a:lnTo>
                  <a:lnTo>
                    <a:pt x="1454012" y="1928811"/>
                  </a:lnTo>
                  <a:lnTo>
                    <a:pt x="1452554" y="1924084"/>
                  </a:lnTo>
                  <a:lnTo>
                    <a:pt x="1450861" y="1919357"/>
                  </a:lnTo>
                  <a:lnTo>
                    <a:pt x="1448989" y="1914629"/>
                  </a:lnTo>
                  <a:lnTo>
                    <a:pt x="1446994" y="1909902"/>
                  </a:lnTo>
                  <a:lnTo>
                    <a:pt x="1444958" y="1905174"/>
                  </a:lnTo>
                  <a:lnTo>
                    <a:pt x="1442955" y="1900447"/>
                  </a:lnTo>
                  <a:lnTo>
                    <a:pt x="1441058" y="1895719"/>
                  </a:lnTo>
                  <a:lnTo>
                    <a:pt x="1439331" y="1890992"/>
                  </a:lnTo>
                  <a:lnTo>
                    <a:pt x="1437828" y="1886264"/>
                  </a:lnTo>
                  <a:lnTo>
                    <a:pt x="1436580" y="1881537"/>
                  </a:lnTo>
                  <a:lnTo>
                    <a:pt x="1435590" y="1876809"/>
                  </a:lnTo>
                  <a:lnTo>
                    <a:pt x="1434828" y="1872082"/>
                  </a:lnTo>
                  <a:lnTo>
                    <a:pt x="1434229" y="1867354"/>
                  </a:lnTo>
                  <a:lnTo>
                    <a:pt x="1433697" y="1862627"/>
                  </a:lnTo>
                  <a:lnTo>
                    <a:pt x="1433115" y="1857899"/>
                  </a:lnTo>
                  <a:lnTo>
                    <a:pt x="1432357" y="1853172"/>
                  </a:lnTo>
                  <a:lnTo>
                    <a:pt x="1431295" y="1848444"/>
                  </a:lnTo>
                  <a:lnTo>
                    <a:pt x="1429808" y="1843717"/>
                  </a:lnTo>
                  <a:lnTo>
                    <a:pt x="1427873" y="1838989"/>
                  </a:lnTo>
                  <a:lnTo>
                    <a:pt x="1425492" y="1834262"/>
                  </a:lnTo>
                  <a:lnTo>
                    <a:pt x="1422721" y="1829534"/>
                  </a:lnTo>
                  <a:lnTo>
                    <a:pt x="1419655" y="1824807"/>
                  </a:lnTo>
                  <a:lnTo>
                    <a:pt x="1416422" y="1820079"/>
                  </a:lnTo>
                  <a:lnTo>
                    <a:pt x="1413166" y="1815352"/>
                  </a:lnTo>
                  <a:lnTo>
                    <a:pt x="1410029" y="1810624"/>
                  </a:lnTo>
                  <a:lnTo>
                    <a:pt x="1407135" y="1805897"/>
                  </a:lnTo>
                  <a:lnTo>
                    <a:pt x="1404575" y="1801170"/>
                  </a:lnTo>
                  <a:lnTo>
                    <a:pt x="1402399" y="1796442"/>
                  </a:lnTo>
                  <a:lnTo>
                    <a:pt x="1400611" y="1791715"/>
                  </a:lnTo>
                  <a:lnTo>
                    <a:pt x="1399179" y="1786987"/>
                  </a:lnTo>
                  <a:lnTo>
                    <a:pt x="1398045" y="1782260"/>
                  </a:lnTo>
                  <a:lnTo>
                    <a:pt x="1397110" y="1777532"/>
                  </a:lnTo>
                  <a:lnTo>
                    <a:pt x="1396283" y="1772805"/>
                  </a:lnTo>
                  <a:lnTo>
                    <a:pt x="1395497" y="1768077"/>
                  </a:lnTo>
                  <a:lnTo>
                    <a:pt x="1394704" y="1763350"/>
                  </a:lnTo>
                  <a:lnTo>
                    <a:pt x="1393874" y="1758622"/>
                  </a:lnTo>
                  <a:lnTo>
                    <a:pt x="1392995" y="1753895"/>
                  </a:lnTo>
                  <a:lnTo>
                    <a:pt x="1392060" y="1749167"/>
                  </a:lnTo>
                  <a:lnTo>
                    <a:pt x="1391061" y="1744440"/>
                  </a:lnTo>
                  <a:lnTo>
                    <a:pt x="1389981" y="1739712"/>
                  </a:lnTo>
                  <a:lnTo>
                    <a:pt x="1388784" y="1734985"/>
                  </a:lnTo>
                  <a:lnTo>
                    <a:pt x="1387416" y="1730257"/>
                  </a:lnTo>
                  <a:lnTo>
                    <a:pt x="1385802" y="1725530"/>
                  </a:lnTo>
                  <a:lnTo>
                    <a:pt x="1383854" y="1720802"/>
                  </a:lnTo>
                  <a:lnTo>
                    <a:pt x="1381451" y="1716075"/>
                  </a:lnTo>
                  <a:lnTo>
                    <a:pt x="1378557" y="1711347"/>
                  </a:lnTo>
                  <a:lnTo>
                    <a:pt x="1375145" y="1706620"/>
                  </a:lnTo>
                  <a:lnTo>
                    <a:pt x="1371230" y="1701892"/>
                  </a:lnTo>
                  <a:lnTo>
                    <a:pt x="1366868" y="1697165"/>
                  </a:lnTo>
                  <a:lnTo>
                    <a:pt x="1362148" y="1692437"/>
                  </a:lnTo>
                  <a:lnTo>
                    <a:pt x="1357179" y="1687710"/>
                  </a:lnTo>
                  <a:lnTo>
                    <a:pt x="1352064" y="1682982"/>
                  </a:lnTo>
                  <a:lnTo>
                    <a:pt x="1346892" y="1678255"/>
                  </a:lnTo>
                  <a:lnTo>
                    <a:pt x="1341713" y="1673528"/>
                  </a:lnTo>
                  <a:lnTo>
                    <a:pt x="1336542" y="1668800"/>
                  </a:lnTo>
                  <a:lnTo>
                    <a:pt x="1331352" y="1664073"/>
                  </a:lnTo>
                  <a:lnTo>
                    <a:pt x="1326094" y="1659345"/>
                  </a:lnTo>
                  <a:lnTo>
                    <a:pt x="1320704" y="1654618"/>
                  </a:lnTo>
                  <a:lnTo>
                    <a:pt x="1315141" y="1649890"/>
                  </a:lnTo>
                  <a:lnTo>
                    <a:pt x="1309417" y="1645163"/>
                  </a:lnTo>
                  <a:lnTo>
                    <a:pt x="1303584" y="1640435"/>
                  </a:lnTo>
                  <a:lnTo>
                    <a:pt x="1297741" y="1635708"/>
                  </a:lnTo>
                  <a:lnTo>
                    <a:pt x="1292016" y="1630980"/>
                  </a:lnTo>
                  <a:lnTo>
                    <a:pt x="1286544" y="1626253"/>
                  </a:lnTo>
                  <a:lnTo>
                    <a:pt x="1281440" y="1621525"/>
                  </a:lnTo>
                  <a:lnTo>
                    <a:pt x="1276771" y="1616798"/>
                  </a:lnTo>
                  <a:lnTo>
                    <a:pt x="1272529" y="1612070"/>
                  </a:lnTo>
                  <a:lnTo>
                    <a:pt x="1268627" y="1607343"/>
                  </a:lnTo>
                  <a:lnTo>
                    <a:pt x="1264898" y="1602615"/>
                  </a:lnTo>
                  <a:lnTo>
                    <a:pt x="1261116" y="1597888"/>
                  </a:lnTo>
                  <a:lnTo>
                    <a:pt x="1257029" y="1593160"/>
                  </a:lnTo>
                  <a:lnTo>
                    <a:pt x="1252334" y="1588433"/>
                  </a:lnTo>
                  <a:lnTo>
                    <a:pt x="1246886" y="1583705"/>
                  </a:lnTo>
                  <a:lnTo>
                    <a:pt x="1240613" y="1578978"/>
                  </a:lnTo>
                  <a:lnTo>
                    <a:pt x="1233534" y="1574250"/>
                  </a:lnTo>
                  <a:lnTo>
                    <a:pt x="1225754" y="1569523"/>
                  </a:lnTo>
                  <a:lnTo>
                    <a:pt x="1217443" y="1564795"/>
                  </a:lnTo>
                  <a:lnTo>
                    <a:pt x="1208811" y="1560068"/>
                  </a:lnTo>
                  <a:lnTo>
                    <a:pt x="1200075" y="1555341"/>
                  </a:lnTo>
                  <a:lnTo>
                    <a:pt x="1191439" y="1550613"/>
                  </a:lnTo>
                  <a:lnTo>
                    <a:pt x="1183070" y="1545886"/>
                  </a:lnTo>
                  <a:lnTo>
                    <a:pt x="1175085" y="1541158"/>
                  </a:lnTo>
                  <a:lnTo>
                    <a:pt x="1167547" y="1536431"/>
                  </a:lnTo>
                  <a:lnTo>
                    <a:pt x="1160459" y="1531703"/>
                  </a:lnTo>
                  <a:lnTo>
                    <a:pt x="1153775" y="1526976"/>
                  </a:lnTo>
                  <a:lnTo>
                    <a:pt x="1147382" y="1522248"/>
                  </a:lnTo>
                  <a:lnTo>
                    <a:pt x="1141102" y="1517521"/>
                  </a:lnTo>
                  <a:lnTo>
                    <a:pt x="1134759" y="1512793"/>
                  </a:lnTo>
                  <a:lnTo>
                    <a:pt x="1128172" y="1508066"/>
                  </a:lnTo>
                  <a:lnTo>
                    <a:pt x="1121170" y="1503338"/>
                  </a:lnTo>
                  <a:lnTo>
                    <a:pt x="1113612" y="1498611"/>
                  </a:lnTo>
                  <a:lnTo>
                    <a:pt x="1105398" y="1493883"/>
                  </a:lnTo>
                  <a:lnTo>
                    <a:pt x="1096471" y="1489156"/>
                  </a:lnTo>
                  <a:lnTo>
                    <a:pt x="1086813" y="1484428"/>
                  </a:lnTo>
                  <a:lnTo>
                    <a:pt x="1076438" y="1479701"/>
                  </a:lnTo>
                  <a:lnTo>
                    <a:pt x="1065368" y="1474973"/>
                  </a:lnTo>
                  <a:lnTo>
                    <a:pt x="1053632" y="1470246"/>
                  </a:lnTo>
                  <a:lnTo>
                    <a:pt x="1041254" y="1465518"/>
                  </a:lnTo>
                  <a:lnTo>
                    <a:pt x="1028227" y="1460791"/>
                  </a:lnTo>
                  <a:lnTo>
                    <a:pt x="1014652" y="1456063"/>
                  </a:lnTo>
                  <a:lnTo>
                    <a:pt x="1000657" y="1451336"/>
                  </a:lnTo>
                  <a:lnTo>
                    <a:pt x="986418" y="1446608"/>
                  </a:lnTo>
                  <a:lnTo>
                    <a:pt x="972156" y="1441881"/>
                  </a:lnTo>
                  <a:lnTo>
                    <a:pt x="958105" y="1437154"/>
                  </a:lnTo>
                  <a:lnTo>
                    <a:pt x="944470" y="1432426"/>
                  </a:lnTo>
                  <a:lnTo>
                    <a:pt x="931375" y="1427699"/>
                  </a:lnTo>
                  <a:lnTo>
                    <a:pt x="918832" y="1422971"/>
                  </a:lnTo>
                  <a:lnTo>
                    <a:pt x="906729" y="1418244"/>
                  </a:lnTo>
                  <a:lnTo>
                    <a:pt x="894834" y="1413516"/>
                  </a:lnTo>
                  <a:lnTo>
                    <a:pt x="882830" y="1408789"/>
                  </a:lnTo>
                  <a:lnTo>
                    <a:pt x="870361" y="1404061"/>
                  </a:lnTo>
                  <a:lnTo>
                    <a:pt x="857052" y="1399334"/>
                  </a:lnTo>
                  <a:lnTo>
                    <a:pt x="842496" y="1394606"/>
                  </a:lnTo>
                  <a:lnTo>
                    <a:pt x="826496" y="1389879"/>
                  </a:lnTo>
                  <a:lnTo>
                    <a:pt x="808836" y="1385151"/>
                  </a:lnTo>
                  <a:lnTo>
                    <a:pt x="789330" y="1380424"/>
                  </a:lnTo>
                  <a:lnTo>
                    <a:pt x="767812" y="1375696"/>
                  </a:lnTo>
                  <a:lnTo>
                    <a:pt x="744148" y="1370969"/>
                  </a:lnTo>
                  <a:lnTo>
                    <a:pt x="718244" y="1366241"/>
                  </a:lnTo>
                  <a:lnTo>
                    <a:pt x="690071" y="1361514"/>
                  </a:lnTo>
                  <a:lnTo>
                    <a:pt x="659681" y="1356786"/>
                  </a:lnTo>
                  <a:lnTo>
                    <a:pt x="627214" y="1352059"/>
                  </a:lnTo>
                  <a:lnTo>
                    <a:pt x="592888" y="1347331"/>
                  </a:lnTo>
                  <a:lnTo>
                    <a:pt x="556980" y="1342604"/>
                  </a:lnTo>
                  <a:lnTo>
                    <a:pt x="519787" y="1337876"/>
                  </a:lnTo>
                  <a:lnTo>
                    <a:pt x="481549" y="1333149"/>
                  </a:lnTo>
                  <a:lnTo>
                    <a:pt x="442551" y="1328421"/>
                  </a:lnTo>
                  <a:lnTo>
                    <a:pt x="402995" y="1323694"/>
                  </a:lnTo>
                  <a:lnTo>
                    <a:pt x="363036" y="1318967"/>
                  </a:lnTo>
                  <a:lnTo>
                    <a:pt x="322845" y="1314239"/>
                  </a:lnTo>
                  <a:lnTo>
                    <a:pt x="282668" y="1309512"/>
                  </a:lnTo>
                  <a:lnTo>
                    <a:pt x="242861" y="1304784"/>
                  </a:lnTo>
                  <a:lnTo>
                    <a:pt x="203923" y="1300057"/>
                  </a:lnTo>
                  <a:lnTo>
                    <a:pt x="166486" y="1295329"/>
                  </a:lnTo>
                  <a:lnTo>
                    <a:pt x="131286" y="1290602"/>
                  </a:lnTo>
                  <a:lnTo>
                    <a:pt x="99100" y="1285874"/>
                  </a:lnTo>
                  <a:lnTo>
                    <a:pt x="70671" y="1281147"/>
                  </a:lnTo>
                  <a:lnTo>
                    <a:pt x="46617" y="1276419"/>
                  </a:lnTo>
                  <a:lnTo>
                    <a:pt x="27398" y="1271692"/>
                  </a:lnTo>
                  <a:lnTo>
                    <a:pt x="13565" y="1266964"/>
                  </a:lnTo>
                  <a:lnTo>
                    <a:pt x="4616" y="1262237"/>
                  </a:lnTo>
                  <a:lnTo>
                    <a:pt x="241" y="1257509"/>
                  </a:lnTo>
                  <a:lnTo>
                    <a:pt x="0" y="1252782"/>
                  </a:lnTo>
                  <a:lnTo>
                    <a:pt x="3386" y="1248054"/>
                  </a:lnTo>
                  <a:lnTo>
                    <a:pt x="9883" y="1243327"/>
                  </a:lnTo>
                  <a:lnTo>
                    <a:pt x="19007" y="1238599"/>
                  </a:lnTo>
                  <a:lnTo>
                    <a:pt x="30331" y="1233872"/>
                  </a:lnTo>
                  <a:lnTo>
                    <a:pt x="43503" y="1229144"/>
                  </a:lnTo>
                  <a:lnTo>
                    <a:pt x="58250" y="1224417"/>
                  </a:lnTo>
                  <a:lnTo>
                    <a:pt x="74386" y="1219689"/>
                  </a:lnTo>
                  <a:lnTo>
                    <a:pt x="91814" y="1214962"/>
                  </a:lnTo>
                  <a:lnTo>
                    <a:pt x="110522" y="1210234"/>
                  </a:lnTo>
                  <a:lnTo>
                    <a:pt x="130640" y="1205507"/>
                  </a:lnTo>
                  <a:lnTo>
                    <a:pt x="152304" y="1200780"/>
                  </a:lnTo>
                  <a:lnTo>
                    <a:pt x="175566" y="1196052"/>
                  </a:lnTo>
                  <a:lnTo>
                    <a:pt x="200460" y="1191325"/>
                  </a:lnTo>
                  <a:lnTo>
                    <a:pt x="226892" y="1186597"/>
                  </a:lnTo>
                  <a:lnTo>
                    <a:pt x="254602" y="1181870"/>
                  </a:lnTo>
                  <a:lnTo>
                    <a:pt x="283169" y="1177142"/>
                  </a:lnTo>
                  <a:lnTo>
                    <a:pt x="312057" y="1172415"/>
                  </a:lnTo>
                  <a:lnTo>
                    <a:pt x="340690" y="1167687"/>
                  </a:lnTo>
                  <a:lnTo>
                    <a:pt x="368569" y="1162960"/>
                  </a:lnTo>
                  <a:lnTo>
                    <a:pt x="395375" y="1158232"/>
                  </a:lnTo>
                  <a:lnTo>
                    <a:pt x="421059" y="1153505"/>
                  </a:lnTo>
                  <a:lnTo>
                    <a:pt x="445882" y="1148777"/>
                  </a:lnTo>
                  <a:lnTo>
                    <a:pt x="470392" y="1144050"/>
                  </a:lnTo>
                  <a:lnTo>
                    <a:pt x="495446" y="1139322"/>
                  </a:lnTo>
                  <a:lnTo>
                    <a:pt x="521867" y="1134595"/>
                  </a:lnTo>
                  <a:lnTo>
                    <a:pt x="550259" y="1129867"/>
                  </a:lnTo>
                  <a:lnTo>
                    <a:pt x="580932" y="1125140"/>
                  </a:lnTo>
                  <a:lnTo>
                    <a:pt x="613821" y="1120412"/>
                  </a:lnTo>
                  <a:lnTo>
                    <a:pt x="648486" y="1115685"/>
                  </a:lnTo>
                  <a:lnTo>
                    <a:pt x="684177" y="1110957"/>
                  </a:lnTo>
                  <a:lnTo>
                    <a:pt x="719949" y="1106230"/>
                  </a:lnTo>
                  <a:lnTo>
                    <a:pt x="754807" y="1101502"/>
                  </a:lnTo>
                  <a:lnTo>
                    <a:pt x="787845" y="1096775"/>
                  </a:lnTo>
                  <a:lnTo>
                    <a:pt x="818366" y="1092047"/>
                  </a:lnTo>
                  <a:lnTo>
                    <a:pt x="845952" y="1087320"/>
                  </a:lnTo>
                  <a:lnTo>
                    <a:pt x="870482" y="1082592"/>
                  </a:lnTo>
                  <a:lnTo>
                    <a:pt x="892023" y="1077865"/>
                  </a:lnTo>
                  <a:lnTo>
                    <a:pt x="910909" y="1073138"/>
                  </a:lnTo>
                  <a:lnTo>
                    <a:pt x="927759" y="1068410"/>
                  </a:lnTo>
                  <a:lnTo>
                    <a:pt x="943036" y="1063683"/>
                  </a:lnTo>
                  <a:lnTo>
                    <a:pt x="957166" y="1058955"/>
                  </a:lnTo>
                  <a:lnTo>
                    <a:pt x="970515" y="1054228"/>
                  </a:lnTo>
                  <a:lnTo>
                    <a:pt x="983390" y="1049500"/>
                  </a:lnTo>
                  <a:lnTo>
                    <a:pt x="996045" y="1044773"/>
                  </a:lnTo>
                  <a:lnTo>
                    <a:pt x="1008693" y="1040045"/>
                  </a:lnTo>
                  <a:lnTo>
                    <a:pt x="1021510" y="1035318"/>
                  </a:lnTo>
                  <a:lnTo>
                    <a:pt x="1034627" y="1030590"/>
                  </a:lnTo>
                  <a:lnTo>
                    <a:pt x="1048126" y="1025863"/>
                  </a:lnTo>
                  <a:lnTo>
                    <a:pt x="1062025" y="1021135"/>
                  </a:lnTo>
                  <a:lnTo>
                    <a:pt x="1076275" y="1016408"/>
                  </a:lnTo>
                  <a:lnTo>
                    <a:pt x="1090768" y="1011680"/>
                  </a:lnTo>
                  <a:lnTo>
                    <a:pt x="1105315" y="1006953"/>
                  </a:lnTo>
                  <a:lnTo>
                    <a:pt x="1119738" y="1002225"/>
                  </a:lnTo>
                  <a:lnTo>
                    <a:pt x="1133889" y="997498"/>
                  </a:lnTo>
                  <a:lnTo>
                    <a:pt x="1147659" y="992770"/>
                  </a:lnTo>
                  <a:lnTo>
                    <a:pt x="1160991" y="988043"/>
                  </a:lnTo>
                  <a:lnTo>
                    <a:pt x="1173876" y="983315"/>
                  </a:lnTo>
                  <a:lnTo>
                    <a:pt x="1186339" y="978588"/>
                  </a:lnTo>
                  <a:lnTo>
                    <a:pt x="1198419" y="973860"/>
                  </a:lnTo>
                  <a:lnTo>
                    <a:pt x="1210151" y="969133"/>
                  </a:lnTo>
                  <a:lnTo>
                    <a:pt x="1221553" y="964405"/>
                  </a:lnTo>
                  <a:lnTo>
                    <a:pt x="1232614" y="959678"/>
                  </a:lnTo>
                  <a:lnTo>
                    <a:pt x="1243298" y="954951"/>
                  </a:lnTo>
                  <a:lnTo>
                    <a:pt x="1253543" y="950223"/>
                  </a:lnTo>
                  <a:lnTo>
                    <a:pt x="1263252" y="945496"/>
                  </a:lnTo>
                  <a:lnTo>
                    <a:pt x="1272398" y="940768"/>
                  </a:lnTo>
                  <a:lnTo>
                    <a:pt x="1280936" y="936041"/>
                  </a:lnTo>
                  <a:lnTo>
                    <a:pt x="1288844" y="931313"/>
                  </a:lnTo>
                  <a:lnTo>
                    <a:pt x="1296123" y="926586"/>
                  </a:lnTo>
                  <a:lnTo>
                    <a:pt x="1302798" y="921858"/>
                  </a:lnTo>
                  <a:lnTo>
                    <a:pt x="1308926" y="917131"/>
                  </a:lnTo>
                  <a:lnTo>
                    <a:pt x="1314589" y="912403"/>
                  </a:lnTo>
                  <a:lnTo>
                    <a:pt x="1319888" y="907676"/>
                  </a:lnTo>
                  <a:lnTo>
                    <a:pt x="1324938" y="902948"/>
                  </a:lnTo>
                  <a:lnTo>
                    <a:pt x="1329850" y="898221"/>
                  </a:lnTo>
                  <a:lnTo>
                    <a:pt x="1334714" y="893493"/>
                  </a:lnTo>
                  <a:lnTo>
                    <a:pt x="1339584" y="888766"/>
                  </a:lnTo>
                  <a:lnTo>
                    <a:pt x="1344460" y="884038"/>
                  </a:lnTo>
                  <a:lnTo>
                    <a:pt x="1349276" y="879311"/>
                  </a:lnTo>
                  <a:lnTo>
                    <a:pt x="1353927" y="874583"/>
                  </a:lnTo>
                  <a:lnTo>
                    <a:pt x="1358295" y="869856"/>
                  </a:lnTo>
                  <a:lnTo>
                    <a:pt x="1362274" y="865128"/>
                  </a:lnTo>
                  <a:lnTo>
                    <a:pt x="1365795" y="860401"/>
                  </a:lnTo>
                  <a:lnTo>
                    <a:pt x="1368849" y="855673"/>
                  </a:lnTo>
                  <a:lnTo>
                    <a:pt x="1371488" y="850946"/>
                  </a:lnTo>
                  <a:lnTo>
                    <a:pt x="1373824" y="846218"/>
                  </a:lnTo>
                  <a:lnTo>
                    <a:pt x="1376005" y="841491"/>
                  </a:lnTo>
                  <a:lnTo>
                    <a:pt x="1378194" y="836764"/>
                  </a:lnTo>
                  <a:lnTo>
                    <a:pt x="1380535" y="832036"/>
                  </a:lnTo>
                  <a:lnTo>
                    <a:pt x="1383131" y="827309"/>
                  </a:lnTo>
                  <a:lnTo>
                    <a:pt x="1386027" y="822581"/>
                  </a:lnTo>
                  <a:lnTo>
                    <a:pt x="1389209" y="817854"/>
                  </a:lnTo>
                  <a:lnTo>
                    <a:pt x="1392556" y="813126"/>
                  </a:lnTo>
                  <a:lnTo>
                    <a:pt x="1395934" y="808399"/>
                  </a:lnTo>
                  <a:lnTo>
                    <a:pt x="1399197" y="803671"/>
                  </a:lnTo>
                  <a:lnTo>
                    <a:pt x="1402212" y="798944"/>
                  </a:lnTo>
                  <a:lnTo>
                    <a:pt x="1404871" y="794216"/>
                  </a:lnTo>
                  <a:lnTo>
                    <a:pt x="1407111" y="789489"/>
                  </a:lnTo>
                  <a:lnTo>
                    <a:pt x="1408919" y="784761"/>
                  </a:lnTo>
                  <a:lnTo>
                    <a:pt x="1410332" y="780034"/>
                  </a:lnTo>
                  <a:lnTo>
                    <a:pt x="1411427" y="775306"/>
                  </a:lnTo>
                  <a:lnTo>
                    <a:pt x="1412316" y="770579"/>
                  </a:lnTo>
                  <a:lnTo>
                    <a:pt x="1413123" y="765851"/>
                  </a:lnTo>
                  <a:lnTo>
                    <a:pt x="1413968" y="761124"/>
                  </a:lnTo>
                  <a:lnTo>
                    <a:pt x="1414962" y="756396"/>
                  </a:lnTo>
                  <a:lnTo>
                    <a:pt x="1416174" y="751669"/>
                  </a:lnTo>
                  <a:lnTo>
                    <a:pt x="1417608" y="746941"/>
                  </a:lnTo>
                  <a:lnTo>
                    <a:pt x="1419230" y="742214"/>
                  </a:lnTo>
                  <a:lnTo>
                    <a:pt x="1420974" y="737486"/>
                  </a:lnTo>
                  <a:lnTo>
                    <a:pt x="1422748" y="732759"/>
                  </a:lnTo>
                  <a:lnTo>
                    <a:pt x="1424452" y="728031"/>
                  </a:lnTo>
                  <a:lnTo>
                    <a:pt x="1425995" y="723304"/>
                  </a:lnTo>
                  <a:lnTo>
                    <a:pt x="1427310" y="718577"/>
                  </a:lnTo>
                  <a:lnTo>
                    <a:pt x="1428360" y="713849"/>
                  </a:lnTo>
                  <a:lnTo>
                    <a:pt x="1429146" y="709122"/>
                  </a:lnTo>
                  <a:lnTo>
                    <a:pt x="1429711" y="704394"/>
                  </a:lnTo>
                  <a:lnTo>
                    <a:pt x="1430128" y="699667"/>
                  </a:lnTo>
                  <a:lnTo>
                    <a:pt x="1430494" y="694939"/>
                  </a:lnTo>
                  <a:lnTo>
                    <a:pt x="1430928" y="690212"/>
                  </a:lnTo>
                  <a:lnTo>
                    <a:pt x="1431535" y="685484"/>
                  </a:lnTo>
                  <a:lnTo>
                    <a:pt x="1432388" y="680757"/>
                  </a:lnTo>
                  <a:lnTo>
                    <a:pt x="1433531" y="676029"/>
                  </a:lnTo>
                  <a:lnTo>
                    <a:pt x="1434972" y="671302"/>
                  </a:lnTo>
                  <a:lnTo>
                    <a:pt x="1436686" y="666574"/>
                  </a:lnTo>
                  <a:lnTo>
                    <a:pt x="1438623" y="661847"/>
                  </a:lnTo>
                  <a:lnTo>
                    <a:pt x="1440711" y="657119"/>
                  </a:lnTo>
                  <a:lnTo>
                    <a:pt x="1442871" y="652392"/>
                  </a:lnTo>
                  <a:lnTo>
                    <a:pt x="1445026" y="647664"/>
                  </a:lnTo>
                  <a:lnTo>
                    <a:pt x="1447106" y="642937"/>
                  </a:lnTo>
                  <a:lnTo>
                    <a:pt x="1449058" y="638209"/>
                  </a:lnTo>
                  <a:lnTo>
                    <a:pt x="1450842" y="633482"/>
                  </a:lnTo>
                  <a:lnTo>
                    <a:pt x="1452427" y="628754"/>
                  </a:lnTo>
                  <a:lnTo>
                    <a:pt x="1453798" y="624027"/>
                  </a:lnTo>
                  <a:lnTo>
                    <a:pt x="1454970" y="619299"/>
                  </a:lnTo>
                  <a:lnTo>
                    <a:pt x="1455958" y="614572"/>
                  </a:lnTo>
                  <a:lnTo>
                    <a:pt x="1456779" y="609844"/>
                  </a:lnTo>
                  <a:lnTo>
                    <a:pt x="1457456" y="605117"/>
                  </a:lnTo>
                  <a:lnTo>
                    <a:pt x="1458013" y="600390"/>
                  </a:lnTo>
                  <a:lnTo>
                    <a:pt x="1458464" y="595662"/>
                  </a:lnTo>
                  <a:lnTo>
                    <a:pt x="1458819" y="590935"/>
                  </a:lnTo>
                  <a:lnTo>
                    <a:pt x="1459072" y="586207"/>
                  </a:lnTo>
                  <a:lnTo>
                    <a:pt x="1459205" y="581480"/>
                  </a:lnTo>
                  <a:lnTo>
                    <a:pt x="1459190" y="576752"/>
                  </a:lnTo>
                  <a:lnTo>
                    <a:pt x="1458989" y="572025"/>
                  </a:lnTo>
                  <a:lnTo>
                    <a:pt x="1458562" y="567297"/>
                  </a:lnTo>
                  <a:lnTo>
                    <a:pt x="1457861" y="562570"/>
                  </a:lnTo>
                  <a:lnTo>
                    <a:pt x="1456886" y="557842"/>
                  </a:lnTo>
                  <a:lnTo>
                    <a:pt x="1455662" y="553115"/>
                  </a:lnTo>
                  <a:lnTo>
                    <a:pt x="1454244" y="548387"/>
                  </a:lnTo>
                  <a:lnTo>
                    <a:pt x="1452716" y="543660"/>
                  </a:lnTo>
                  <a:lnTo>
                    <a:pt x="1451195" y="538932"/>
                  </a:lnTo>
                  <a:lnTo>
                    <a:pt x="1449812" y="534205"/>
                  </a:lnTo>
                  <a:lnTo>
                    <a:pt x="1448701" y="529477"/>
                  </a:lnTo>
                  <a:lnTo>
                    <a:pt x="1447980" y="524750"/>
                  </a:lnTo>
                  <a:lnTo>
                    <a:pt x="1447731" y="520022"/>
                  </a:lnTo>
                  <a:lnTo>
                    <a:pt x="1447989" y="515295"/>
                  </a:lnTo>
                  <a:lnTo>
                    <a:pt x="1448729" y="510567"/>
                  </a:lnTo>
                  <a:lnTo>
                    <a:pt x="1449873" y="505840"/>
                  </a:lnTo>
                  <a:lnTo>
                    <a:pt x="1451300" y="501112"/>
                  </a:lnTo>
                  <a:lnTo>
                    <a:pt x="1452850" y="496385"/>
                  </a:lnTo>
                  <a:lnTo>
                    <a:pt x="1454357" y="491657"/>
                  </a:lnTo>
                  <a:lnTo>
                    <a:pt x="1455698" y="486930"/>
                  </a:lnTo>
                  <a:lnTo>
                    <a:pt x="1456791" y="482202"/>
                  </a:lnTo>
                  <a:lnTo>
                    <a:pt x="1457595" y="477475"/>
                  </a:lnTo>
                  <a:lnTo>
                    <a:pt x="1458109" y="472748"/>
                  </a:lnTo>
                  <a:lnTo>
                    <a:pt x="1458365" y="468020"/>
                  </a:lnTo>
                  <a:lnTo>
                    <a:pt x="1458414" y="463293"/>
                  </a:lnTo>
                  <a:lnTo>
                    <a:pt x="1458311" y="458565"/>
                  </a:lnTo>
                  <a:lnTo>
                    <a:pt x="1458110" y="453838"/>
                  </a:lnTo>
                  <a:lnTo>
                    <a:pt x="1457854" y="449110"/>
                  </a:lnTo>
                  <a:lnTo>
                    <a:pt x="1457575" y="444383"/>
                  </a:lnTo>
                  <a:lnTo>
                    <a:pt x="1457290" y="439655"/>
                  </a:lnTo>
                  <a:lnTo>
                    <a:pt x="1457016" y="434928"/>
                  </a:lnTo>
                  <a:lnTo>
                    <a:pt x="1456767" y="430200"/>
                  </a:lnTo>
                  <a:lnTo>
                    <a:pt x="1456562" y="425473"/>
                  </a:lnTo>
                  <a:lnTo>
                    <a:pt x="1456423" y="420745"/>
                  </a:lnTo>
                  <a:lnTo>
                    <a:pt x="1456375" y="416018"/>
                  </a:lnTo>
                  <a:lnTo>
                    <a:pt x="1456435" y="411290"/>
                  </a:lnTo>
                  <a:lnTo>
                    <a:pt x="1456618" y="406563"/>
                  </a:lnTo>
                  <a:lnTo>
                    <a:pt x="1456921" y="401835"/>
                  </a:lnTo>
                  <a:lnTo>
                    <a:pt x="1457331" y="397108"/>
                  </a:lnTo>
                  <a:lnTo>
                    <a:pt x="1457825" y="392380"/>
                  </a:lnTo>
                  <a:lnTo>
                    <a:pt x="1458369" y="387653"/>
                  </a:lnTo>
                  <a:lnTo>
                    <a:pt x="1458929" y="382925"/>
                  </a:lnTo>
                  <a:lnTo>
                    <a:pt x="1459473" y="378198"/>
                  </a:lnTo>
                  <a:lnTo>
                    <a:pt x="1459979" y="373470"/>
                  </a:lnTo>
                  <a:lnTo>
                    <a:pt x="1460428" y="368743"/>
                  </a:lnTo>
                  <a:lnTo>
                    <a:pt x="1460823" y="364015"/>
                  </a:lnTo>
                  <a:lnTo>
                    <a:pt x="1461171" y="359288"/>
                  </a:lnTo>
                  <a:lnTo>
                    <a:pt x="1461485" y="354561"/>
                  </a:lnTo>
                  <a:lnTo>
                    <a:pt x="1461776" y="349833"/>
                  </a:lnTo>
                  <a:lnTo>
                    <a:pt x="1462057" y="345106"/>
                  </a:lnTo>
                  <a:lnTo>
                    <a:pt x="1462334" y="340378"/>
                  </a:lnTo>
                  <a:lnTo>
                    <a:pt x="1462610" y="335651"/>
                  </a:lnTo>
                  <a:lnTo>
                    <a:pt x="1462885" y="330923"/>
                  </a:lnTo>
                  <a:lnTo>
                    <a:pt x="1463155" y="326196"/>
                  </a:lnTo>
                  <a:lnTo>
                    <a:pt x="1463411" y="321468"/>
                  </a:lnTo>
                  <a:lnTo>
                    <a:pt x="1463648" y="316741"/>
                  </a:lnTo>
                  <a:lnTo>
                    <a:pt x="1463858" y="312013"/>
                  </a:lnTo>
                  <a:lnTo>
                    <a:pt x="1464037" y="307286"/>
                  </a:lnTo>
                  <a:lnTo>
                    <a:pt x="1464182" y="302558"/>
                  </a:lnTo>
                  <a:lnTo>
                    <a:pt x="1464297" y="297831"/>
                  </a:lnTo>
                  <a:lnTo>
                    <a:pt x="1464384" y="293103"/>
                  </a:lnTo>
                  <a:lnTo>
                    <a:pt x="1464447" y="288376"/>
                  </a:lnTo>
                  <a:lnTo>
                    <a:pt x="1464492" y="283648"/>
                  </a:lnTo>
                  <a:lnTo>
                    <a:pt x="1464521" y="278921"/>
                  </a:lnTo>
                  <a:lnTo>
                    <a:pt x="1464539" y="274193"/>
                  </a:lnTo>
                  <a:lnTo>
                    <a:pt x="1464549" y="269466"/>
                  </a:lnTo>
                  <a:lnTo>
                    <a:pt x="1464552" y="264738"/>
                  </a:lnTo>
                  <a:lnTo>
                    <a:pt x="1464549" y="260011"/>
                  </a:lnTo>
                  <a:lnTo>
                    <a:pt x="1464539" y="255283"/>
                  </a:lnTo>
                  <a:lnTo>
                    <a:pt x="1464521" y="250556"/>
                  </a:lnTo>
                  <a:lnTo>
                    <a:pt x="1464492" y="245828"/>
                  </a:lnTo>
                  <a:lnTo>
                    <a:pt x="1464449" y="241101"/>
                  </a:lnTo>
                  <a:lnTo>
                    <a:pt x="1464389" y="236374"/>
                  </a:lnTo>
                  <a:lnTo>
                    <a:pt x="1464310" y="231646"/>
                  </a:lnTo>
                  <a:lnTo>
                    <a:pt x="1464210" y="226919"/>
                  </a:lnTo>
                  <a:lnTo>
                    <a:pt x="1464090" y="222191"/>
                  </a:lnTo>
                  <a:lnTo>
                    <a:pt x="1463956" y="217464"/>
                  </a:lnTo>
                  <a:lnTo>
                    <a:pt x="1463814" y="212736"/>
                  </a:lnTo>
                  <a:lnTo>
                    <a:pt x="1463673" y="208009"/>
                  </a:lnTo>
                  <a:lnTo>
                    <a:pt x="1463546" y="203281"/>
                  </a:lnTo>
                  <a:lnTo>
                    <a:pt x="1463444" y="198554"/>
                  </a:lnTo>
                  <a:lnTo>
                    <a:pt x="1463378" y="193826"/>
                  </a:lnTo>
                  <a:lnTo>
                    <a:pt x="1463354" y="189099"/>
                  </a:lnTo>
                  <a:lnTo>
                    <a:pt x="1463377" y="184371"/>
                  </a:lnTo>
                  <a:lnTo>
                    <a:pt x="1463444" y="179644"/>
                  </a:lnTo>
                  <a:lnTo>
                    <a:pt x="1463550" y="174916"/>
                  </a:lnTo>
                  <a:lnTo>
                    <a:pt x="1463679" y="170189"/>
                  </a:lnTo>
                  <a:lnTo>
                    <a:pt x="1463821" y="165461"/>
                  </a:lnTo>
                  <a:lnTo>
                    <a:pt x="1463963" y="160734"/>
                  </a:lnTo>
                  <a:lnTo>
                    <a:pt x="1464096" y="156006"/>
                  </a:lnTo>
                  <a:lnTo>
                    <a:pt x="1464214" y="151279"/>
                  </a:lnTo>
                  <a:lnTo>
                    <a:pt x="1464313" y="146551"/>
                  </a:lnTo>
                  <a:lnTo>
                    <a:pt x="1464391" y="141824"/>
                  </a:lnTo>
                  <a:lnTo>
                    <a:pt x="1464450" y="137096"/>
                  </a:lnTo>
                  <a:lnTo>
                    <a:pt x="1464493" y="132369"/>
                  </a:lnTo>
                  <a:lnTo>
                    <a:pt x="1464522" y="127641"/>
                  </a:lnTo>
                  <a:lnTo>
                    <a:pt x="1464542" y="122914"/>
                  </a:lnTo>
                  <a:lnTo>
                    <a:pt x="1464554" y="118187"/>
                  </a:lnTo>
                  <a:lnTo>
                    <a:pt x="1464561" y="113459"/>
                  </a:lnTo>
                  <a:lnTo>
                    <a:pt x="1464565" y="108732"/>
                  </a:lnTo>
                  <a:lnTo>
                    <a:pt x="1464567" y="104004"/>
                  </a:lnTo>
                  <a:lnTo>
                    <a:pt x="1464568" y="99277"/>
                  </a:lnTo>
                  <a:lnTo>
                    <a:pt x="1464568" y="94549"/>
                  </a:lnTo>
                  <a:lnTo>
                    <a:pt x="1464567" y="89822"/>
                  </a:lnTo>
                  <a:lnTo>
                    <a:pt x="1464565" y="85094"/>
                  </a:lnTo>
                  <a:lnTo>
                    <a:pt x="1464560" y="80367"/>
                  </a:lnTo>
                  <a:lnTo>
                    <a:pt x="1464551" y="75639"/>
                  </a:lnTo>
                  <a:lnTo>
                    <a:pt x="1464536" y="70912"/>
                  </a:lnTo>
                  <a:lnTo>
                    <a:pt x="1464512" y="66184"/>
                  </a:lnTo>
                  <a:lnTo>
                    <a:pt x="1464474" y="61457"/>
                  </a:lnTo>
                  <a:lnTo>
                    <a:pt x="1464416" y="56729"/>
                  </a:lnTo>
                  <a:lnTo>
                    <a:pt x="1464331" y="52002"/>
                  </a:lnTo>
                  <a:lnTo>
                    <a:pt x="1464212" y="47274"/>
                  </a:lnTo>
                  <a:lnTo>
                    <a:pt x="1464053" y="42547"/>
                  </a:lnTo>
                  <a:lnTo>
                    <a:pt x="1463854" y="37819"/>
                  </a:lnTo>
                  <a:lnTo>
                    <a:pt x="1463616" y="33092"/>
                  </a:lnTo>
                  <a:lnTo>
                    <a:pt x="1463348" y="28364"/>
                  </a:lnTo>
                  <a:lnTo>
                    <a:pt x="1463064" y="23637"/>
                  </a:lnTo>
                  <a:lnTo>
                    <a:pt x="1462783" y="18909"/>
                  </a:lnTo>
                  <a:lnTo>
                    <a:pt x="1462529" y="14182"/>
                  </a:lnTo>
                  <a:lnTo>
                    <a:pt x="1462325" y="9454"/>
                  </a:lnTo>
                  <a:lnTo>
                    <a:pt x="1462192" y="4727"/>
                  </a:lnTo>
                  <a:lnTo>
                    <a:pt x="1462144" y="0"/>
                  </a:lnTo>
                  <a:lnTo>
                    <a:pt x="1466996" y="0"/>
                  </a:lnTo>
                  <a:lnTo>
                    <a:pt x="1466948" y="4727"/>
                  </a:lnTo>
                  <a:lnTo>
                    <a:pt x="1466814" y="9454"/>
                  </a:lnTo>
                  <a:lnTo>
                    <a:pt x="1466610" y="14182"/>
                  </a:lnTo>
                  <a:lnTo>
                    <a:pt x="1466356" y="18909"/>
                  </a:lnTo>
                  <a:lnTo>
                    <a:pt x="1466076" y="23637"/>
                  </a:lnTo>
                  <a:lnTo>
                    <a:pt x="1465792" y="28364"/>
                  </a:lnTo>
                  <a:lnTo>
                    <a:pt x="1465524" y="33092"/>
                  </a:lnTo>
                  <a:lnTo>
                    <a:pt x="1465286" y="37819"/>
                  </a:lnTo>
                  <a:lnTo>
                    <a:pt x="1465087" y="42547"/>
                  </a:lnTo>
                  <a:lnTo>
                    <a:pt x="1464928" y="47274"/>
                  </a:lnTo>
                  <a:lnTo>
                    <a:pt x="1464808" y="52002"/>
                  </a:lnTo>
                  <a:lnTo>
                    <a:pt x="1464724" y="56729"/>
                  </a:lnTo>
                  <a:lnTo>
                    <a:pt x="1464666" y="61457"/>
                  </a:lnTo>
                  <a:lnTo>
                    <a:pt x="1464628" y="66184"/>
                  </a:lnTo>
                  <a:lnTo>
                    <a:pt x="1464603" y="70912"/>
                  </a:lnTo>
                  <a:lnTo>
                    <a:pt x="1464588" y="75639"/>
                  </a:lnTo>
                  <a:lnTo>
                    <a:pt x="1464580" y="80367"/>
                  </a:lnTo>
                  <a:lnTo>
                    <a:pt x="1464575" y="85094"/>
                  </a:lnTo>
                  <a:lnTo>
                    <a:pt x="1464573" y="89822"/>
                  </a:lnTo>
                  <a:lnTo>
                    <a:pt x="1464572" y="94549"/>
                  </a:lnTo>
                  <a:lnTo>
                    <a:pt x="1464572" y="99277"/>
                  </a:lnTo>
                  <a:lnTo>
                    <a:pt x="1464572" y="104004"/>
                  </a:lnTo>
                  <a:lnTo>
                    <a:pt x="1464575" y="108732"/>
                  </a:lnTo>
                  <a:lnTo>
                    <a:pt x="1464579" y="113459"/>
                  </a:lnTo>
                  <a:lnTo>
                    <a:pt x="1464586" y="118187"/>
                  </a:lnTo>
                  <a:lnTo>
                    <a:pt x="1464598" y="122914"/>
                  </a:lnTo>
                  <a:lnTo>
                    <a:pt x="1464617" y="127641"/>
                  </a:lnTo>
                  <a:lnTo>
                    <a:pt x="1464647" y="132369"/>
                  </a:lnTo>
                  <a:lnTo>
                    <a:pt x="1464689" y="137096"/>
                  </a:lnTo>
                  <a:lnTo>
                    <a:pt x="1464749" y="141824"/>
                  </a:lnTo>
                  <a:lnTo>
                    <a:pt x="1464827" y="146551"/>
                  </a:lnTo>
                  <a:lnTo>
                    <a:pt x="1464925" y="151279"/>
                  </a:lnTo>
                  <a:lnTo>
                    <a:pt x="1465043" y="156006"/>
                  </a:lnTo>
                  <a:lnTo>
                    <a:pt x="1465177" y="160734"/>
                  </a:lnTo>
                  <a:lnTo>
                    <a:pt x="1465319" y="165461"/>
                  </a:lnTo>
                  <a:lnTo>
                    <a:pt x="1465460" y="170189"/>
                  </a:lnTo>
                  <a:lnTo>
                    <a:pt x="1465590" y="174916"/>
                  </a:lnTo>
                  <a:lnTo>
                    <a:pt x="1465695" y="179644"/>
                  </a:lnTo>
                  <a:lnTo>
                    <a:pt x="1465763" y="184371"/>
                  </a:lnTo>
                  <a:lnTo>
                    <a:pt x="1465785" y="189099"/>
                  </a:lnTo>
                  <a:lnTo>
                    <a:pt x="1465762" y="193826"/>
                  </a:lnTo>
                  <a:lnTo>
                    <a:pt x="1465695" y="198554"/>
                  </a:lnTo>
                  <a:lnTo>
                    <a:pt x="1465594" y="203281"/>
                  </a:lnTo>
                  <a:lnTo>
                    <a:pt x="1465466" y="208009"/>
                  </a:lnTo>
                  <a:lnTo>
                    <a:pt x="1465326" y="212736"/>
                  </a:lnTo>
                  <a:lnTo>
                    <a:pt x="1465184" y="217464"/>
                  </a:lnTo>
                  <a:lnTo>
                    <a:pt x="1465049" y="222191"/>
                  </a:lnTo>
                  <a:lnTo>
                    <a:pt x="1464930" y="226919"/>
                  </a:lnTo>
                  <a:lnTo>
                    <a:pt x="1464830" y="231646"/>
                  </a:lnTo>
                  <a:lnTo>
                    <a:pt x="1464750" y="236374"/>
                  </a:lnTo>
                  <a:lnTo>
                    <a:pt x="1464690" y="241101"/>
                  </a:lnTo>
                  <a:lnTo>
                    <a:pt x="1464647" y="245828"/>
                  </a:lnTo>
                  <a:lnTo>
                    <a:pt x="1464619" y="250556"/>
                  </a:lnTo>
                  <a:lnTo>
                    <a:pt x="1464601" y="255283"/>
                  </a:lnTo>
                  <a:lnTo>
                    <a:pt x="1464591" y="260011"/>
                  </a:lnTo>
                  <a:lnTo>
                    <a:pt x="1464588" y="264738"/>
                  </a:lnTo>
                  <a:lnTo>
                    <a:pt x="1464591" y="269466"/>
                  </a:lnTo>
                  <a:lnTo>
                    <a:pt x="1464600" y="274193"/>
                  </a:lnTo>
                  <a:lnTo>
                    <a:pt x="1464619" y="278921"/>
                  </a:lnTo>
                  <a:lnTo>
                    <a:pt x="1464648" y="283648"/>
                  </a:lnTo>
                  <a:lnTo>
                    <a:pt x="1464692" y="288376"/>
                  </a:lnTo>
                  <a:lnTo>
                    <a:pt x="1464756" y="293103"/>
                  </a:lnTo>
                  <a:lnTo>
                    <a:pt x="1464843" y="297831"/>
                  </a:lnTo>
                  <a:lnTo>
                    <a:pt x="1464957" y="302558"/>
                  </a:lnTo>
                  <a:lnTo>
                    <a:pt x="1465103" y="307286"/>
                  </a:lnTo>
                  <a:lnTo>
                    <a:pt x="1465281" y="312013"/>
                  </a:lnTo>
                  <a:lnTo>
                    <a:pt x="1465492" y="316741"/>
                  </a:lnTo>
                  <a:lnTo>
                    <a:pt x="1465728" y="321468"/>
                  </a:lnTo>
                  <a:lnTo>
                    <a:pt x="1465985" y="326196"/>
                  </a:lnTo>
                  <a:lnTo>
                    <a:pt x="1466254" y="330923"/>
                  </a:lnTo>
                  <a:lnTo>
                    <a:pt x="1466529" y="335651"/>
                  </a:lnTo>
                  <a:lnTo>
                    <a:pt x="1466806" y="340378"/>
                  </a:lnTo>
                  <a:lnTo>
                    <a:pt x="1467083" y="345106"/>
                  </a:lnTo>
                  <a:lnTo>
                    <a:pt x="1467363" y="349833"/>
                  </a:lnTo>
                  <a:lnTo>
                    <a:pt x="1467655" y="354561"/>
                  </a:lnTo>
                  <a:lnTo>
                    <a:pt x="1467968" y="359288"/>
                  </a:lnTo>
                  <a:lnTo>
                    <a:pt x="1468317" y="364015"/>
                  </a:lnTo>
                  <a:lnTo>
                    <a:pt x="1468712" y="368743"/>
                  </a:lnTo>
                  <a:lnTo>
                    <a:pt x="1469161" y="373470"/>
                  </a:lnTo>
                  <a:lnTo>
                    <a:pt x="1469666" y="378198"/>
                  </a:lnTo>
                  <a:lnTo>
                    <a:pt x="1470211" y="382925"/>
                  </a:lnTo>
                  <a:lnTo>
                    <a:pt x="1470771" y="387653"/>
                  </a:lnTo>
                  <a:lnTo>
                    <a:pt x="1471315" y="392380"/>
                  </a:lnTo>
                  <a:lnTo>
                    <a:pt x="1471808" y="397108"/>
                  </a:lnTo>
                  <a:lnTo>
                    <a:pt x="1472219" y="401835"/>
                  </a:lnTo>
                  <a:lnTo>
                    <a:pt x="1472522" y="406563"/>
                  </a:lnTo>
                  <a:lnTo>
                    <a:pt x="1472704" y="411290"/>
                  </a:lnTo>
                  <a:lnTo>
                    <a:pt x="1472765" y="416018"/>
                  </a:lnTo>
                  <a:lnTo>
                    <a:pt x="1472716" y="420745"/>
                  </a:lnTo>
                  <a:lnTo>
                    <a:pt x="1472577" y="425473"/>
                  </a:lnTo>
                  <a:lnTo>
                    <a:pt x="1472372" y="430200"/>
                  </a:lnTo>
                  <a:lnTo>
                    <a:pt x="1472124" y="434928"/>
                  </a:lnTo>
                  <a:lnTo>
                    <a:pt x="1471850" y="439655"/>
                  </a:lnTo>
                  <a:lnTo>
                    <a:pt x="1471565" y="444383"/>
                  </a:lnTo>
                  <a:lnTo>
                    <a:pt x="1471285" y="449110"/>
                  </a:lnTo>
                  <a:lnTo>
                    <a:pt x="1471030" y="453838"/>
                  </a:lnTo>
                  <a:lnTo>
                    <a:pt x="1470829" y="458565"/>
                  </a:lnTo>
                  <a:lnTo>
                    <a:pt x="1470726" y="463293"/>
                  </a:lnTo>
                  <a:lnTo>
                    <a:pt x="1470774" y="468020"/>
                  </a:lnTo>
                  <a:lnTo>
                    <a:pt x="1471030" y="472748"/>
                  </a:lnTo>
                  <a:lnTo>
                    <a:pt x="1471545" y="477475"/>
                  </a:lnTo>
                  <a:lnTo>
                    <a:pt x="1472349" y="482202"/>
                  </a:lnTo>
                  <a:lnTo>
                    <a:pt x="1473441" y="486930"/>
                  </a:lnTo>
                  <a:lnTo>
                    <a:pt x="1474783" y="491657"/>
                  </a:lnTo>
                  <a:lnTo>
                    <a:pt x="1476289" y="496385"/>
                  </a:lnTo>
                  <a:lnTo>
                    <a:pt x="1477839" y="501112"/>
                  </a:lnTo>
                  <a:lnTo>
                    <a:pt x="1479267" y="505840"/>
                  </a:lnTo>
                  <a:lnTo>
                    <a:pt x="1480411" y="510567"/>
                  </a:lnTo>
                  <a:lnTo>
                    <a:pt x="1481151" y="515295"/>
                  </a:lnTo>
                  <a:lnTo>
                    <a:pt x="1481408" y="520022"/>
                  </a:lnTo>
                  <a:lnTo>
                    <a:pt x="1481160" y="524750"/>
                  </a:lnTo>
                  <a:lnTo>
                    <a:pt x="1480439" y="529477"/>
                  </a:lnTo>
                  <a:lnTo>
                    <a:pt x="1479328" y="534205"/>
                  </a:lnTo>
                  <a:lnTo>
                    <a:pt x="1477945" y="538932"/>
                  </a:lnTo>
                  <a:lnTo>
                    <a:pt x="1476423" y="543660"/>
                  </a:lnTo>
                  <a:lnTo>
                    <a:pt x="1474896" y="548387"/>
                  </a:lnTo>
                  <a:lnTo>
                    <a:pt x="1473477" y="553115"/>
                  </a:lnTo>
                  <a:lnTo>
                    <a:pt x="1472254" y="557842"/>
                  </a:lnTo>
                  <a:lnTo>
                    <a:pt x="1471279" y="562570"/>
                  </a:lnTo>
                  <a:lnTo>
                    <a:pt x="1470578" y="567297"/>
                  </a:lnTo>
                  <a:lnTo>
                    <a:pt x="1470151" y="572025"/>
                  </a:lnTo>
                  <a:lnTo>
                    <a:pt x="1469949" y="576752"/>
                  </a:lnTo>
                  <a:lnTo>
                    <a:pt x="1469934" y="581480"/>
                  </a:lnTo>
                  <a:lnTo>
                    <a:pt x="1470068" y="586207"/>
                  </a:lnTo>
                  <a:lnTo>
                    <a:pt x="1470321" y="590935"/>
                  </a:lnTo>
                  <a:lnTo>
                    <a:pt x="1470676" y="595662"/>
                  </a:lnTo>
                  <a:lnTo>
                    <a:pt x="1471127" y="600390"/>
                  </a:lnTo>
                  <a:lnTo>
                    <a:pt x="1471683" y="605117"/>
                  </a:lnTo>
                  <a:lnTo>
                    <a:pt x="1472361" y="609844"/>
                  </a:lnTo>
                  <a:lnTo>
                    <a:pt x="1473182" y="614572"/>
                  </a:lnTo>
                  <a:lnTo>
                    <a:pt x="1474169" y="619299"/>
                  </a:lnTo>
                  <a:lnTo>
                    <a:pt x="1475342" y="624027"/>
                  </a:lnTo>
                  <a:lnTo>
                    <a:pt x="1476713" y="628754"/>
                  </a:lnTo>
                  <a:lnTo>
                    <a:pt x="1478298" y="633482"/>
                  </a:lnTo>
                  <a:lnTo>
                    <a:pt x="1480081" y="638209"/>
                  </a:lnTo>
                  <a:lnTo>
                    <a:pt x="1482033" y="642937"/>
                  </a:lnTo>
                  <a:lnTo>
                    <a:pt x="1484114" y="647664"/>
                  </a:lnTo>
                  <a:lnTo>
                    <a:pt x="1486269" y="652392"/>
                  </a:lnTo>
                  <a:lnTo>
                    <a:pt x="1488429" y="657119"/>
                  </a:lnTo>
                  <a:lnTo>
                    <a:pt x="1490517" y="661847"/>
                  </a:lnTo>
                  <a:lnTo>
                    <a:pt x="1492453" y="666574"/>
                  </a:lnTo>
                  <a:lnTo>
                    <a:pt x="1494168" y="671302"/>
                  </a:lnTo>
                  <a:lnTo>
                    <a:pt x="1495609" y="676029"/>
                  </a:lnTo>
                  <a:lnTo>
                    <a:pt x="1496751" y="680757"/>
                  </a:lnTo>
                  <a:lnTo>
                    <a:pt x="1497605" y="685484"/>
                  </a:lnTo>
                  <a:lnTo>
                    <a:pt x="1498211" y="690212"/>
                  </a:lnTo>
                  <a:lnTo>
                    <a:pt x="1498646" y="694939"/>
                  </a:lnTo>
                  <a:lnTo>
                    <a:pt x="1499011" y="699667"/>
                  </a:lnTo>
                  <a:lnTo>
                    <a:pt x="1499428" y="704394"/>
                  </a:lnTo>
                  <a:lnTo>
                    <a:pt x="1499993" y="709122"/>
                  </a:lnTo>
                  <a:lnTo>
                    <a:pt x="1500780" y="713849"/>
                  </a:lnTo>
                  <a:lnTo>
                    <a:pt x="1501830" y="718577"/>
                  </a:lnTo>
                  <a:lnTo>
                    <a:pt x="1503144" y="723304"/>
                  </a:lnTo>
                  <a:lnTo>
                    <a:pt x="1504688" y="728031"/>
                  </a:lnTo>
                  <a:lnTo>
                    <a:pt x="1506392" y="732759"/>
                  </a:lnTo>
                  <a:lnTo>
                    <a:pt x="1508165" y="737486"/>
                  </a:lnTo>
                  <a:lnTo>
                    <a:pt x="1509909" y="742214"/>
                  </a:lnTo>
                  <a:lnTo>
                    <a:pt x="1511532" y="746941"/>
                  </a:lnTo>
                  <a:lnTo>
                    <a:pt x="1512966" y="751669"/>
                  </a:lnTo>
                  <a:lnTo>
                    <a:pt x="1514178" y="756396"/>
                  </a:lnTo>
                  <a:lnTo>
                    <a:pt x="1515172" y="761124"/>
                  </a:lnTo>
                  <a:lnTo>
                    <a:pt x="1516017" y="765851"/>
                  </a:lnTo>
                  <a:lnTo>
                    <a:pt x="1516823" y="770579"/>
                  </a:lnTo>
                  <a:lnTo>
                    <a:pt x="1517712" y="775306"/>
                  </a:lnTo>
                  <a:lnTo>
                    <a:pt x="1518808" y="780034"/>
                  </a:lnTo>
                  <a:lnTo>
                    <a:pt x="1520220" y="784761"/>
                  </a:lnTo>
                  <a:lnTo>
                    <a:pt x="1522028" y="789489"/>
                  </a:lnTo>
                  <a:lnTo>
                    <a:pt x="1524269" y="794216"/>
                  </a:lnTo>
                  <a:lnTo>
                    <a:pt x="1526928" y="798944"/>
                  </a:lnTo>
                  <a:lnTo>
                    <a:pt x="1529942" y="803671"/>
                  </a:lnTo>
                  <a:lnTo>
                    <a:pt x="1533206" y="808399"/>
                  </a:lnTo>
                  <a:lnTo>
                    <a:pt x="1536584" y="813126"/>
                  </a:lnTo>
                  <a:lnTo>
                    <a:pt x="1539931" y="817854"/>
                  </a:lnTo>
                  <a:lnTo>
                    <a:pt x="1543113" y="822581"/>
                  </a:lnTo>
                  <a:lnTo>
                    <a:pt x="1546008" y="827309"/>
                  </a:lnTo>
                  <a:lnTo>
                    <a:pt x="1548605" y="832036"/>
                  </a:lnTo>
                  <a:lnTo>
                    <a:pt x="1550946" y="836764"/>
                  </a:lnTo>
                  <a:lnTo>
                    <a:pt x="1553135" y="841491"/>
                  </a:lnTo>
                  <a:lnTo>
                    <a:pt x="1555316" y="846218"/>
                  </a:lnTo>
                  <a:lnTo>
                    <a:pt x="1557652" y="850946"/>
                  </a:lnTo>
                  <a:lnTo>
                    <a:pt x="1560291" y="855673"/>
                  </a:lnTo>
                  <a:lnTo>
                    <a:pt x="1563345" y="860401"/>
                  </a:lnTo>
                  <a:lnTo>
                    <a:pt x="1566866" y="865128"/>
                  </a:lnTo>
                  <a:lnTo>
                    <a:pt x="1570844" y="869856"/>
                  </a:lnTo>
                  <a:lnTo>
                    <a:pt x="1575212" y="874583"/>
                  </a:lnTo>
                  <a:lnTo>
                    <a:pt x="1579864" y="879311"/>
                  </a:lnTo>
                  <a:lnTo>
                    <a:pt x="1584679" y="884038"/>
                  </a:lnTo>
                  <a:lnTo>
                    <a:pt x="1589555" y="888766"/>
                  </a:lnTo>
                  <a:lnTo>
                    <a:pt x="1594425" y="893493"/>
                  </a:lnTo>
                  <a:lnTo>
                    <a:pt x="1599290" y="898221"/>
                  </a:lnTo>
                  <a:lnTo>
                    <a:pt x="1604202" y="902948"/>
                  </a:lnTo>
                  <a:lnTo>
                    <a:pt x="1609252" y="907676"/>
                  </a:lnTo>
                  <a:lnTo>
                    <a:pt x="1614551" y="912403"/>
                  </a:lnTo>
                  <a:lnTo>
                    <a:pt x="1620213" y="917131"/>
                  </a:lnTo>
                  <a:lnTo>
                    <a:pt x="1626341" y="921858"/>
                  </a:lnTo>
                  <a:lnTo>
                    <a:pt x="1633017" y="926586"/>
                  </a:lnTo>
                  <a:lnTo>
                    <a:pt x="1640295" y="931313"/>
                  </a:lnTo>
                  <a:lnTo>
                    <a:pt x="1648203" y="936041"/>
                  </a:lnTo>
                  <a:lnTo>
                    <a:pt x="1656742" y="940768"/>
                  </a:lnTo>
                  <a:lnTo>
                    <a:pt x="1665887" y="945496"/>
                  </a:lnTo>
                  <a:lnTo>
                    <a:pt x="1675596" y="950223"/>
                  </a:lnTo>
                  <a:lnTo>
                    <a:pt x="1685841" y="954951"/>
                  </a:lnTo>
                  <a:lnTo>
                    <a:pt x="1696526" y="959678"/>
                  </a:lnTo>
                  <a:lnTo>
                    <a:pt x="1707587" y="964405"/>
                  </a:lnTo>
                  <a:lnTo>
                    <a:pt x="1718988" y="969133"/>
                  </a:lnTo>
                  <a:lnTo>
                    <a:pt x="1730721" y="973860"/>
                  </a:lnTo>
                  <a:lnTo>
                    <a:pt x="1742800" y="978588"/>
                  </a:lnTo>
                  <a:lnTo>
                    <a:pt x="1755263" y="983315"/>
                  </a:lnTo>
                  <a:lnTo>
                    <a:pt x="1768149" y="988043"/>
                  </a:lnTo>
                  <a:lnTo>
                    <a:pt x="1781481" y="992770"/>
                  </a:lnTo>
                  <a:lnTo>
                    <a:pt x="1795251" y="997498"/>
                  </a:lnTo>
                  <a:lnTo>
                    <a:pt x="1809401" y="1002225"/>
                  </a:lnTo>
                  <a:lnTo>
                    <a:pt x="1823825" y="1006953"/>
                  </a:lnTo>
                  <a:lnTo>
                    <a:pt x="1838371" y="1011680"/>
                  </a:lnTo>
                  <a:lnTo>
                    <a:pt x="1852864" y="1016408"/>
                  </a:lnTo>
                  <a:lnTo>
                    <a:pt x="1867115" y="1021135"/>
                  </a:lnTo>
                  <a:lnTo>
                    <a:pt x="1881014" y="1025863"/>
                  </a:lnTo>
                  <a:lnTo>
                    <a:pt x="1894512" y="1030590"/>
                  </a:lnTo>
                  <a:lnTo>
                    <a:pt x="1907629" y="1035318"/>
                  </a:lnTo>
                  <a:lnTo>
                    <a:pt x="1920446" y="1040045"/>
                  </a:lnTo>
                  <a:lnTo>
                    <a:pt x="1933095" y="1044773"/>
                  </a:lnTo>
                  <a:lnTo>
                    <a:pt x="1945750" y="1049500"/>
                  </a:lnTo>
                  <a:lnTo>
                    <a:pt x="1958624" y="1054228"/>
                  </a:lnTo>
                  <a:lnTo>
                    <a:pt x="1971973" y="1058955"/>
                  </a:lnTo>
                  <a:lnTo>
                    <a:pt x="1986103" y="1063683"/>
                  </a:lnTo>
                  <a:lnTo>
                    <a:pt x="2001381" y="1068410"/>
                  </a:lnTo>
                  <a:lnTo>
                    <a:pt x="2018231" y="1073138"/>
                  </a:lnTo>
                  <a:lnTo>
                    <a:pt x="2037116" y="1077865"/>
                  </a:lnTo>
                  <a:lnTo>
                    <a:pt x="2058657" y="1082592"/>
                  </a:lnTo>
                  <a:lnTo>
                    <a:pt x="2083188" y="1087320"/>
                  </a:lnTo>
                  <a:lnTo>
                    <a:pt x="2110774" y="1092047"/>
                  </a:lnTo>
                  <a:lnTo>
                    <a:pt x="2141295" y="1096775"/>
                  </a:lnTo>
                  <a:lnTo>
                    <a:pt x="2174333" y="1101502"/>
                  </a:lnTo>
                  <a:lnTo>
                    <a:pt x="2209190" y="1106230"/>
                  </a:lnTo>
                  <a:lnTo>
                    <a:pt x="2244962" y="1110957"/>
                  </a:lnTo>
                  <a:lnTo>
                    <a:pt x="2280654" y="1115685"/>
                  </a:lnTo>
                  <a:lnTo>
                    <a:pt x="2315318" y="1120412"/>
                  </a:lnTo>
                  <a:lnTo>
                    <a:pt x="2348207" y="1125140"/>
                  </a:lnTo>
                  <a:lnTo>
                    <a:pt x="2378880" y="1129867"/>
                  </a:lnTo>
                  <a:lnTo>
                    <a:pt x="2407273" y="1134595"/>
                  </a:lnTo>
                  <a:lnTo>
                    <a:pt x="2433693" y="1139322"/>
                  </a:lnTo>
                  <a:lnTo>
                    <a:pt x="2458748" y="1144050"/>
                  </a:lnTo>
                  <a:lnTo>
                    <a:pt x="2483258" y="1148777"/>
                  </a:lnTo>
                  <a:lnTo>
                    <a:pt x="2508081" y="1153505"/>
                  </a:lnTo>
                  <a:lnTo>
                    <a:pt x="2533765" y="1158232"/>
                  </a:lnTo>
                  <a:lnTo>
                    <a:pt x="2560571" y="1162960"/>
                  </a:lnTo>
                  <a:lnTo>
                    <a:pt x="2588450" y="1167687"/>
                  </a:lnTo>
                  <a:lnTo>
                    <a:pt x="2617083" y="1172415"/>
                  </a:lnTo>
                  <a:lnTo>
                    <a:pt x="2645970" y="1177142"/>
                  </a:lnTo>
                  <a:lnTo>
                    <a:pt x="2674538" y="1181870"/>
                  </a:lnTo>
                  <a:lnTo>
                    <a:pt x="2702248" y="1186597"/>
                  </a:lnTo>
                  <a:lnTo>
                    <a:pt x="2728679" y="1191325"/>
                  </a:lnTo>
                  <a:lnTo>
                    <a:pt x="2753574" y="1196052"/>
                  </a:lnTo>
                  <a:lnTo>
                    <a:pt x="2776835" y="1200780"/>
                  </a:lnTo>
                  <a:lnTo>
                    <a:pt x="2798499" y="1205507"/>
                  </a:lnTo>
                  <a:lnTo>
                    <a:pt x="2818618" y="1210234"/>
                  </a:lnTo>
                  <a:lnTo>
                    <a:pt x="2837326" y="1214962"/>
                  </a:lnTo>
                  <a:lnTo>
                    <a:pt x="2854753" y="1219689"/>
                  </a:lnTo>
                  <a:lnTo>
                    <a:pt x="2870890" y="1224417"/>
                  </a:lnTo>
                  <a:lnTo>
                    <a:pt x="2885637" y="1229144"/>
                  </a:lnTo>
                  <a:lnTo>
                    <a:pt x="2898809" y="1233872"/>
                  </a:lnTo>
                  <a:lnTo>
                    <a:pt x="2910133" y="1238599"/>
                  </a:lnTo>
                  <a:lnTo>
                    <a:pt x="2919256" y="1243327"/>
                  </a:lnTo>
                  <a:lnTo>
                    <a:pt x="2925754" y="1248054"/>
                  </a:lnTo>
                  <a:lnTo>
                    <a:pt x="2929140" y="1252782"/>
                  </a:lnTo>
                  <a:lnTo>
                    <a:pt x="2928899" y="1257509"/>
                  </a:lnTo>
                  <a:lnTo>
                    <a:pt x="2924523" y="1262237"/>
                  </a:lnTo>
                  <a:lnTo>
                    <a:pt x="2915574" y="1266964"/>
                  </a:lnTo>
                  <a:lnTo>
                    <a:pt x="2901741" y="1271692"/>
                  </a:lnTo>
                  <a:lnTo>
                    <a:pt x="2882522" y="1276419"/>
                  </a:lnTo>
                  <a:lnTo>
                    <a:pt x="2858468" y="1281147"/>
                  </a:lnTo>
                  <a:lnTo>
                    <a:pt x="2830039" y="1285874"/>
                  </a:lnTo>
                  <a:lnTo>
                    <a:pt x="2797854" y="1290602"/>
                  </a:lnTo>
                  <a:lnTo>
                    <a:pt x="2762654" y="1295329"/>
                  </a:lnTo>
                  <a:lnTo>
                    <a:pt x="2725217" y="1300057"/>
                  </a:lnTo>
                  <a:lnTo>
                    <a:pt x="2686278" y="1304784"/>
                  </a:lnTo>
                  <a:lnTo>
                    <a:pt x="2646472" y="1309512"/>
                  </a:lnTo>
                  <a:lnTo>
                    <a:pt x="2606294" y="1314239"/>
                  </a:lnTo>
                  <a:lnTo>
                    <a:pt x="2566104" y="1318967"/>
                  </a:lnTo>
                  <a:lnTo>
                    <a:pt x="2526144" y="1323694"/>
                  </a:lnTo>
                  <a:lnTo>
                    <a:pt x="2486589" y="1328421"/>
                  </a:lnTo>
                  <a:lnTo>
                    <a:pt x="2447590" y="1333149"/>
                  </a:lnTo>
                  <a:lnTo>
                    <a:pt x="2409352" y="1337876"/>
                  </a:lnTo>
                  <a:lnTo>
                    <a:pt x="2372159" y="1342604"/>
                  </a:lnTo>
                  <a:lnTo>
                    <a:pt x="2336251" y="1347331"/>
                  </a:lnTo>
                  <a:lnTo>
                    <a:pt x="2301926" y="1352059"/>
                  </a:lnTo>
                  <a:lnTo>
                    <a:pt x="2269459" y="1356786"/>
                  </a:lnTo>
                  <a:lnTo>
                    <a:pt x="2239069" y="1361514"/>
                  </a:lnTo>
                  <a:lnTo>
                    <a:pt x="2210896" y="1366241"/>
                  </a:lnTo>
                  <a:lnTo>
                    <a:pt x="2184992" y="1370969"/>
                  </a:lnTo>
                  <a:lnTo>
                    <a:pt x="2161328" y="1375696"/>
                  </a:lnTo>
                  <a:lnTo>
                    <a:pt x="2139810" y="1380424"/>
                  </a:lnTo>
                  <a:lnTo>
                    <a:pt x="2120303" y="1385151"/>
                  </a:lnTo>
                  <a:lnTo>
                    <a:pt x="2102643" y="1389879"/>
                  </a:lnTo>
                  <a:lnTo>
                    <a:pt x="2086643" y="1394606"/>
                  </a:lnTo>
                  <a:lnTo>
                    <a:pt x="2072088" y="1399334"/>
                  </a:lnTo>
                  <a:lnTo>
                    <a:pt x="2058778" y="1404061"/>
                  </a:lnTo>
                  <a:lnTo>
                    <a:pt x="2046309" y="1408789"/>
                  </a:lnTo>
                  <a:lnTo>
                    <a:pt x="2034306" y="1413516"/>
                  </a:lnTo>
                  <a:lnTo>
                    <a:pt x="2022410" y="1418244"/>
                  </a:lnTo>
                  <a:lnTo>
                    <a:pt x="2010307" y="1422971"/>
                  </a:lnTo>
                  <a:lnTo>
                    <a:pt x="1997765" y="1427699"/>
                  </a:lnTo>
                  <a:lnTo>
                    <a:pt x="1984670" y="1432426"/>
                  </a:lnTo>
                  <a:lnTo>
                    <a:pt x="1971034" y="1437154"/>
                  </a:lnTo>
                  <a:lnTo>
                    <a:pt x="1956984" y="1441881"/>
                  </a:lnTo>
                  <a:lnTo>
                    <a:pt x="1942722" y="1446608"/>
                  </a:lnTo>
                  <a:lnTo>
                    <a:pt x="1928483" y="1451336"/>
                  </a:lnTo>
                  <a:lnTo>
                    <a:pt x="1914488" y="1456063"/>
                  </a:lnTo>
                  <a:lnTo>
                    <a:pt x="1900912" y="1460791"/>
                  </a:lnTo>
                  <a:lnTo>
                    <a:pt x="1887886" y="1465518"/>
                  </a:lnTo>
                  <a:lnTo>
                    <a:pt x="1875508" y="1470246"/>
                  </a:lnTo>
                  <a:lnTo>
                    <a:pt x="1863772" y="1474973"/>
                  </a:lnTo>
                  <a:lnTo>
                    <a:pt x="1852702" y="1479701"/>
                  </a:lnTo>
                  <a:lnTo>
                    <a:pt x="1842326" y="1484428"/>
                  </a:lnTo>
                  <a:lnTo>
                    <a:pt x="1832669" y="1489156"/>
                  </a:lnTo>
                  <a:lnTo>
                    <a:pt x="1823741" y="1493883"/>
                  </a:lnTo>
                  <a:lnTo>
                    <a:pt x="1815527" y="1498611"/>
                  </a:lnTo>
                  <a:lnTo>
                    <a:pt x="1807969" y="1503338"/>
                  </a:lnTo>
                  <a:lnTo>
                    <a:pt x="1800968" y="1508066"/>
                  </a:lnTo>
                  <a:lnTo>
                    <a:pt x="1794380" y="1512793"/>
                  </a:lnTo>
                  <a:lnTo>
                    <a:pt x="1788038" y="1517521"/>
                  </a:lnTo>
                  <a:lnTo>
                    <a:pt x="1781758" y="1522248"/>
                  </a:lnTo>
                  <a:lnTo>
                    <a:pt x="1775364" y="1526976"/>
                  </a:lnTo>
                  <a:lnTo>
                    <a:pt x="1768681" y="1531703"/>
                  </a:lnTo>
                  <a:lnTo>
                    <a:pt x="1761592" y="1536431"/>
                  </a:lnTo>
                  <a:lnTo>
                    <a:pt x="1754054" y="1541158"/>
                  </a:lnTo>
                  <a:lnTo>
                    <a:pt x="1746070" y="1545886"/>
                  </a:lnTo>
                  <a:lnTo>
                    <a:pt x="1737700" y="1550613"/>
                  </a:lnTo>
                  <a:lnTo>
                    <a:pt x="1729065" y="1555341"/>
                  </a:lnTo>
                  <a:lnTo>
                    <a:pt x="1720329" y="1560068"/>
                  </a:lnTo>
                  <a:lnTo>
                    <a:pt x="1711697" y="1564795"/>
                  </a:lnTo>
                  <a:lnTo>
                    <a:pt x="1703386" y="1569523"/>
                  </a:lnTo>
                  <a:lnTo>
                    <a:pt x="1695606" y="1574250"/>
                  </a:lnTo>
                  <a:lnTo>
                    <a:pt x="1688527" y="1578978"/>
                  </a:lnTo>
                  <a:lnTo>
                    <a:pt x="1682254" y="1583705"/>
                  </a:lnTo>
                  <a:lnTo>
                    <a:pt x="1676806" y="1588433"/>
                  </a:lnTo>
                  <a:lnTo>
                    <a:pt x="1672111" y="1593160"/>
                  </a:lnTo>
                  <a:lnTo>
                    <a:pt x="1668023" y="1597888"/>
                  </a:lnTo>
                  <a:lnTo>
                    <a:pt x="1664241" y="1602615"/>
                  </a:lnTo>
                  <a:lnTo>
                    <a:pt x="1660513" y="1607343"/>
                  </a:lnTo>
                  <a:lnTo>
                    <a:pt x="1656611" y="1612070"/>
                  </a:lnTo>
                  <a:lnTo>
                    <a:pt x="1652369" y="1616798"/>
                  </a:lnTo>
                  <a:lnTo>
                    <a:pt x="1647699" y="1621525"/>
                  </a:lnTo>
                  <a:lnTo>
                    <a:pt x="1642596" y="1626253"/>
                  </a:lnTo>
                  <a:lnTo>
                    <a:pt x="1637124" y="1630980"/>
                  </a:lnTo>
                  <a:lnTo>
                    <a:pt x="1631399" y="1635708"/>
                  </a:lnTo>
                  <a:lnTo>
                    <a:pt x="1625556" y="1640435"/>
                  </a:lnTo>
                  <a:lnTo>
                    <a:pt x="1619723" y="1645163"/>
                  </a:lnTo>
                  <a:lnTo>
                    <a:pt x="1613998" y="1649890"/>
                  </a:lnTo>
                  <a:lnTo>
                    <a:pt x="1608435" y="1654618"/>
                  </a:lnTo>
                  <a:lnTo>
                    <a:pt x="1603046" y="1659345"/>
                  </a:lnTo>
                  <a:lnTo>
                    <a:pt x="1597788" y="1664073"/>
                  </a:lnTo>
                  <a:lnTo>
                    <a:pt x="1592598" y="1668800"/>
                  </a:lnTo>
                  <a:lnTo>
                    <a:pt x="1587426" y="1673528"/>
                  </a:lnTo>
                  <a:lnTo>
                    <a:pt x="1582248" y="1678255"/>
                  </a:lnTo>
                  <a:lnTo>
                    <a:pt x="1577075" y="1682982"/>
                  </a:lnTo>
                  <a:lnTo>
                    <a:pt x="1571961" y="1687710"/>
                  </a:lnTo>
                  <a:lnTo>
                    <a:pt x="1566991" y="1692437"/>
                  </a:lnTo>
                  <a:lnTo>
                    <a:pt x="1562272" y="1697165"/>
                  </a:lnTo>
                  <a:lnTo>
                    <a:pt x="1557910" y="1701892"/>
                  </a:lnTo>
                  <a:lnTo>
                    <a:pt x="1553995" y="1706620"/>
                  </a:lnTo>
                  <a:lnTo>
                    <a:pt x="1550583" y="1711347"/>
                  </a:lnTo>
                  <a:lnTo>
                    <a:pt x="1547689" y="1716075"/>
                  </a:lnTo>
                  <a:lnTo>
                    <a:pt x="1545285" y="1720802"/>
                  </a:lnTo>
                  <a:lnTo>
                    <a:pt x="1543338" y="1725530"/>
                  </a:lnTo>
                  <a:lnTo>
                    <a:pt x="1541724" y="1730257"/>
                  </a:lnTo>
                  <a:lnTo>
                    <a:pt x="1540355" y="1734985"/>
                  </a:lnTo>
                  <a:lnTo>
                    <a:pt x="1539159" y="1739712"/>
                  </a:lnTo>
                  <a:lnTo>
                    <a:pt x="1538079" y="1744440"/>
                  </a:lnTo>
                  <a:lnTo>
                    <a:pt x="1537080" y="1749167"/>
                  </a:lnTo>
                  <a:lnTo>
                    <a:pt x="1536145" y="1753895"/>
                  </a:lnTo>
                  <a:lnTo>
                    <a:pt x="1535265" y="1758622"/>
                  </a:lnTo>
                  <a:lnTo>
                    <a:pt x="1534435" y="1763350"/>
                  </a:lnTo>
                  <a:lnTo>
                    <a:pt x="1533642" y="1768077"/>
                  </a:lnTo>
                  <a:lnTo>
                    <a:pt x="1532856" y="1772805"/>
                  </a:lnTo>
                  <a:lnTo>
                    <a:pt x="1532030" y="1777532"/>
                  </a:lnTo>
                  <a:lnTo>
                    <a:pt x="1531095" y="1782260"/>
                  </a:lnTo>
                  <a:lnTo>
                    <a:pt x="1529961" y="1786987"/>
                  </a:lnTo>
                  <a:lnTo>
                    <a:pt x="1528528" y="1791715"/>
                  </a:lnTo>
                  <a:lnTo>
                    <a:pt x="1526741" y="1796442"/>
                  </a:lnTo>
                  <a:lnTo>
                    <a:pt x="1524565" y="1801170"/>
                  </a:lnTo>
                  <a:lnTo>
                    <a:pt x="1522005" y="1805897"/>
                  </a:lnTo>
                  <a:lnTo>
                    <a:pt x="1519111" y="1810624"/>
                  </a:lnTo>
                  <a:lnTo>
                    <a:pt x="1515974" y="1815352"/>
                  </a:lnTo>
                  <a:lnTo>
                    <a:pt x="1512718" y="1820079"/>
                  </a:lnTo>
                  <a:lnTo>
                    <a:pt x="1509485" y="1824807"/>
                  </a:lnTo>
                  <a:lnTo>
                    <a:pt x="1506418" y="1829534"/>
                  </a:lnTo>
                  <a:lnTo>
                    <a:pt x="1503647" y="1834262"/>
                  </a:lnTo>
                  <a:lnTo>
                    <a:pt x="1501267" y="1838989"/>
                  </a:lnTo>
                  <a:lnTo>
                    <a:pt x="1499331" y="1843717"/>
                  </a:lnTo>
                  <a:lnTo>
                    <a:pt x="1497844" y="1848444"/>
                  </a:lnTo>
                  <a:lnTo>
                    <a:pt x="1496782" y="1853172"/>
                  </a:lnTo>
                  <a:lnTo>
                    <a:pt x="1496024" y="1857899"/>
                  </a:lnTo>
                  <a:lnTo>
                    <a:pt x="1495442" y="1862627"/>
                  </a:lnTo>
                  <a:lnTo>
                    <a:pt x="1494911" y="1867354"/>
                  </a:lnTo>
                  <a:lnTo>
                    <a:pt x="1494312" y="1872082"/>
                  </a:lnTo>
                  <a:lnTo>
                    <a:pt x="1493550" y="1876809"/>
                  </a:lnTo>
                  <a:lnTo>
                    <a:pt x="1492560" y="1881537"/>
                  </a:lnTo>
                  <a:lnTo>
                    <a:pt x="1491312" y="1886264"/>
                  </a:lnTo>
                  <a:lnTo>
                    <a:pt x="1489809" y="1890992"/>
                  </a:lnTo>
                  <a:lnTo>
                    <a:pt x="1488082" y="1895719"/>
                  </a:lnTo>
                  <a:lnTo>
                    <a:pt x="1486184" y="1900447"/>
                  </a:lnTo>
                  <a:lnTo>
                    <a:pt x="1484182" y="1905174"/>
                  </a:lnTo>
                  <a:lnTo>
                    <a:pt x="1482146" y="1909902"/>
                  </a:lnTo>
                  <a:lnTo>
                    <a:pt x="1480151" y="1914629"/>
                  </a:lnTo>
                  <a:lnTo>
                    <a:pt x="1478278" y="1919357"/>
                  </a:lnTo>
                  <a:lnTo>
                    <a:pt x="1476586" y="1924084"/>
                  </a:lnTo>
                  <a:lnTo>
                    <a:pt x="1475128" y="1928811"/>
                  </a:lnTo>
                  <a:lnTo>
                    <a:pt x="1473949" y="1933539"/>
                  </a:lnTo>
                  <a:lnTo>
                    <a:pt x="1473088" y="1938266"/>
                  </a:lnTo>
                  <a:lnTo>
                    <a:pt x="1472569" y="1942994"/>
                  </a:lnTo>
                  <a:lnTo>
                    <a:pt x="1472405" y="1947721"/>
                  </a:lnTo>
                  <a:lnTo>
                    <a:pt x="1472592" y="1952449"/>
                  </a:lnTo>
                  <a:lnTo>
                    <a:pt x="1473106" y="1957176"/>
                  </a:lnTo>
                  <a:lnTo>
                    <a:pt x="1473905" y="1961904"/>
                  </a:lnTo>
                  <a:lnTo>
                    <a:pt x="1474925" y="1966631"/>
                  </a:lnTo>
                  <a:lnTo>
                    <a:pt x="1476087" y="1971359"/>
                  </a:lnTo>
                  <a:lnTo>
                    <a:pt x="1477295" y="1976086"/>
                  </a:lnTo>
                  <a:lnTo>
                    <a:pt x="1478443" y="1980814"/>
                  </a:lnTo>
                  <a:lnTo>
                    <a:pt x="1479426" y="1985541"/>
                  </a:lnTo>
                  <a:lnTo>
                    <a:pt x="1480172" y="1990269"/>
                  </a:lnTo>
                  <a:lnTo>
                    <a:pt x="1480630" y="1994996"/>
                  </a:lnTo>
                  <a:lnTo>
                    <a:pt x="1480779" y="1999724"/>
                  </a:lnTo>
                  <a:lnTo>
                    <a:pt x="1480623" y="2004451"/>
                  </a:lnTo>
                  <a:lnTo>
                    <a:pt x="1480198" y="2009179"/>
                  </a:lnTo>
                  <a:lnTo>
                    <a:pt x="1479555" y="2013906"/>
                  </a:lnTo>
                  <a:lnTo>
                    <a:pt x="1478763" y="2018634"/>
                  </a:lnTo>
                  <a:lnTo>
                    <a:pt x="1477894" y="2023361"/>
                  </a:lnTo>
                  <a:lnTo>
                    <a:pt x="1477024" y="2028089"/>
                  </a:lnTo>
                  <a:lnTo>
                    <a:pt x="1476219" y="2032816"/>
                  </a:lnTo>
                  <a:lnTo>
                    <a:pt x="1475538" y="2037544"/>
                  </a:lnTo>
                  <a:lnTo>
                    <a:pt x="1475029" y="2042271"/>
                  </a:lnTo>
                  <a:lnTo>
                    <a:pt x="1474737" y="2046998"/>
                  </a:lnTo>
                  <a:lnTo>
                    <a:pt x="1474656" y="2051726"/>
                  </a:lnTo>
                  <a:lnTo>
                    <a:pt x="1474778" y="2056453"/>
                  </a:lnTo>
                  <a:lnTo>
                    <a:pt x="1475074" y="2061181"/>
                  </a:lnTo>
                  <a:lnTo>
                    <a:pt x="1475502" y="2065908"/>
                  </a:lnTo>
                  <a:lnTo>
                    <a:pt x="1476008" y="2070636"/>
                  </a:lnTo>
                  <a:lnTo>
                    <a:pt x="1476530" y="2075363"/>
                  </a:lnTo>
                  <a:lnTo>
                    <a:pt x="1477007" y="2080091"/>
                  </a:lnTo>
                  <a:lnTo>
                    <a:pt x="1477379" y="2084818"/>
                  </a:lnTo>
                  <a:lnTo>
                    <a:pt x="1477600" y="2089546"/>
                  </a:lnTo>
                  <a:lnTo>
                    <a:pt x="1477636" y="2094273"/>
                  </a:lnTo>
                  <a:lnTo>
                    <a:pt x="1477475" y="2099001"/>
                  </a:lnTo>
                  <a:lnTo>
                    <a:pt x="1477121" y="2103728"/>
                  </a:lnTo>
                  <a:lnTo>
                    <a:pt x="1476596" y="2108456"/>
                  </a:lnTo>
                  <a:lnTo>
                    <a:pt x="1475946" y="2113183"/>
                  </a:lnTo>
                  <a:lnTo>
                    <a:pt x="1475226" y="2117911"/>
                  </a:lnTo>
                  <a:lnTo>
                    <a:pt x="1474486" y="2122638"/>
                  </a:lnTo>
                  <a:lnTo>
                    <a:pt x="1473764" y="2127366"/>
                  </a:lnTo>
                  <a:lnTo>
                    <a:pt x="1473086" y="2132093"/>
                  </a:lnTo>
                  <a:lnTo>
                    <a:pt x="1472465" y="2136821"/>
                  </a:lnTo>
                  <a:lnTo>
                    <a:pt x="1471899" y="2141548"/>
                  </a:lnTo>
                  <a:lnTo>
                    <a:pt x="1471377" y="2146276"/>
                  </a:lnTo>
                  <a:lnTo>
                    <a:pt x="1470884" y="2151003"/>
                  </a:lnTo>
                  <a:lnTo>
                    <a:pt x="1470405" y="2155731"/>
                  </a:lnTo>
                  <a:lnTo>
                    <a:pt x="1469935" y="2160458"/>
                  </a:lnTo>
                  <a:lnTo>
                    <a:pt x="1469477" y="2165185"/>
                  </a:lnTo>
                  <a:lnTo>
                    <a:pt x="1469043" y="2169913"/>
                  </a:lnTo>
                  <a:lnTo>
                    <a:pt x="1468659" y="2174640"/>
                  </a:lnTo>
                  <a:lnTo>
                    <a:pt x="1468344" y="2179368"/>
                  </a:lnTo>
                  <a:lnTo>
                    <a:pt x="1468113" y="2184095"/>
                  </a:lnTo>
                  <a:lnTo>
                    <a:pt x="1467972" y="2188823"/>
                  </a:lnTo>
                  <a:lnTo>
                    <a:pt x="1467917" y="2193550"/>
                  </a:lnTo>
                  <a:lnTo>
                    <a:pt x="1467934" y="2198278"/>
                  </a:lnTo>
                  <a:lnTo>
                    <a:pt x="1468005" y="2203005"/>
                  </a:lnTo>
                  <a:lnTo>
                    <a:pt x="1468111" y="2207733"/>
                  </a:lnTo>
                  <a:lnTo>
                    <a:pt x="1468233" y="2212460"/>
                  </a:lnTo>
                  <a:lnTo>
                    <a:pt x="1468357" y="2217188"/>
                  </a:lnTo>
                  <a:lnTo>
                    <a:pt x="1468477" y="2221915"/>
                  </a:lnTo>
                  <a:lnTo>
                    <a:pt x="1468589" y="2226643"/>
                  </a:lnTo>
                  <a:lnTo>
                    <a:pt x="1468695" y="2231370"/>
                  </a:lnTo>
                  <a:lnTo>
                    <a:pt x="1468797" y="2236098"/>
                  </a:lnTo>
                  <a:lnTo>
                    <a:pt x="1468898" y="2240825"/>
                  </a:lnTo>
                  <a:lnTo>
                    <a:pt x="1468995" y="2245553"/>
                  </a:lnTo>
                  <a:lnTo>
                    <a:pt x="1469086" y="2250280"/>
                  </a:lnTo>
                  <a:lnTo>
                    <a:pt x="1469163" y="2255008"/>
                  </a:lnTo>
                  <a:lnTo>
                    <a:pt x="1469218" y="2259735"/>
                  </a:lnTo>
                  <a:lnTo>
                    <a:pt x="1469238" y="2264463"/>
                  </a:lnTo>
                  <a:lnTo>
                    <a:pt x="1469213" y="2269190"/>
                  </a:lnTo>
                  <a:lnTo>
                    <a:pt x="1469130" y="2273918"/>
                  </a:lnTo>
                  <a:lnTo>
                    <a:pt x="1468983" y="2278645"/>
                  </a:lnTo>
                  <a:lnTo>
                    <a:pt x="1468766" y="2283373"/>
                  </a:lnTo>
                  <a:lnTo>
                    <a:pt x="1468480" y="2288100"/>
                  </a:lnTo>
                  <a:lnTo>
                    <a:pt x="1468134" y="2292827"/>
                  </a:lnTo>
                  <a:lnTo>
                    <a:pt x="1467739" y="2297555"/>
                  </a:lnTo>
                  <a:lnTo>
                    <a:pt x="1467315" y="2302282"/>
                  </a:lnTo>
                  <a:lnTo>
                    <a:pt x="1466885" y="2307010"/>
                  </a:lnTo>
                  <a:lnTo>
                    <a:pt x="1466468" y="2311737"/>
                  </a:lnTo>
                  <a:lnTo>
                    <a:pt x="1466083" y="2316465"/>
                  </a:lnTo>
                  <a:lnTo>
                    <a:pt x="1465741" y="2321192"/>
                  </a:lnTo>
                  <a:lnTo>
                    <a:pt x="1465450" y="2325920"/>
                  </a:lnTo>
                  <a:lnTo>
                    <a:pt x="1465211" y="2330647"/>
                  </a:lnTo>
                  <a:lnTo>
                    <a:pt x="1465025" y="2335375"/>
                  </a:lnTo>
                  <a:lnTo>
                    <a:pt x="1464885" y="2340102"/>
                  </a:lnTo>
                  <a:lnTo>
                    <a:pt x="1464788" y="2344830"/>
                  </a:lnTo>
                  <a:lnTo>
                    <a:pt x="1464727" y="2349557"/>
                  </a:lnTo>
                  <a:lnTo>
                    <a:pt x="1464696" y="2354285"/>
                  </a:lnTo>
                  <a:lnTo>
                    <a:pt x="1464693" y="2359012"/>
                  </a:lnTo>
                  <a:lnTo>
                    <a:pt x="1464715" y="2363740"/>
                  </a:lnTo>
                  <a:lnTo>
                    <a:pt x="1464764" y="2368467"/>
                  </a:lnTo>
                  <a:lnTo>
                    <a:pt x="1464836" y="2373195"/>
                  </a:lnTo>
                  <a:lnTo>
                    <a:pt x="1464932" y="2377922"/>
                  </a:lnTo>
                  <a:lnTo>
                    <a:pt x="1465049" y="2382650"/>
                  </a:lnTo>
                  <a:lnTo>
                    <a:pt x="1465182" y="2387377"/>
                  </a:lnTo>
                  <a:lnTo>
                    <a:pt x="1465323" y="2392105"/>
                  </a:lnTo>
                  <a:lnTo>
                    <a:pt x="1465463" y="2396832"/>
                  </a:lnTo>
                  <a:lnTo>
                    <a:pt x="1465590" y="2401560"/>
                  </a:lnTo>
                  <a:lnTo>
                    <a:pt x="1465692" y="2406287"/>
                  </a:lnTo>
                  <a:lnTo>
                    <a:pt x="1465759" y="2411014"/>
                  </a:lnTo>
                  <a:lnTo>
                    <a:pt x="1465783" y="2415742"/>
                  </a:lnTo>
                  <a:close/>
                </a:path>
              </a:pathLst>
            </a:custGeom>
            <a:solidFill>
              <a:srgbClr val="F2975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9165123" y="3571441"/>
              <a:ext cx="721431" cy="3140692"/>
            </a:xfrm>
            <a:custGeom>
              <a:avLst/>
              <a:pathLst>
                <a:path w="721431" h="3140692">
                  <a:moveTo>
                    <a:pt x="359223" y="3140692"/>
                  </a:moveTo>
                  <a:lnTo>
                    <a:pt x="359195" y="3134546"/>
                  </a:lnTo>
                  <a:lnTo>
                    <a:pt x="359168" y="3128399"/>
                  </a:lnTo>
                  <a:lnTo>
                    <a:pt x="359140" y="3122253"/>
                  </a:lnTo>
                  <a:lnTo>
                    <a:pt x="359111" y="3116107"/>
                  </a:lnTo>
                  <a:lnTo>
                    <a:pt x="359082" y="3109961"/>
                  </a:lnTo>
                  <a:lnTo>
                    <a:pt x="359051" y="3103815"/>
                  </a:lnTo>
                  <a:lnTo>
                    <a:pt x="359018" y="3097669"/>
                  </a:lnTo>
                  <a:lnTo>
                    <a:pt x="358984" y="3091522"/>
                  </a:lnTo>
                  <a:lnTo>
                    <a:pt x="358948" y="3085376"/>
                  </a:lnTo>
                  <a:lnTo>
                    <a:pt x="358908" y="3079230"/>
                  </a:lnTo>
                  <a:lnTo>
                    <a:pt x="358865" y="3073084"/>
                  </a:lnTo>
                  <a:lnTo>
                    <a:pt x="358819" y="3066938"/>
                  </a:lnTo>
                  <a:lnTo>
                    <a:pt x="358769" y="3060792"/>
                  </a:lnTo>
                  <a:lnTo>
                    <a:pt x="358714" y="3054645"/>
                  </a:lnTo>
                  <a:lnTo>
                    <a:pt x="358654" y="3048499"/>
                  </a:lnTo>
                  <a:lnTo>
                    <a:pt x="358590" y="3042353"/>
                  </a:lnTo>
                  <a:lnTo>
                    <a:pt x="358521" y="3036207"/>
                  </a:lnTo>
                  <a:lnTo>
                    <a:pt x="358445" y="3030061"/>
                  </a:lnTo>
                  <a:lnTo>
                    <a:pt x="358363" y="3023915"/>
                  </a:lnTo>
                  <a:lnTo>
                    <a:pt x="358275" y="3017768"/>
                  </a:lnTo>
                  <a:lnTo>
                    <a:pt x="358181" y="3011622"/>
                  </a:lnTo>
                  <a:lnTo>
                    <a:pt x="358079" y="3005476"/>
                  </a:lnTo>
                  <a:lnTo>
                    <a:pt x="357969" y="2999330"/>
                  </a:lnTo>
                  <a:lnTo>
                    <a:pt x="357854" y="2993184"/>
                  </a:lnTo>
                  <a:lnTo>
                    <a:pt x="357731" y="2987038"/>
                  </a:lnTo>
                  <a:lnTo>
                    <a:pt x="357600" y="2980891"/>
                  </a:lnTo>
                  <a:lnTo>
                    <a:pt x="357461" y="2974745"/>
                  </a:lnTo>
                  <a:lnTo>
                    <a:pt x="357316" y="2968599"/>
                  </a:lnTo>
                  <a:lnTo>
                    <a:pt x="357164" y="2962453"/>
                  </a:lnTo>
                  <a:lnTo>
                    <a:pt x="357003" y="2956307"/>
                  </a:lnTo>
                  <a:lnTo>
                    <a:pt x="356835" y="2950161"/>
                  </a:lnTo>
                  <a:lnTo>
                    <a:pt x="356661" y="2944014"/>
                  </a:lnTo>
                  <a:lnTo>
                    <a:pt x="356481" y="2937868"/>
                  </a:lnTo>
                  <a:lnTo>
                    <a:pt x="356293" y="2931722"/>
                  </a:lnTo>
                  <a:lnTo>
                    <a:pt x="356099" y="2925576"/>
                  </a:lnTo>
                  <a:lnTo>
                    <a:pt x="355899" y="2919430"/>
                  </a:lnTo>
                  <a:lnTo>
                    <a:pt x="355695" y="2913284"/>
                  </a:lnTo>
                  <a:lnTo>
                    <a:pt x="355484" y="2907137"/>
                  </a:lnTo>
                  <a:lnTo>
                    <a:pt x="355269" y="2900991"/>
                  </a:lnTo>
                  <a:lnTo>
                    <a:pt x="355049" y="2894845"/>
                  </a:lnTo>
                  <a:lnTo>
                    <a:pt x="354826" y="2888699"/>
                  </a:lnTo>
                  <a:lnTo>
                    <a:pt x="354599" y="2882553"/>
                  </a:lnTo>
                  <a:lnTo>
                    <a:pt x="354368" y="2876407"/>
                  </a:lnTo>
                  <a:lnTo>
                    <a:pt x="354134" y="2870260"/>
                  </a:lnTo>
                  <a:lnTo>
                    <a:pt x="353898" y="2864114"/>
                  </a:lnTo>
                  <a:lnTo>
                    <a:pt x="353660" y="2857968"/>
                  </a:lnTo>
                  <a:lnTo>
                    <a:pt x="353419" y="2851822"/>
                  </a:lnTo>
                  <a:lnTo>
                    <a:pt x="353177" y="2845676"/>
                  </a:lnTo>
                  <a:lnTo>
                    <a:pt x="352933" y="2839529"/>
                  </a:lnTo>
                  <a:lnTo>
                    <a:pt x="352688" y="2833383"/>
                  </a:lnTo>
                  <a:lnTo>
                    <a:pt x="352441" y="2827237"/>
                  </a:lnTo>
                  <a:lnTo>
                    <a:pt x="352193" y="2821091"/>
                  </a:lnTo>
                  <a:lnTo>
                    <a:pt x="351945" y="2814945"/>
                  </a:lnTo>
                  <a:lnTo>
                    <a:pt x="351695" y="2808799"/>
                  </a:lnTo>
                  <a:lnTo>
                    <a:pt x="351443" y="2802652"/>
                  </a:lnTo>
                  <a:lnTo>
                    <a:pt x="351190" y="2796506"/>
                  </a:lnTo>
                  <a:lnTo>
                    <a:pt x="350936" y="2790360"/>
                  </a:lnTo>
                  <a:lnTo>
                    <a:pt x="350679" y="2784214"/>
                  </a:lnTo>
                  <a:lnTo>
                    <a:pt x="350420" y="2778068"/>
                  </a:lnTo>
                  <a:lnTo>
                    <a:pt x="350157" y="2771922"/>
                  </a:lnTo>
                  <a:lnTo>
                    <a:pt x="349892" y="2765775"/>
                  </a:lnTo>
                  <a:lnTo>
                    <a:pt x="349622" y="2759629"/>
                  </a:lnTo>
                  <a:lnTo>
                    <a:pt x="349347" y="2753483"/>
                  </a:lnTo>
                  <a:lnTo>
                    <a:pt x="349066" y="2747337"/>
                  </a:lnTo>
                  <a:lnTo>
                    <a:pt x="348779" y="2741191"/>
                  </a:lnTo>
                  <a:lnTo>
                    <a:pt x="348485" y="2735045"/>
                  </a:lnTo>
                  <a:lnTo>
                    <a:pt x="348180" y="2728898"/>
                  </a:lnTo>
                  <a:lnTo>
                    <a:pt x="347866" y="2722752"/>
                  </a:lnTo>
                  <a:lnTo>
                    <a:pt x="347542" y="2716606"/>
                  </a:lnTo>
                  <a:lnTo>
                    <a:pt x="347206" y="2710460"/>
                  </a:lnTo>
                  <a:lnTo>
                    <a:pt x="346852" y="2704314"/>
                  </a:lnTo>
                  <a:lnTo>
                    <a:pt x="346484" y="2698168"/>
                  </a:lnTo>
                  <a:lnTo>
                    <a:pt x="346099" y="2692021"/>
                  </a:lnTo>
                  <a:lnTo>
                    <a:pt x="345697" y="2685875"/>
                  </a:lnTo>
                  <a:lnTo>
                    <a:pt x="345268" y="2679729"/>
                  </a:lnTo>
                  <a:lnTo>
                    <a:pt x="344817" y="2673583"/>
                  </a:lnTo>
                  <a:lnTo>
                    <a:pt x="344343" y="2667437"/>
                  </a:lnTo>
                  <a:lnTo>
                    <a:pt x="343843" y="2661291"/>
                  </a:lnTo>
                  <a:lnTo>
                    <a:pt x="343303" y="2655144"/>
                  </a:lnTo>
                  <a:lnTo>
                    <a:pt x="342733" y="2648998"/>
                  </a:lnTo>
                  <a:lnTo>
                    <a:pt x="342130" y="2642852"/>
                  </a:lnTo>
                  <a:lnTo>
                    <a:pt x="341492" y="2636706"/>
                  </a:lnTo>
                  <a:lnTo>
                    <a:pt x="340799" y="2630560"/>
                  </a:lnTo>
                  <a:lnTo>
                    <a:pt x="340063" y="2624414"/>
                  </a:lnTo>
                  <a:lnTo>
                    <a:pt x="339283" y="2618267"/>
                  </a:lnTo>
                  <a:lnTo>
                    <a:pt x="338457" y="2612121"/>
                  </a:lnTo>
                  <a:lnTo>
                    <a:pt x="337555" y="2605975"/>
                  </a:lnTo>
                  <a:lnTo>
                    <a:pt x="336597" y="2599829"/>
                  </a:lnTo>
                  <a:lnTo>
                    <a:pt x="335582" y="2593683"/>
                  </a:lnTo>
                  <a:lnTo>
                    <a:pt x="334506" y="2587537"/>
                  </a:lnTo>
                  <a:lnTo>
                    <a:pt x="333332" y="2581390"/>
                  </a:lnTo>
                  <a:lnTo>
                    <a:pt x="332086" y="2575244"/>
                  </a:lnTo>
                  <a:lnTo>
                    <a:pt x="330766" y="2569098"/>
                  </a:lnTo>
                  <a:lnTo>
                    <a:pt x="329369" y="2562952"/>
                  </a:lnTo>
                  <a:lnTo>
                    <a:pt x="327851" y="2556806"/>
                  </a:lnTo>
                  <a:lnTo>
                    <a:pt x="326242" y="2550660"/>
                  </a:lnTo>
                  <a:lnTo>
                    <a:pt x="324541" y="2544513"/>
                  </a:lnTo>
                  <a:lnTo>
                    <a:pt x="322746" y="2538367"/>
                  </a:lnTo>
                  <a:lnTo>
                    <a:pt x="320804" y="2532221"/>
                  </a:lnTo>
                  <a:lnTo>
                    <a:pt x="318752" y="2526075"/>
                  </a:lnTo>
                  <a:lnTo>
                    <a:pt x="316590" y="2519929"/>
                  </a:lnTo>
                  <a:lnTo>
                    <a:pt x="314316" y="2513783"/>
                  </a:lnTo>
                  <a:lnTo>
                    <a:pt x="311873" y="2507636"/>
                  </a:lnTo>
                  <a:lnTo>
                    <a:pt x="309299" y="2501490"/>
                  </a:lnTo>
                  <a:lnTo>
                    <a:pt x="306598" y="2495344"/>
                  </a:lnTo>
                  <a:lnTo>
                    <a:pt x="303769" y="2489198"/>
                  </a:lnTo>
                  <a:lnTo>
                    <a:pt x="300752" y="2483052"/>
                  </a:lnTo>
                  <a:lnTo>
                    <a:pt x="297586" y="2476906"/>
                  </a:lnTo>
                  <a:lnTo>
                    <a:pt x="294280" y="2470759"/>
                  </a:lnTo>
                  <a:lnTo>
                    <a:pt x="290833" y="2464613"/>
                  </a:lnTo>
                  <a:lnTo>
                    <a:pt x="287185" y="2458467"/>
                  </a:lnTo>
                  <a:lnTo>
                    <a:pt x="283375" y="2452321"/>
                  </a:lnTo>
                  <a:lnTo>
                    <a:pt x="279418" y="2446175"/>
                  </a:lnTo>
                  <a:lnTo>
                    <a:pt x="275313" y="2440029"/>
                  </a:lnTo>
                  <a:lnTo>
                    <a:pt x="271002" y="2433882"/>
                  </a:lnTo>
                  <a:lnTo>
                    <a:pt x="266526" y="2427736"/>
                  </a:lnTo>
                  <a:lnTo>
                    <a:pt x="261901" y="2421590"/>
                  </a:lnTo>
                  <a:lnTo>
                    <a:pt x="257129" y="2415444"/>
                  </a:lnTo>
                  <a:lnTo>
                    <a:pt x="252159" y="2409298"/>
                  </a:lnTo>
                  <a:lnTo>
                    <a:pt x="247028" y="2403152"/>
                  </a:lnTo>
                  <a:lnTo>
                    <a:pt x="241758" y="2397005"/>
                  </a:lnTo>
                  <a:lnTo>
                    <a:pt x="236351" y="2390859"/>
                  </a:lnTo>
                  <a:lnTo>
                    <a:pt x="230767" y="2384713"/>
                  </a:lnTo>
                  <a:lnTo>
                    <a:pt x="225039" y="2378567"/>
                  </a:lnTo>
                  <a:lnTo>
                    <a:pt x="219192" y="2372421"/>
                  </a:lnTo>
                  <a:lnTo>
                    <a:pt x="213228" y="2366274"/>
                  </a:lnTo>
                  <a:lnTo>
                    <a:pt x="207121" y="2360128"/>
                  </a:lnTo>
                  <a:lnTo>
                    <a:pt x="200901" y="2353982"/>
                  </a:lnTo>
                  <a:lnTo>
                    <a:pt x="194590" y="2347836"/>
                  </a:lnTo>
                  <a:lnTo>
                    <a:pt x="188195" y="2341690"/>
                  </a:lnTo>
                  <a:lnTo>
                    <a:pt x="181704" y="2335544"/>
                  </a:lnTo>
                  <a:lnTo>
                    <a:pt x="175142" y="2329397"/>
                  </a:lnTo>
                  <a:lnTo>
                    <a:pt x="168529" y="2323251"/>
                  </a:lnTo>
                  <a:lnTo>
                    <a:pt x="161873" y="2317105"/>
                  </a:lnTo>
                  <a:lnTo>
                    <a:pt x="155178" y="2310959"/>
                  </a:lnTo>
                  <a:lnTo>
                    <a:pt x="148466" y="2304813"/>
                  </a:lnTo>
                  <a:lnTo>
                    <a:pt x="141750" y="2298667"/>
                  </a:lnTo>
                  <a:lnTo>
                    <a:pt x="135040" y="2292520"/>
                  </a:lnTo>
                  <a:lnTo>
                    <a:pt x="128354" y="2286374"/>
                  </a:lnTo>
                  <a:lnTo>
                    <a:pt x="121712" y="2280228"/>
                  </a:lnTo>
                  <a:lnTo>
                    <a:pt x="115119" y="2274082"/>
                  </a:lnTo>
                  <a:lnTo>
                    <a:pt x="108584" y="2267936"/>
                  </a:lnTo>
                  <a:lnTo>
                    <a:pt x="102138" y="2261790"/>
                  </a:lnTo>
                  <a:lnTo>
                    <a:pt x="95802" y="2255643"/>
                  </a:lnTo>
                  <a:lnTo>
                    <a:pt x="89567" y="2249497"/>
                  </a:lnTo>
                  <a:lnTo>
                    <a:pt x="83442" y="2243351"/>
                  </a:lnTo>
                  <a:lnTo>
                    <a:pt x="77467" y="2237205"/>
                  </a:lnTo>
                  <a:lnTo>
                    <a:pt x="71666" y="2231059"/>
                  </a:lnTo>
                  <a:lnTo>
                    <a:pt x="66015" y="2224913"/>
                  </a:lnTo>
                  <a:lnTo>
                    <a:pt x="60521" y="2218766"/>
                  </a:lnTo>
                  <a:lnTo>
                    <a:pt x="55230" y="2212620"/>
                  </a:lnTo>
                  <a:lnTo>
                    <a:pt x="50170" y="2206474"/>
                  </a:lnTo>
                  <a:lnTo>
                    <a:pt x="45299" y="2200328"/>
                  </a:lnTo>
                  <a:lnTo>
                    <a:pt x="40624" y="2194182"/>
                  </a:lnTo>
                  <a:lnTo>
                    <a:pt x="36193" y="2188036"/>
                  </a:lnTo>
                  <a:lnTo>
                    <a:pt x="32036" y="2181889"/>
                  </a:lnTo>
                  <a:lnTo>
                    <a:pt x="28098" y="2175743"/>
                  </a:lnTo>
                  <a:lnTo>
                    <a:pt x="24382" y="2169597"/>
                  </a:lnTo>
                  <a:lnTo>
                    <a:pt x="20933" y="2163451"/>
                  </a:lnTo>
                  <a:lnTo>
                    <a:pt x="17788" y="2157305"/>
                  </a:lnTo>
                  <a:lnTo>
                    <a:pt x="14877" y="2151159"/>
                  </a:lnTo>
                  <a:lnTo>
                    <a:pt x="12200" y="2145012"/>
                  </a:lnTo>
                  <a:lnTo>
                    <a:pt x="9799" y="2138866"/>
                  </a:lnTo>
                  <a:lnTo>
                    <a:pt x="7711" y="2132720"/>
                  </a:lnTo>
                  <a:lnTo>
                    <a:pt x="5859" y="2126574"/>
                  </a:lnTo>
                  <a:lnTo>
                    <a:pt x="4241" y="2120428"/>
                  </a:lnTo>
                  <a:lnTo>
                    <a:pt x="2889" y="2114282"/>
                  </a:lnTo>
                  <a:lnTo>
                    <a:pt x="1844" y="2108135"/>
                  </a:lnTo>
                  <a:lnTo>
                    <a:pt x="1024" y="2101989"/>
                  </a:lnTo>
                  <a:lnTo>
                    <a:pt x="424" y="2095843"/>
                  </a:lnTo>
                  <a:lnTo>
                    <a:pt x="69" y="2089697"/>
                  </a:lnTo>
                  <a:lnTo>
                    <a:pt x="0" y="2083551"/>
                  </a:lnTo>
                  <a:lnTo>
                    <a:pt x="133" y="2077405"/>
                  </a:lnTo>
                  <a:lnTo>
                    <a:pt x="464" y="2071258"/>
                  </a:lnTo>
                  <a:lnTo>
                    <a:pt x="1009" y="2065112"/>
                  </a:lnTo>
                  <a:lnTo>
                    <a:pt x="1807" y="2058966"/>
                  </a:lnTo>
                  <a:lnTo>
                    <a:pt x="2779" y="2052820"/>
                  </a:lnTo>
                  <a:lnTo>
                    <a:pt x="3921" y="2046674"/>
                  </a:lnTo>
                  <a:lnTo>
                    <a:pt x="5240" y="2040528"/>
                  </a:lnTo>
                  <a:lnTo>
                    <a:pt x="6773" y="2034381"/>
                  </a:lnTo>
                  <a:lnTo>
                    <a:pt x="8449" y="2028235"/>
                  </a:lnTo>
                  <a:lnTo>
                    <a:pt x="10262" y="2022089"/>
                  </a:lnTo>
                  <a:lnTo>
                    <a:pt x="12216" y="2015943"/>
                  </a:lnTo>
                  <a:lnTo>
                    <a:pt x="14341" y="2009797"/>
                  </a:lnTo>
                  <a:lnTo>
                    <a:pt x="16578" y="2003651"/>
                  </a:lnTo>
                  <a:lnTo>
                    <a:pt x="18920" y="1997504"/>
                  </a:lnTo>
                  <a:lnTo>
                    <a:pt x="21367" y="1991358"/>
                  </a:lnTo>
                  <a:lnTo>
                    <a:pt x="23944" y="1985212"/>
                  </a:lnTo>
                  <a:lnTo>
                    <a:pt x="26602" y="1979066"/>
                  </a:lnTo>
                  <a:lnTo>
                    <a:pt x="29337" y="1972920"/>
                  </a:lnTo>
                  <a:lnTo>
                    <a:pt x="32145" y="1966774"/>
                  </a:lnTo>
                  <a:lnTo>
                    <a:pt x="35043" y="1960627"/>
                  </a:lnTo>
                  <a:lnTo>
                    <a:pt x="37996" y="1954481"/>
                  </a:lnTo>
                  <a:lnTo>
                    <a:pt x="40998" y="1948335"/>
                  </a:lnTo>
                  <a:lnTo>
                    <a:pt x="44046" y="1942189"/>
                  </a:lnTo>
                  <a:lnTo>
                    <a:pt x="47149" y="1936043"/>
                  </a:lnTo>
                  <a:lnTo>
                    <a:pt x="50281" y="1929897"/>
                  </a:lnTo>
                  <a:lnTo>
                    <a:pt x="53440" y="1923750"/>
                  </a:lnTo>
                  <a:lnTo>
                    <a:pt x="56621" y="1917604"/>
                  </a:lnTo>
                  <a:lnTo>
                    <a:pt x="59826" y="1911458"/>
                  </a:lnTo>
                  <a:lnTo>
                    <a:pt x="63039" y="1905312"/>
                  </a:lnTo>
                  <a:lnTo>
                    <a:pt x="66258" y="1899166"/>
                  </a:lnTo>
                  <a:lnTo>
                    <a:pt x="69479" y="1893019"/>
                  </a:lnTo>
                  <a:lnTo>
                    <a:pt x="72695" y="1886873"/>
                  </a:lnTo>
                  <a:lnTo>
                    <a:pt x="75902" y="1880727"/>
                  </a:lnTo>
                  <a:lnTo>
                    <a:pt x="79097" y="1874581"/>
                  </a:lnTo>
                  <a:lnTo>
                    <a:pt x="82277" y="1868435"/>
                  </a:lnTo>
                  <a:lnTo>
                    <a:pt x="85429" y="1862289"/>
                  </a:lnTo>
                  <a:lnTo>
                    <a:pt x="88556" y="1856142"/>
                  </a:lnTo>
                  <a:lnTo>
                    <a:pt x="91656" y="1849996"/>
                  </a:lnTo>
                  <a:lnTo>
                    <a:pt x="94728" y="1843850"/>
                  </a:lnTo>
                  <a:lnTo>
                    <a:pt x="97753" y="1837704"/>
                  </a:lnTo>
                  <a:lnTo>
                    <a:pt x="100740" y="1831558"/>
                  </a:lnTo>
                  <a:lnTo>
                    <a:pt x="103690" y="1825412"/>
                  </a:lnTo>
                  <a:lnTo>
                    <a:pt x="106601" y="1819265"/>
                  </a:lnTo>
                  <a:lnTo>
                    <a:pt x="109453" y="1813119"/>
                  </a:lnTo>
                  <a:lnTo>
                    <a:pt x="112258" y="1806973"/>
                  </a:lnTo>
                  <a:lnTo>
                    <a:pt x="115019" y="1800827"/>
                  </a:lnTo>
                  <a:lnTo>
                    <a:pt x="117734" y="1794681"/>
                  </a:lnTo>
                  <a:lnTo>
                    <a:pt x="120384" y="1788535"/>
                  </a:lnTo>
                  <a:lnTo>
                    <a:pt x="122983" y="1782388"/>
                  </a:lnTo>
                  <a:lnTo>
                    <a:pt x="125534" y="1776242"/>
                  </a:lnTo>
                  <a:lnTo>
                    <a:pt x="128038" y="1770096"/>
                  </a:lnTo>
                  <a:lnTo>
                    <a:pt x="130477" y="1763950"/>
                  </a:lnTo>
                  <a:lnTo>
                    <a:pt x="132864" y="1757804"/>
                  </a:lnTo>
                  <a:lnTo>
                    <a:pt x="135205" y="1751658"/>
                  </a:lnTo>
                  <a:lnTo>
                    <a:pt x="137501" y="1745511"/>
                  </a:lnTo>
                  <a:lnTo>
                    <a:pt x="139735" y="1739365"/>
                  </a:lnTo>
                  <a:lnTo>
                    <a:pt x="141921" y="1733219"/>
                  </a:lnTo>
                  <a:lnTo>
                    <a:pt x="144065" y="1727073"/>
                  </a:lnTo>
                  <a:lnTo>
                    <a:pt x="146168" y="1720927"/>
                  </a:lnTo>
                  <a:lnTo>
                    <a:pt x="148217" y="1714781"/>
                  </a:lnTo>
                  <a:lnTo>
                    <a:pt x="150223" y="1708634"/>
                  </a:lnTo>
                  <a:lnTo>
                    <a:pt x="152191" y="1702488"/>
                  </a:lnTo>
                  <a:lnTo>
                    <a:pt x="154123" y="1696342"/>
                  </a:lnTo>
                  <a:lnTo>
                    <a:pt x="156009" y="1690196"/>
                  </a:lnTo>
                  <a:lnTo>
                    <a:pt x="157855" y="1684050"/>
                  </a:lnTo>
                  <a:lnTo>
                    <a:pt x="159669" y="1677904"/>
                  </a:lnTo>
                  <a:lnTo>
                    <a:pt x="161449" y="1671757"/>
                  </a:lnTo>
                  <a:lnTo>
                    <a:pt x="163187" y="1665611"/>
                  </a:lnTo>
                  <a:lnTo>
                    <a:pt x="164888" y="1659465"/>
                  </a:lnTo>
                  <a:lnTo>
                    <a:pt x="166556" y="1653319"/>
                  </a:lnTo>
                  <a:lnTo>
                    <a:pt x="168192" y="1647173"/>
                  </a:lnTo>
                  <a:lnTo>
                    <a:pt x="169784" y="1641027"/>
                  </a:lnTo>
                  <a:lnTo>
                    <a:pt x="171336" y="1634880"/>
                  </a:lnTo>
                  <a:lnTo>
                    <a:pt x="172853" y="1628734"/>
                  </a:lnTo>
                  <a:lnTo>
                    <a:pt x="174333" y="1622588"/>
                  </a:lnTo>
                  <a:lnTo>
                    <a:pt x="175765" y="1616442"/>
                  </a:lnTo>
                  <a:lnTo>
                    <a:pt x="177147" y="1610296"/>
                  </a:lnTo>
                  <a:lnTo>
                    <a:pt x="178486" y="1604150"/>
                  </a:lnTo>
                  <a:lnTo>
                    <a:pt x="179781" y="1598003"/>
                  </a:lnTo>
                  <a:lnTo>
                    <a:pt x="181017" y="1591857"/>
                  </a:lnTo>
                  <a:lnTo>
                    <a:pt x="182191" y="1585711"/>
                  </a:lnTo>
                  <a:lnTo>
                    <a:pt x="183312" y="1579565"/>
                  </a:lnTo>
                  <a:lnTo>
                    <a:pt x="184378" y="1573419"/>
                  </a:lnTo>
                  <a:lnTo>
                    <a:pt x="185371" y="1567273"/>
                  </a:lnTo>
                  <a:lnTo>
                    <a:pt x="186288" y="1561126"/>
                  </a:lnTo>
                  <a:lnTo>
                    <a:pt x="187140" y="1554980"/>
                  </a:lnTo>
                  <a:lnTo>
                    <a:pt x="187926" y="1548834"/>
                  </a:lnTo>
                  <a:lnTo>
                    <a:pt x="188627" y="1542688"/>
                  </a:lnTo>
                  <a:lnTo>
                    <a:pt x="189237" y="1536542"/>
                  </a:lnTo>
                  <a:lnTo>
                    <a:pt x="189772" y="1530396"/>
                  </a:lnTo>
                  <a:lnTo>
                    <a:pt x="190231" y="1524249"/>
                  </a:lnTo>
                  <a:lnTo>
                    <a:pt x="190596" y="1518103"/>
                  </a:lnTo>
                  <a:lnTo>
                    <a:pt x="190858" y="1511957"/>
                  </a:lnTo>
                  <a:lnTo>
                    <a:pt x="191038" y="1505811"/>
                  </a:lnTo>
                  <a:lnTo>
                    <a:pt x="191136" y="1499665"/>
                  </a:lnTo>
                  <a:lnTo>
                    <a:pt x="191136" y="1493519"/>
                  </a:lnTo>
                  <a:lnTo>
                    <a:pt x="191026" y="1487372"/>
                  </a:lnTo>
                  <a:lnTo>
                    <a:pt x="190833" y="1481226"/>
                  </a:lnTo>
                  <a:lnTo>
                    <a:pt x="190557" y="1475080"/>
                  </a:lnTo>
                  <a:lnTo>
                    <a:pt x="190182" y="1468934"/>
                  </a:lnTo>
                  <a:lnTo>
                    <a:pt x="189699" y="1462788"/>
                  </a:lnTo>
                  <a:lnTo>
                    <a:pt x="189135" y="1456642"/>
                  </a:lnTo>
                  <a:lnTo>
                    <a:pt x="188490" y="1450495"/>
                  </a:lnTo>
                  <a:lnTo>
                    <a:pt x="187754" y="1444349"/>
                  </a:lnTo>
                  <a:lnTo>
                    <a:pt x="186915" y="1438203"/>
                  </a:lnTo>
                  <a:lnTo>
                    <a:pt x="186001" y="1432057"/>
                  </a:lnTo>
                  <a:lnTo>
                    <a:pt x="185014" y="1425911"/>
                  </a:lnTo>
                  <a:lnTo>
                    <a:pt x="183945" y="1419764"/>
                  </a:lnTo>
                  <a:lnTo>
                    <a:pt x="182783" y="1413618"/>
                  </a:lnTo>
                  <a:lnTo>
                    <a:pt x="181555" y="1407472"/>
                  </a:lnTo>
                  <a:lnTo>
                    <a:pt x="180263" y="1401326"/>
                  </a:lnTo>
                  <a:lnTo>
                    <a:pt x="178900" y="1395180"/>
                  </a:lnTo>
                  <a:lnTo>
                    <a:pt x="177456" y="1389034"/>
                  </a:lnTo>
                  <a:lnTo>
                    <a:pt x="175955" y="1382887"/>
                  </a:lnTo>
                  <a:lnTo>
                    <a:pt x="174398" y="1376741"/>
                  </a:lnTo>
                  <a:lnTo>
                    <a:pt x="172783" y="1370595"/>
                  </a:lnTo>
                  <a:lnTo>
                    <a:pt x="171096" y="1364449"/>
                  </a:lnTo>
                  <a:lnTo>
                    <a:pt x="169362" y="1358303"/>
                  </a:lnTo>
                  <a:lnTo>
                    <a:pt x="167580" y="1352157"/>
                  </a:lnTo>
                  <a:lnTo>
                    <a:pt x="165748" y="1346010"/>
                  </a:lnTo>
                  <a:lnTo>
                    <a:pt x="163854" y="1339864"/>
                  </a:lnTo>
                  <a:lnTo>
                    <a:pt x="161918" y="1333718"/>
                  </a:lnTo>
                  <a:lnTo>
                    <a:pt x="159941" y="1327572"/>
                  </a:lnTo>
                  <a:lnTo>
                    <a:pt x="157922" y="1321426"/>
                  </a:lnTo>
                  <a:lnTo>
                    <a:pt x="155847" y="1315280"/>
                  </a:lnTo>
                  <a:lnTo>
                    <a:pt x="153734" y="1309133"/>
                  </a:lnTo>
                  <a:lnTo>
                    <a:pt x="151585" y="1302987"/>
                  </a:lnTo>
                  <a:lnTo>
                    <a:pt x="149398" y="1296841"/>
                  </a:lnTo>
                  <a:lnTo>
                    <a:pt x="147160" y="1290695"/>
                  </a:lnTo>
                  <a:lnTo>
                    <a:pt x="144889" y="1284549"/>
                  </a:lnTo>
                  <a:lnTo>
                    <a:pt x="142585" y="1278403"/>
                  </a:lnTo>
                  <a:lnTo>
                    <a:pt x="140246" y="1272256"/>
                  </a:lnTo>
                  <a:lnTo>
                    <a:pt x="137862" y="1266110"/>
                  </a:lnTo>
                  <a:lnTo>
                    <a:pt x="135448" y="1259964"/>
                  </a:lnTo>
                  <a:lnTo>
                    <a:pt x="133004" y="1253818"/>
                  </a:lnTo>
                  <a:lnTo>
                    <a:pt x="130531" y="1247672"/>
                  </a:lnTo>
                  <a:lnTo>
                    <a:pt x="128018" y="1241526"/>
                  </a:lnTo>
                  <a:lnTo>
                    <a:pt x="125480" y="1235379"/>
                  </a:lnTo>
                  <a:lnTo>
                    <a:pt x="122917" y="1229233"/>
                  </a:lnTo>
                  <a:lnTo>
                    <a:pt x="120332" y="1223087"/>
                  </a:lnTo>
                  <a:lnTo>
                    <a:pt x="117715" y="1216941"/>
                  </a:lnTo>
                  <a:lnTo>
                    <a:pt x="115079" y="1210795"/>
                  </a:lnTo>
                  <a:lnTo>
                    <a:pt x="112426" y="1204649"/>
                  </a:lnTo>
                  <a:lnTo>
                    <a:pt x="109758" y="1198502"/>
                  </a:lnTo>
                  <a:lnTo>
                    <a:pt x="107071" y="1192356"/>
                  </a:lnTo>
                  <a:lnTo>
                    <a:pt x="104373" y="1186210"/>
                  </a:lnTo>
                  <a:lnTo>
                    <a:pt x="101668" y="1180064"/>
                  </a:lnTo>
                  <a:lnTo>
                    <a:pt x="98957" y="1173918"/>
                  </a:lnTo>
                  <a:lnTo>
                    <a:pt x="96241" y="1167772"/>
                  </a:lnTo>
                  <a:lnTo>
                    <a:pt x="93526" y="1161625"/>
                  </a:lnTo>
                  <a:lnTo>
                    <a:pt x="90813" y="1155479"/>
                  </a:lnTo>
                  <a:lnTo>
                    <a:pt x="88106" y="1149333"/>
                  </a:lnTo>
                  <a:lnTo>
                    <a:pt x="85409" y="1143187"/>
                  </a:lnTo>
                  <a:lnTo>
                    <a:pt x="82725" y="1137041"/>
                  </a:lnTo>
                  <a:lnTo>
                    <a:pt x="80055" y="1130895"/>
                  </a:lnTo>
                  <a:lnTo>
                    <a:pt x="77401" y="1124748"/>
                  </a:lnTo>
                  <a:lnTo>
                    <a:pt x="74774" y="1118602"/>
                  </a:lnTo>
                  <a:lnTo>
                    <a:pt x="72172" y="1112456"/>
                  </a:lnTo>
                  <a:lnTo>
                    <a:pt x="69595" y="1106310"/>
                  </a:lnTo>
                  <a:lnTo>
                    <a:pt x="67045" y="1100164"/>
                  </a:lnTo>
                  <a:lnTo>
                    <a:pt x="64537" y="1094018"/>
                  </a:lnTo>
                  <a:lnTo>
                    <a:pt x="62067" y="1087871"/>
                  </a:lnTo>
                  <a:lnTo>
                    <a:pt x="59633" y="1081725"/>
                  </a:lnTo>
                  <a:lnTo>
                    <a:pt x="57237" y="1075579"/>
                  </a:lnTo>
                  <a:lnTo>
                    <a:pt x="54898" y="1069433"/>
                  </a:lnTo>
                  <a:lnTo>
                    <a:pt x="52609" y="1063287"/>
                  </a:lnTo>
                  <a:lnTo>
                    <a:pt x="50367" y="1057141"/>
                  </a:lnTo>
                  <a:lnTo>
                    <a:pt x="48175" y="1050994"/>
                  </a:lnTo>
                  <a:lnTo>
                    <a:pt x="46054" y="1044848"/>
                  </a:lnTo>
                  <a:lnTo>
                    <a:pt x="43998" y="1038702"/>
                  </a:lnTo>
                  <a:lnTo>
                    <a:pt x="42001" y="1032556"/>
                  </a:lnTo>
                  <a:lnTo>
                    <a:pt x="40065" y="1026410"/>
                  </a:lnTo>
                  <a:lnTo>
                    <a:pt x="38217" y="1020264"/>
                  </a:lnTo>
                  <a:lnTo>
                    <a:pt x="36448" y="1014117"/>
                  </a:lnTo>
                  <a:lnTo>
                    <a:pt x="34752" y="1007971"/>
                  </a:lnTo>
                  <a:lnTo>
                    <a:pt x="33132" y="1001825"/>
                  </a:lnTo>
                  <a:lnTo>
                    <a:pt x="31617" y="995679"/>
                  </a:lnTo>
                  <a:lnTo>
                    <a:pt x="30199" y="989533"/>
                  </a:lnTo>
                  <a:lnTo>
                    <a:pt x="28870" y="983387"/>
                  </a:lnTo>
                  <a:lnTo>
                    <a:pt x="27631" y="977240"/>
                  </a:lnTo>
                  <a:lnTo>
                    <a:pt x="26516" y="971094"/>
                  </a:lnTo>
                  <a:lnTo>
                    <a:pt x="25520" y="964948"/>
                  </a:lnTo>
                  <a:lnTo>
                    <a:pt x="24628" y="958802"/>
                  </a:lnTo>
                  <a:lnTo>
                    <a:pt x="23842" y="952656"/>
                  </a:lnTo>
                  <a:lnTo>
                    <a:pt x="23200" y="946509"/>
                  </a:lnTo>
                  <a:lnTo>
                    <a:pt x="22697" y="940363"/>
                  </a:lnTo>
                  <a:lnTo>
                    <a:pt x="22314" y="934217"/>
                  </a:lnTo>
                  <a:lnTo>
                    <a:pt x="22053" y="928071"/>
                  </a:lnTo>
                  <a:lnTo>
                    <a:pt x="21953" y="921925"/>
                  </a:lnTo>
                  <a:lnTo>
                    <a:pt x="22011" y="915779"/>
                  </a:lnTo>
                  <a:lnTo>
                    <a:pt x="22202" y="909632"/>
                  </a:lnTo>
                  <a:lnTo>
                    <a:pt x="22528" y="903486"/>
                  </a:lnTo>
                  <a:lnTo>
                    <a:pt x="23027" y="897340"/>
                  </a:lnTo>
                  <a:lnTo>
                    <a:pt x="23698" y="891194"/>
                  </a:lnTo>
                  <a:lnTo>
                    <a:pt x="24510" y="885048"/>
                  </a:lnTo>
                  <a:lnTo>
                    <a:pt x="25465" y="878902"/>
                  </a:lnTo>
                  <a:lnTo>
                    <a:pt x="26596" y="872755"/>
                  </a:lnTo>
                  <a:lnTo>
                    <a:pt x="27907" y="866609"/>
                  </a:lnTo>
                  <a:lnTo>
                    <a:pt x="29360" y="860463"/>
                  </a:lnTo>
                  <a:lnTo>
                    <a:pt x="30955" y="854317"/>
                  </a:lnTo>
                  <a:lnTo>
                    <a:pt x="32723" y="848171"/>
                  </a:lnTo>
                  <a:lnTo>
                    <a:pt x="34667" y="842025"/>
                  </a:lnTo>
                  <a:lnTo>
                    <a:pt x="36746" y="835878"/>
                  </a:lnTo>
                  <a:lnTo>
                    <a:pt x="38960" y="829732"/>
                  </a:lnTo>
                  <a:lnTo>
                    <a:pt x="41331" y="823586"/>
                  </a:lnTo>
                  <a:lnTo>
                    <a:pt x="43866" y="817440"/>
                  </a:lnTo>
                  <a:lnTo>
                    <a:pt x="46521" y="811294"/>
                  </a:lnTo>
                  <a:lnTo>
                    <a:pt x="49296" y="805148"/>
                  </a:lnTo>
                  <a:lnTo>
                    <a:pt x="52205" y="799001"/>
                  </a:lnTo>
                  <a:lnTo>
                    <a:pt x="55255" y="792855"/>
                  </a:lnTo>
                  <a:lnTo>
                    <a:pt x="58405" y="786709"/>
                  </a:lnTo>
                  <a:lnTo>
                    <a:pt x="61652" y="780563"/>
                  </a:lnTo>
                  <a:lnTo>
                    <a:pt x="65007" y="774417"/>
                  </a:lnTo>
                  <a:lnTo>
                    <a:pt x="68471" y="768271"/>
                  </a:lnTo>
                  <a:lnTo>
                    <a:pt x="72012" y="762124"/>
                  </a:lnTo>
                  <a:lnTo>
                    <a:pt x="75624" y="755978"/>
                  </a:lnTo>
                  <a:lnTo>
                    <a:pt x="79313" y="749832"/>
                  </a:lnTo>
                  <a:lnTo>
                    <a:pt x="83079" y="743686"/>
                  </a:lnTo>
                  <a:lnTo>
                    <a:pt x="86894" y="737540"/>
                  </a:lnTo>
                  <a:lnTo>
                    <a:pt x="90756" y="731394"/>
                  </a:lnTo>
                  <a:lnTo>
                    <a:pt x="94664" y="725247"/>
                  </a:lnTo>
                  <a:lnTo>
                    <a:pt x="98615" y="719101"/>
                  </a:lnTo>
                  <a:lnTo>
                    <a:pt x="102593" y="712955"/>
                  </a:lnTo>
                  <a:lnTo>
                    <a:pt x="106591" y="706809"/>
                  </a:lnTo>
                  <a:lnTo>
                    <a:pt x="110609" y="700663"/>
                  </a:lnTo>
                  <a:lnTo>
                    <a:pt x="114640" y="694517"/>
                  </a:lnTo>
                  <a:lnTo>
                    <a:pt x="118676" y="688370"/>
                  </a:lnTo>
                  <a:lnTo>
                    <a:pt x="122712" y="682224"/>
                  </a:lnTo>
                  <a:lnTo>
                    <a:pt x="126746" y="676078"/>
                  </a:lnTo>
                  <a:lnTo>
                    <a:pt x="130768" y="669932"/>
                  </a:lnTo>
                  <a:lnTo>
                    <a:pt x="134776" y="663786"/>
                  </a:lnTo>
                  <a:lnTo>
                    <a:pt x="138770" y="657640"/>
                  </a:lnTo>
                  <a:lnTo>
                    <a:pt x="142743" y="651493"/>
                  </a:lnTo>
                  <a:lnTo>
                    <a:pt x="146686" y="645347"/>
                  </a:lnTo>
                  <a:lnTo>
                    <a:pt x="150602" y="639201"/>
                  </a:lnTo>
                  <a:lnTo>
                    <a:pt x="154491" y="633055"/>
                  </a:lnTo>
                  <a:lnTo>
                    <a:pt x="158350" y="626909"/>
                  </a:lnTo>
                  <a:lnTo>
                    <a:pt x="162162" y="620763"/>
                  </a:lnTo>
                  <a:lnTo>
                    <a:pt x="165940" y="614616"/>
                  </a:lnTo>
                  <a:lnTo>
                    <a:pt x="169682" y="608470"/>
                  </a:lnTo>
                  <a:lnTo>
                    <a:pt x="173386" y="602324"/>
                  </a:lnTo>
                  <a:lnTo>
                    <a:pt x="177034" y="596178"/>
                  </a:lnTo>
                  <a:lnTo>
                    <a:pt x="180642" y="590032"/>
                  </a:lnTo>
                  <a:lnTo>
                    <a:pt x="184209" y="583886"/>
                  </a:lnTo>
                  <a:lnTo>
                    <a:pt x="187734" y="577739"/>
                  </a:lnTo>
                  <a:lnTo>
                    <a:pt x="191196" y="571593"/>
                  </a:lnTo>
                  <a:lnTo>
                    <a:pt x="194615" y="565447"/>
                  </a:lnTo>
                  <a:lnTo>
                    <a:pt x="197991" y="559301"/>
                  </a:lnTo>
                  <a:lnTo>
                    <a:pt x="201322" y="553155"/>
                  </a:lnTo>
                  <a:lnTo>
                    <a:pt x="204586" y="547009"/>
                  </a:lnTo>
                  <a:lnTo>
                    <a:pt x="207806" y="540862"/>
                  </a:lnTo>
                  <a:lnTo>
                    <a:pt x="210981" y="534716"/>
                  </a:lnTo>
                  <a:lnTo>
                    <a:pt x="214110" y="528570"/>
                  </a:lnTo>
                  <a:lnTo>
                    <a:pt x="217173" y="522424"/>
                  </a:lnTo>
                  <a:lnTo>
                    <a:pt x="220190" y="516278"/>
                  </a:lnTo>
                  <a:lnTo>
                    <a:pt x="223163" y="510132"/>
                  </a:lnTo>
                  <a:lnTo>
                    <a:pt x="226091" y="503985"/>
                  </a:lnTo>
                  <a:lnTo>
                    <a:pt x="228954" y="497839"/>
                  </a:lnTo>
                  <a:lnTo>
                    <a:pt x="231773" y="491693"/>
                  </a:lnTo>
                  <a:lnTo>
                    <a:pt x="234549" y="485547"/>
                  </a:lnTo>
                  <a:lnTo>
                    <a:pt x="237282" y="479401"/>
                  </a:lnTo>
                  <a:lnTo>
                    <a:pt x="239956" y="473254"/>
                  </a:lnTo>
                  <a:lnTo>
                    <a:pt x="242587" y="467108"/>
                  </a:lnTo>
                  <a:lnTo>
                    <a:pt x="245178" y="460962"/>
                  </a:lnTo>
                  <a:lnTo>
                    <a:pt x="247731" y="454816"/>
                  </a:lnTo>
                  <a:lnTo>
                    <a:pt x="250230" y="448670"/>
                  </a:lnTo>
                  <a:lnTo>
                    <a:pt x="252691" y="442524"/>
                  </a:lnTo>
                  <a:lnTo>
                    <a:pt x="255118" y="436377"/>
                  </a:lnTo>
                  <a:lnTo>
                    <a:pt x="257510" y="430231"/>
                  </a:lnTo>
                  <a:lnTo>
                    <a:pt x="259857" y="424085"/>
                  </a:lnTo>
                  <a:lnTo>
                    <a:pt x="262171" y="417939"/>
                  </a:lnTo>
                  <a:lnTo>
                    <a:pt x="264456" y="411793"/>
                  </a:lnTo>
                  <a:lnTo>
                    <a:pt x="266713" y="405647"/>
                  </a:lnTo>
                  <a:lnTo>
                    <a:pt x="268933" y="399500"/>
                  </a:lnTo>
                  <a:lnTo>
                    <a:pt x="271126" y="393354"/>
                  </a:lnTo>
                  <a:lnTo>
                    <a:pt x="273296" y="387208"/>
                  </a:lnTo>
                  <a:lnTo>
                    <a:pt x="275443" y="381062"/>
                  </a:lnTo>
                  <a:lnTo>
                    <a:pt x="277561" y="374916"/>
                  </a:lnTo>
                  <a:lnTo>
                    <a:pt x="279657" y="368770"/>
                  </a:lnTo>
                  <a:lnTo>
                    <a:pt x="281735" y="362623"/>
                  </a:lnTo>
                  <a:lnTo>
                    <a:pt x="283795" y="356477"/>
                  </a:lnTo>
                  <a:lnTo>
                    <a:pt x="285831" y="350331"/>
                  </a:lnTo>
                  <a:lnTo>
                    <a:pt x="287849" y="344185"/>
                  </a:lnTo>
                  <a:lnTo>
                    <a:pt x="289852" y="338039"/>
                  </a:lnTo>
                  <a:lnTo>
                    <a:pt x="291839" y="331893"/>
                  </a:lnTo>
                  <a:lnTo>
                    <a:pt x="293806" y="325746"/>
                  </a:lnTo>
                  <a:lnTo>
                    <a:pt x="295755" y="319600"/>
                  </a:lnTo>
                  <a:lnTo>
                    <a:pt x="297690" y="313454"/>
                  </a:lnTo>
                  <a:lnTo>
                    <a:pt x="299610" y="307308"/>
                  </a:lnTo>
                  <a:lnTo>
                    <a:pt x="301509" y="301162"/>
                  </a:lnTo>
                  <a:lnTo>
                    <a:pt x="303389" y="295016"/>
                  </a:lnTo>
                  <a:lnTo>
                    <a:pt x="305253" y="288869"/>
                  </a:lnTo>
                  <a:lnTo>
                    <a:pt x="307099" y="282723"/>
                  </a:lnTo>
                  <a:lnTo>
                    <a:pt x="308921" y="276577"/>
                  </a:lnTo>
                  <a:lnTo>
                    <a:pt x="310720" y="270431"/>
                  </a:lnTo>
                  <a:lnTo>
                    <a:pt x="312499" y="264285"/>
                  </a:lnTo>
                  <a:lnTo>
                    <a:pt x="314256" y="258139"/>
                  </a:lnTo>
                  <a:lnTo>
                    <a:pt x="315984" y="251992"/>
                  </a:lnTo>
                  <a:lnTo>
                    <a:pt x="317683" y="245846"/>
                  </a:lnTo>
                  <a:lnTo>
                    <a:pt x="319356" y="239700"/>
                  </a:lnTo>
                  <a:lnTo>
                    <a:pt x="321003" y="233554"/>
                  </a:lnTo>
                  <a:lnTo>
                    <a:pt x="322615" y="227408"/>
                  </a:lnTo>
                  <a:lnTo>
                    <a:pt x="324191" y="221262"/>
                  </a:lnTo>
                  <a:lnTo>
                    <a:pt x="325736" y="215115"/>
                  </a:lnTo>
                  <a:lnTo>
                    <a:pt x="327250" y="208969"/>
                  </a:lnTo>
                  <a:lnTo>
                    <a:pt x="328723" y="202823"/>
                  </a:lnTo>
                  <a:lnTo>
                    <a:pt x="330154" y="196677"/>
                  </a:lnTo>
                  <a:lnTo>
                    <a:pt x="331550" y="190531"/>
                  </a:lnTo>
                  <a:lnTo>
                    <a:pt x="332910" y="184385"/>
                  </a:lnTo>
                  <a:lnTo>
                    <a:pt x="334227" y="178238"/>
                  </a:lnTo>
                  <a:lnTo>
                    <a:pt x="335496" y="172092"/>
                  </a:lnTo>
                  <a:lnTo>
                    <a:pt x="336728" y="165946"/>
                  </a:lnTo>
                  <a:lnTo>
                    <a:pt x="337922" y="159800"/>
                  </a:lnTo>
                  <a:lnTo>
                    <a:pt x="339071" y="153654"/>
                  </a:lnTo>
                  <a:lnTo>
                    <a:pt x="340170" y="147508"/>
                  </a:lnTo>
                  <a:lnTo>
                    <a:pt x="341232" y="141361"/>
                  </a:lnTo>
                  <a:lnTo>
                    <a:pt x="342255" y="135215"/>
                  </a:lnTo>
                  <a:lnTo>
                    <a:pt x="343234" y="129069"/>
                  </a:lnTo>
                  <a:lnTo>
                    <a:pt x="344164" y="122923"/>
                  </a:lnTo>
                  <a:lnTo>
                    <a:pt x="345058" y="116777"/>
                  </a:lnTo>
                  <a:lnTo>
                    <a:pt x="345915" y="110631"/>
                  </a:lnTo>
                  <a:lnTo>
                    <a:pt x="346731" y="104484"/>
                  </a:lnTo>
                  <a:lnTo>
                    <a:pt x="347501" y="98338"/>
                  </a:lnTo>
                  <a:lnTo>
                    <a:pt x="348237" y="92192"/>
                  </a:lnTo>
                  <a:lnTo>
                    <a:pt x="348941" y="86046"/>
                  </a:lnTo>
                  <a:lnTo>
                    <a:pt x="349608" y="79900"/>
                  </a:lnTo>
                  <a:lnTo>
                    <a:pt x="350234" y="73754"/>
                  </a:lnTo>
                  <a:lnTo>
                    <a:pt x="350831" y="67607"/>
                  </a:lnTo>
                  <a:lnTo>
                    <a:pt x="351399" y="61461"/>
                  </a:lnTo>
                  <a:lnTo>
                    <a:pt x="351935" y="55315"/>
                  </a:lnTo>
                  <a:lnTo>
                    <a:pt x="352437" y="49169"/>
                  </a:lnTo>
                  <a:lnTo>
                    <a:pt x="352914" y="43023"/>
                  </a:lnTo>
                  <a:lnTo>
                    <a:pt x="353367" y="36877"/>
                  </a:lnTo>
                  <a:lnTo>
                    <a:pt x="353794" y="30730"/>
                  </a:lnTo>
                  <a:lnTo>
                    <a:pt x="354193" y="24584"/>
                  </a:lnTo>
                  <a:lnTo>
                    <a:pt x="354571" y="18438"/>
                  </a:lnTo>
                  <a:lnTo>
                    <a:pt x="354930" y="12292"/>
                  </a:lnTo>
                  <a:lnTo>
                    <a:pt x="355269" y="6146"/>
                  </a:lnTo>
                  <a:lnTo>
                    <a:pt x="355584" y="0"/>
                  </a:lnTo>
                  <a:lnTo>
                    <a:pt x="365847" y="0"/>
                  </a:lnTo>
                  <a:lnTo>
                    <a:pt x="366162" y="6146"/>
                  </a:lnTo>
                  <a:lnTo>
                    <a:pt x="366501" y="12292"/>
                  </a:lnTo>
                  <a:lnTo>
                    <a:pt x="366860" y="18438"/>
                  </a:lnTo>
                  <a:lnTo>
                    <a:pt x="367238" y="24584"/>
                  </a:lnTo>
                  <a:lnTo>
                    <a:pt x="367637" y="30730"/>
                  </a:lnTo>
                  <a:lnTo>
                    <a:pt x="368064" y="36877"/>
                  </a:lnTo>
                  <a:lnTo>
                    <a:pt x="368517" y="43023"/>
                  </a:lnTo>
                  <a:lnTo>
                    <a:pt x="368994" y="49169"/>
                  </a:lnTo>
                  <a:lnTo>
                    <a:pt x="369496" y="55315"/>
                  </a:lnTo>
                  <a:lnTo>
                    <a:pt x="370032" y="61461"/>
                  </a:lnTo>
                  <a:lnTo>
                    <a:pt x="370600" y="67607"/>
                  </a:lnTo>
                  <a:lnTo>
                    <a:pt x="371197" y="73754"/>
                  </a:lnTo>
                  <a:lnTo>
                    <a:pt x="371823" y="79900"/>
                  </a:lnTo>
                  <a:lnTo>
                    <a:pt x="372490" y="86046"/>
                  </a:lnTo>
                  <a:lnTo>
                    <a:pt x="373193" y="92192"/>
                  </a:lnTo>
                  <a:lnTo>
                    <a:pt x="373930" y="98338"/>
                  </a:lnTo>
                  <a:lnTo>
                    <a:pt x="374700" y="104484"/>
                  </a:lnTo>
                  <a:lnTo>
                    <a:pt x="375516" y="110631"/>
                  </a:lnTo>
                  <a:lnTo>
                    <a:pt x="376373" y="116777"/>
                  </a:lnTo>
                  <a:lnTo>
                    <a:pt x="377267" y="122923"/>
                  </a:lnTo>
                  <a:lnTo>
                    <a:pt x="378197" y="129069"/>
                  </a:lnTo>
                  <a:lnTo>
                    <a:pt x="379176" y="135215"/>
                  </a:lnTo>
                  <a:lnTo>
                    <a:pt x="380199" y="141361"/>
                  </a:lnTo>
                  <a:lnTo>
                    <a:pt x="381261" y="147508"/>
                  </a:lnTo>
                  <a:lnTo>
                    <a:pt x="382360" y="153654"/>
                  </a:lnTo>
                  <a:lnTo>
                    <a:pt x="383509" y="159800"/>
                  </a:lnTo>
                  <a:lnTo>
                    <a:pt x="384703" y="165946"/>
                  </a:lnTo>
                  <a:lnTo>
                    <a:pt x="385935" y="172092"/>
                  </a:lnTo>
                  <a:lnTo>
                    <a:pt x="387204" y="178238"/>
                  </a:lnTo>
                  <a:lnTo>
                    <a:pt x="388521" y="184385"/>
                  </a:lnTo>
                  <a:lnTo>
                    <a:pt x="389881" y="190531"/>
                  </a:lnTo>
                  <a:lnTo>
                    <a:pt x="391277" y="196677"/>
                  </a:lnTo>
                  <a:lnTo>
                    <a:pt x="392708" y="202823"/>
                  </a:lnTo>
                  <a:lnTo>
                    <a:pt x="394181" y="208969"/>
                  </a:lnTo>
                  <a:lnTo>
                    <a:pt x="395695" y="215115"/>
                  </a:lnTo>
                  <a:lnTo>
                    <a:pt x="397240" y="221262"/>
                  </a:lnTo>
                  <a:lnTo>
                    <a:pt x="398816" y="227408"/>
                  </a:lnTo>
                  <a:lnTo>
                    <a:pt x="400428" y="233554"/>
                  </a:lnTo>
                  <a:lnTo>
                    <a:pt x="402075" y="239700"/>
                  </a:lnTo>
                  <a:lnTo>
                    <a:pt x="403748" y="245846"/>
                  </a:lnTo>
                  <a:lnTo>
                    <a:pt x="405447" y="251992"/>
                  </a:lnTo>
                  <a:lnTo>
                    <a:pt x="407175" y="258139"/>
                  </a:lnTo>
                  <a:lnTo>
                    <a:pt x="408932" y="264285"/>
                  </a:lnTo>
                  <a:lnTo>
                    <a:pt x="410711" y="270431"/>
                  </a:lnTo>
                  <a:lnTo>
                    <a:pt x="412510" y="276577"/>
                  </a:lnTo>
                  <a:lnTo>
                    <a:pt x="414332" y="282723"/>
                  </a:lnTo>
                  <a:lnTo>
                    <a:pt x="416178" y="288869"/>
                  </a:lnTo>
                  <a:lnTo>
                    <a:pt x="418042" y="295016"/>
                  </a:lnTo>
                  <a:lnTo>
                    <a:pt x="419922" y="301162"/>
                  </a:lnTo>
                  <a:lnTo>
                    <a:pt x="421821" y="307308"/>
                  </a:lnTo>
                  <a:lnTo>
                    <a:pt x="423741" y="313454"/>
                  </a:lnTo>
                  <a:lnTo>
                    <a:pt x="425675" y="319600"/>
                  </a:lnTo>
                  <a:lnTo>
                    <a:pt x="427625" y="325746"/>
                  </a:lnTo>
                  <a:lnTo>
                    <a:pt x="429592" y="331893"/>
                  </a:lnTo>
                  <a:lnTo>
                    <a:pt x="431579" y="338039"/>
                  </a:lnTo>
                  <a:lnTo>
                    <a:pt x="433582" y="344185"/>
                  </a:lnTo>
                  <a:lnTo>
                    <a:pt x="435600" y="350331"/>
                  </a:lnTo>
                  <a:lnTo>
                    <a:pt x="437636" y="356477"/>
                  </a:lnTo>
                  <a:lnTo>
                    <a:pt x="439696" y="362623"/>
                  </a:lnTo>
                  <a:lnTo>
                    <a:pt x="441774" y="368770"/>
                  </a:lnTo>
                  <a:lnTo>
                    <a:pt x="443870" y="374916"/>
                  </a:lnTo>
                  <a:lnTo>
                    <a:pt x="445988" y="381062"/>
                  </a:lnTo>
                  <a:lnTo>
                    <a:pt x="448135" y="387208"/>
                  </a:lnTo>
                  <a:lnTo>
                    <a:pt x="450304" y="393354"/>
                  </a:lnTo>
                  <a:lnTo>
                    <a:pt x="452498" y="399500"/>
                  </a:lnTo>
                  <a:lnTo>
                    <a:pt x="454718" y="405647"/>
                  </a:lnTo>
                  <a:lnTo>
                    <a:pt x="456975" y="411793"/>
                  </a:lnTo>
                  <a:lnTo>
                    <a:pt x="459260" y="417939"/>
                  </a:lnTo>
                  <a:lnTo>
                    <a:pt x="461574" y="424085"/>
                  </a:lnTo>
                  <a:lnTo>
                    <a:pt x="463921" y="430231"/>
                  </a:lnTo>
                  <a:lnTo>
                    <a:pt x="466313" y="436377"/>
                  </a:lnTo>
                  <a:lnTo>
                    <a:pt x="468740" y="442524"/>
                  </a:lnTo>
                  <a:lnTo>
                    <a:pt x="471201" y="448670"/>
                  </a:lnTo>
                  <a:lnTo>
                    <a:pt x="473700" y="454816"/>
                  </a:lnTo>
                  <a:lnTo>
                    <a:pt x="476253" y="460962"/>
                  </a:lnTo>
                  <a:lnTo>
                    <a:pt x="478844" y="467108"/>
                  </a:lnTo>
                  <a:lnTo>
                    <a:pt x="481475" y="473254"/>
                  </a:lnTo>
                  <a:lnTo>
                    <a:pt x="484149" y="479401"/>
                  </a:lnTo>
                  <a:lnTo>
                    <a:pt x="486882" y="485547"/>
                  </a:lnTo>
                  <a:lnTo>
                    <a:pt x="489658" y="491693"/>
                  </a:lnTo>
                  <a:lnTo>
                    <a:pt x="492477" y="497839"/>
                  </a:lnTo>
                  <a:lnTo>
                    <a:pt x="495340" y="503985"/>
                  </a:lnTo>
                  <a:lnTo>
                    <a:pt x="498268" y="510132"/>
                  </a:lnTo>
                  <a:lnTo>
                    <a:pt x="501241" y="516278"/>
                  </a:lnTo>
                  <a:lnTo>
                    <a:pt x="504258" y="522424"/>
                  </a:lnTo>
                  <a:lnTo>
                    <a:pt x="507321" y="528570"/>
                  </a:lnTo>
                  <a:lnTo>
                    <a:pt x="510450" y="534716"/>
                  </a:lnTo>
                  <a:lnTo>
                    <a:pt x="513625" y="540862"/>
                  </a:lnTo>
                  <a:lnTo>
                    <a:pt x="516845" y="547009"/>
                  </a:lnTo>
                  <a:lnTo>
                    <a:pt x="520109" y="553155"/>
                  </a:lnTo>
                  <a:lnTo>
                    <a:pt x="523440" y="559301"/>
                  </a:lnTo>
                  <a:lnTo>
                    <a:pt x="526816" y="565447"/>
                  </a:lnTo>
                  <a:lnTo>
                    <a:pt x="530235" y="571593"/>
                  </a:lnTo>
                  <a:lnTo>
                    <a:pt x="533697" y="577739"/>
                  </a:lnTo>
                  <a:lnTo>
                    <a:pt x="537222" y="583886"/>
                  </a:lnTo>
                  <a:lnTo>
                    <a:pt x="540789" y="590032"/>
                  </a:lnTo>
                  <a:lnTo>
                    <a:pt x="544397" y="596178"/>
                  </a:lnTo>
                  <a:lnTo>
                    <a:pt x="548045" y="602324"/>
                  </a:lnTo>
                  <a:lnTo>
                    <a:pt x="551749" y="608470"/>
                  </a:lnTo>
                  <a:lnTo>
                    <a:pt x="555491" y="614616"/>
                  </a:lnTo>
                  <a:lnTo>
                    <a:pt x="559269" y="620763"/>
                  </a:lnTo>
                  <a:lnTo>
                    <a:pt x="563081" y="626909"/>
                  </a:lnTo>
                  <a:lnTo>
                    <a:pt x="566940" y="633055"/>
                  </a:lnTo>
                  <a:lnTo>
                    <a:pt x="570829" y="639201"/>
                  </a:lnTo>
                  <a:lnTo>
                    <a:pt x="574745" y="645347"/>
                  </a:lnTo>
                  <a:lnTo>
                    <a:pt x="578688" y="651493"/>
                  </a:lnTo>
                  <a:lnTo>
                    <a:pt x="582661" y="657640"/>
                  </a:lnTo>
                  <a:lnTo>
                    <a:pt x="586655" y="663786"/>
                  </a:lnTo>
                  <a:lnTo>
                    <a:pt x="590663" y="669932"/>
                  </a:lnTo>
                  <a:lnTo>
                    <a:pt x="594685" y="676078"/>
                  </a:lnTo>
                  <a:lnTo>
                    <a:pt x="598719" y="682224"/>
                  </a:lnTo>
                  <a:lnTo>
                    <a:pt x="602755" y="688370"/>
                  </a:lnTo>
                  <a:lnTo>
                    <a:pt x="606791" y="694517"/>
                  </a:lnTo>
                  <a:lnTo>
                    <a:pt x="610822" y="700663"/>
                  </a:lnTo>
                  <a:lnTo>
                    <a:pt x="614840" y="706809"/>
                  </a:lnTo>
                  <a:lnTo>
                    <a:pt x="618838" y="712955"/>
                  </a:lnTo>
                  <a:lnTo>
                    <a:pt x="622816" y="719101"/>
                  </a:lnTo>
                  <a:lnTo>
                    <a:pt x="626767" y="725247"/>
                  </a:lnTo>
                  <a:lnTo>
                    <a:pt x="630675" y="731394"/>
                  </a:lnTo>
                  <a:lnTo>
                    <a:pt x="634537" y="737540"/>
                  </a:lnTo>
                  <a:lnTo>
                    <a:pt x="638352" y="743686"/>
                  </a:lnTo>
                  <a:lnTo>
                    <a:pt x="642118" y="749832"/>
                  </a:lnTo>
                  <a:lnTo>
                    <a:pt x="645807" y="755978"/>
                  </a:lnTo>
                  <a:lnTo>
                    <a:pt x="649419" y="762124"/>
                  </a:lnTo>
                  <a:lnTo>
                    <a:pt x="652960" y="768271"/>
                  </a:lnTo>
                  <a:lnTo>
                    <a:pt x="656424" y="774417"/>
                  </a:lnTo>
                  <a:lnTo>
                    <a:pt x="659779" y="780563"/>
                  </a:lnTo>
                  <a:lnTo>
                    <a:pt x="663026" y="786709"/>
                  </a:lnTo>
                  <a:lnTo>
                    <a:pt x="666176" y="792855"/>
                  </a:lnTo>
                  <a:lnTo>
                    <a:pt x="669226" y="799001"/>
                  </a:lnTo>
                  <a:lnTo>
                    <a:pt x="672135" y="805148"/>
                  </a:lnTo>
                  <a:lnTo>
                    <a:pt x="674910" y="811294"/>
                  </a:lnTo>
                  <a:lnTo>
                    <a:pt x="677565" y="817440"/>
                  </a:lnTo>
                  <a:lnTo>
                    <a:pt x="680100" y="823586"/>
                  </a:lnTo>
                  <a:lnTo>
                    <a:pt x="682471" y="829732"/>
                  </a:lnTo>
                  <a:lnTo>
                    <a:pt x="684685" y="835878"/>
                  </a:lnTo>
                  <a:lnTo>
                    <a:pt x="686764" y="842025"/>
                  </a:lnTo>
                  <a:lnTo>
                    <a:pt x="688708" y="848171"/>
                  </a:lnTo>
                  <a:lnTo>
                    <a:pt x="690476" y="854317"/>
                  </a:lnTo>
                  <a:lnTo>
                    <a:pt x="692071" y="860463"/>
                  </a:lnTo>
                  <a:lnTo>
                    <a:pt x="693524" y="866609"/>
                  </a:lnTo>
                  <a:lnTo>
                    <a:pt x="694835" y="872755"/>
                  </a:lnTo>
                  <a:lnTo>
                    <a:pt x="695966" y="878902"/>
                  </a:lnTo>
                  <a:lnTo>
                    <a:pt x="696921" y="885048"/>
                  </a:lnTo>
                  <a:lnTo>
                    <a:pt x="697733" y="891194"/>
                  </a:lnTo>
                  <a:lnTo>
                    <a:pt x="698404" y="897340"/>
                  </a:lnTo>
                  <a:lnTo>
                    <a:pt x="698903" y="903486"/>
                  </a:lnTo>
                  <a:lnTo>
                    <a:pt x="699229" y="909632"/>
                  </a:lnTo>
                  <a:lnTo>
                    <a:pt x="699420" y="915779"/>
                  </a:lnTo>
                  <a:lnTo>
                    <a:pt x="699478" y="921925"/>
                  </a:lnTo>
                  <a:lnTo>
                    <a:pt x="699378" y="928071"/>
                  </a:lnTo>
                  <a:lnTo>
                    <a:pt x="699117" y="934217"/>
                  </a:lnTo>
                  <a:lnTo>
                    <a:pt x="698734" y="940363"/>
                  </a:lnTo>
                  <a:lnTo>
                    <a:pt x="698231" y="946509"/>
                  </a:lnTo>
                  <a:lnTo>
                    <a:pt x="697589" y="952656"/>
                  </a:lnTo>
                  <a:lnTo>
                    <a:pt x="696803" y="958802"/>
                  </a:lnTo>
                  <a:lnTo>
                    <a:pt x="695911" y="964948"/>
                  </a:lnTo>
                  <a:lnTo>
                    <a:pt x="694915" y="971094"/>
                  </a:lnTo>
                  <a:lnTo>
                    <a:pt x="693800" y="977240"/>
                  </a:lnTo>
                  <a:lnTo>
                    <a:pt x="692561" y="983387"/>
                  </a:lnTo>
                  <a:lnTo>
                    <a:pt x="691232" y="989533"/>
                  </a:lnTo>
                  <a:lnTo>
                    <a:pt x="689814" y="995679"/>
                  </a:lnTo>
                  <a:lnTo>
                    <a:pt x="688299" y="1001825"/>
                  </a:lnTo>
                  <a:lnTo>
                    <a:pt x="686679" y="1007971"/>
                  </a:lnTo>
                  <a:lnTo>
                    <a:pt x="684983" y="1014117"/>
                  </a:lnTo>
                  <a:lnTo>
                    <a:pt x="683214" y="1020264"/>
                  </a:lnTo>
                  <a:lnTo>
                    <a:pt x="681366" y="1026410"/>
                  </a:lnTo>
                  <a:lnTo>
                    <a:pt x="679430" y="1032556"/>
                  </a:lnTo>
                  <a:lnTo>
                    <a:pt x="677433" y="1038702"/>
                  </a:lnTo>
                  <a:lnTo>
                    <a:pt x="675377" y="1044848"/>
                  </a:lnTo>
                  <a:lnTo>
                    <a:pt x="673256" y="1050994"/>
                  </a:lnTo>
                  <a:lnTo>
                    <a:pt x="671064" y="1057141"/>
                  </a:lnTo>
                  <a:lnTo>
                    <a:pt x="668822" y="1063287"/>
                  </a:lnTo>
                  <a:lnTo>
                    <a:pt x="666533" y="1069433"/>
                  </a:lnTo>
                  <a:lnTo>
                    <a:pt x="664194" y="1075579"/>
                  </a:lnTo>
                  <a:lnTo>
                    <a:pt x="661798" y="1081725"/>
                  </a:lnTo>
                  <a:lnTo>
                    <a:pt x="659364" y="1087871"/>
                  </a:lnTo>
                  <a:lnTo>
                    <a:pt x="656894" y="1094018"/>
                  </a:lnTo>
                  <a:lnTo>
                    <a:pt x="654386" y="1100164"/>
                  </a:lnTo>
                  <a:lnTo>
                    <a:pt x="651836" y="1106310"/>
                  </a:lnTo>
                  <a:lnTo>
                    <a:pt x="649259" y="1112456"/>
                  </a:lnTo>
                  <a:lnTo>
                    <a:pt x="646657" y="1118602"/>
                  </a:lnTo>
                  <a:lnTo>
                    <a:pt x="644030" y="1124748"/>
                  </a:lnTo>
                  <a:lnTo>
                    <a:pt x="641376" y="1130895"/>
                  </a:lnTo>
                  <a:lnTo>
                    <a:pt x="638706" y="1137041"/>
                  </a:lnTo>
                  <a:lnTo>
                    <a:pt x="636022" y="1143187"/>
                  </a:lnTo>
                  <a:lnTo>
                    <a:pt x="633325" y="1149333"/>
                  </a:lnTo>
                  <a:lnTo>
                    <a:pt x="630617" y="1155479"/>
                  </a:lnTo>
                  <a:lnTo>
                    <a:pt x="627905" y="1161625"/>
                  </a:lnTo>
                  <a:lnTo>
                    <a:pt x="625190" y="1167772"/>
                  </a:lnTo>
                  <a:lnTo>
                    <a:pt x="622474" y="1173918"/>
                  </a:lnTo>
                  <a:lnTo>
                    <a:pt x="619763" y="1180064"/>
                  </a:lnTo>
                  <a:lnTo>
                    <a:pt x="617058" y="1186210"/>
                  </a:lnTo>
                  <a:lnTo>
                    <a:pt x="614360" y="1192356"/>
                  </a:lnTo>
                  <a:lnTo>
                    <a:pt x="611673" y="1198502"/>
                  </a:lnTo>
                  <a:lnTo>
                    <a:pt x="609005" y="1204649"/>
                  </a:lnTo>
                  <a:lnTo>
                    <a:pt x="606352" y="1210795"/>
                  </a:lnTo>
                  <a:lnTo>
                    <a:pt x="603716" y="1216941"/>
                  </a:lnTo>
                  <a:lnTo>
                    <a:pt x="601099" y="1223087"/>
                  </a:lnTo>
                  <a:lnTo>
                    <a:pt x="598514" y="1229233"/>
                  </a:lnTo>
                  <a:lnTo>
                    <a:pt x="595951" y="1235379"/>
                  </a:lnTo>
                  <a:lnTo>
                    <a:pt x="593413" y="1241526"/>
                  </a:lnTo>
                  <a:lnTo>
                    <a:pt x="590900" y="1247672"/>
                  </a:lnTo>
                  <a:lnTo>
                    <a:pt x="588427" y="1253818"/>
                  </a:lnTo>
                  <a:lnTo>
                    <a:pt x="585983" y="1259964"/>
                  </a:lnTo>
                  <a:lnTo>
                    <a:pt x="583569" y="1266110"/>
                  </a:lnTo>
                  <a:lnTo>
                    <a:pt x="581185" y="1272256"/>
                  </a:lnTo>
                  <a:lnTo>
                    <a:pt x="578846" y="1278403"/>
                  </a:lnTo>
                  <a:lnTo>
                    <a:pt x="576542" y="1284549"/>
                  </a:lnTo>
                  <a:lnTo>
                    <a:pt x="574271" y="1290695"/>
                  </a:lnTo>
                  <a:lnTo>
                    <a:pt x="572033" y="1296841"/>
                  </a:lnTo>
                  <a:lnTo>
                    <a:pt x="569846" y="1302987"/>
                  </a:lnTo>
                  <a:lnTo>
                    <a:pt x="567697" y="1309133"/>
                  </a:lnTo>
                  <a:lnTo>
                    <a:pt x="565584" y="1315280"/>
                  </a:lnTo>
                  <a:lnTo>
                    <a:pt x="563509" y="1321426"/>
                  </a:lnTo>
                  <a:lnTo>
                    <a:pt x="561490" y="1327572"/>
                  </a:lnTo>
                  <a:lnTo>
                    <a:pt x="559513" y="1333718"/>
                  </a:lnTo>
                  <a:lnTo>
                    <a:pt x="557577" y="1339864"/>
                  </a:lnTo>
                  <a:lnTo>
                    <a:pt x="555683" y="1346010"/>
                  </a:lnTo>
                  <a:lnTo>
                    <a:pt x="553851" y="1352157"/>
                  </a:lnTo>
                  <a:lnTo>
                    <a:pt x="552069" y="1358303"/>
                  </a:lnTo>
                  <a:lnTo>
                    <a:pt x="550335" y="1364449"/>
                  </a:lnTo>
                  <a:lnTo>
                    <a:pt x="548648" y="1370595"/>
                  </a:lnTo>
                  <a:lnTo>
                    <a:pt x="547033" y="1376741"/>
                  </a:lnTo>
                  <a:lnTo>
                    <a:pt x="545476" y="1382887"/>
                  </a:lnTo>
                  <a:lnTo>
                    <a:pt x="543975" y="1389034"/>
                  </a:lnTo>
                  <a:lnTo>
                    <a:pt x="542531" y="1395180"/>
                  </a:lnTo>
                  <a:lnTo>
                    <a:pt x="541168" y="1401326"/>
                  </a:lnTo>
                  <a:lnTo>
                    <a:pt x="539876" y="1407472"/>
                  </a:lnTo>
                  <a:lnTo>
                    <a:pt x="538648" y="1413618"/>
                  </a:lnTo>
                  <a:lnTo>
                    <a:pt x="537486" y="1419764"/>
                  </a:lnTo>
                  <a:lnTo>
                    <a:pt x="536417" y="1425911"/>
                  </a:lnTo>
                  <a:lnTo>
                    <a:pt x="535430" y="1432057"/>
                  </a:lnTo>
                  <a:lnTo>
                    <a:pt x="534516" y="1438203"/>
                  </a:lnTo>
                  <a:lnTo>
                    <a:pt x="533677" y="1444349"/>
                  </a:lnTo>
                  <a:lnTo>
                    <a:pt x="532941" y="1450495"/>
                  </a:lnTo>
                  <a:lnTo>
                    <a:pt x="532296" y="1456642"/>
                  </a:lnTo>
                  <a:lnTo>
                    <a:pt x="531732" y="1462788"/>
                  </a:lnTo>
                  <a:lnTo>
                    <a:pt x="531249" y="1468934"/>
                  </a:lnTo>
                  <a:lnTo>
                    <a:pt x="530874" y="1475080"/>
                  </a:lnTo>
                  <a:lnTo>
                    <a:pt x="530598" y="1481226"/>
                  </a:lnTo>
                  <a:lnTo>
                    <a:pt x="530405" y="1487372"/>
                  </a:lnTo>
                  <a:lnTo>
                    <a:pt x="530295" y="1493519"/>
                  </a:lnTo>
                  <a:lnTo>
                    <a:pt x="530294" y="1499665"/>
                  </a:lnTo>
                  <a:lnTo>
                    <a:pt x="530393" y="1505811"/>
                  </a:lnTo>
                  <a:lnTo>
                    <a:pt x="530573" y="1511957"/>
                  </a:lnTo>
                  <a:lnTo>
                    <a:pt x="530835" y="1518103"/>
                  </a:lnTo>
                  <a:lnTo>
                    <a:pt x="531200" y="1524249"/>
                  </a:lnTo>
                  <a:lnTo>
                    <a:pt x="531659" y="1530396"/>
                  </a:lnTo>
                  <a:lnTo>
                    <a:pt x="532194" y="1536542"/>
                  </a:lnTo>
                  <a:lnTo>
                    <a:pt x="532804" y="1542688"/>
                  </a:lnTo>
                  <a:lnTo>
                    <a:pt x="533505" y="1548834"/>
                  </a:lnTo>
                  <a:lnTo>
                    <a:pt x="534291" y="1554980"/>
                  </a:lnTo>
                  <a:lnTo>
                    <a:pt x="535143" y="1561126"/>
                  </a:lnTo>
                  <a:lnTo>
                    <a:pt x="536060" y="1567273"/>
                  </a:lnTo>
                  <a:lnTo>
                    <a:pt x="537053" y="1573419"/>
                  </a:lnTo>
                  <a:lnTo>
                    <a:pt x="538119" y="1579565"/>
                  </a:lnTo>
                  <a:lnTo>
                    <a:pt x="539240" y="1585711"/>
                  </a:lnTo>
                  <a:lnTo>
                    <a:pt x="540414" y="1591857"/>
                  </a:lnTo>
                  <a:lnTo>
                    <a:pt x="541650" y="1598003"/>
                  </a:lnTo>
                  <a:lnTo>
                    <a:pt x="542945" y="1604150"/>
                  </a:lnTo>
                  <a:lnTo>
                    <a:pt x="544284" y="1610296"/>
                  </a:lnTo>
                  <a:lnTo>
                    <a:pt x="545666" y="1616442"/>
                  </a:lnTo>
                  <a:lnTo>
                    <a:pt x="547098" y="1622588"/>
                  </a:lnTo>
                  <a:lnTo>
                    <a:pt x="548578" y="1628734"/>
                  </a:lnTo>
                  <a:lnTo>
                    <a:pt x="550095" y="1634880"/>
                  </a:lnTo>
                  <a:lnTo>
                    <a:pt x="551647" y="1641027"/>
                  </a:lnTo>
                  <a:lnTo>
                    <a:pt x="553239" y="1647173"/>
                  </a:lnTo>
                  <a:lnTo>
                    <a:pt x="554875" y="1653319"/>
                  </a:lnTo>
                  <a:lnTo>
                    <a:pt x="556543" y="1659465"/>
                  </a:lnTo>
                  <a:lnTo>
                    <a:pt x="558244" y="1665611"/>
                  </a:lnTo>
                  <a:lnTo>
                    <a:pt x="559982" y="1671757"/>
                  </a:lnTo>
                  <a:lnTo>
                    <a:pt x="561762" y="1677904"/>
                  </a:lnTo>
                  <a:lnTo>
                    <a:pt x="563576" y="1684050"/>
                  </a:lnTo>
                  <a:lnTo>
                    <a:pt x="565422" y="1690196"/>
                  </a:lnTo>
                  <a:lnTo>
                    <a:pt x="567308" y="1696342"/>
                  </a:lnTo>
                  <a:lnTo>
                    <a:pt x="569240" y="1702488"/>
                  </a:lnTo>
                  <a:lnTo>
                    <a:pt x="571208" y="1708634"/>
                  </a:lnTo>
                  <a:lnTo>
                    <a:pt x="573214" y="1714781"/>
                  </a:lnTo>
                  <a:lnTo>
                    <a:pt x="575263" y="1720927"/>
                  </a:lnTo>
                  <a:lnTo>
                    <a:pt x="577366" y="1727073"/>
                  </a:lnTo>
                  <a:lnTo>
                    <a:pt x="579510" y="1733219"/>
                  </a:lnTo>
                  <a:lnTo>
                    <a:pt x="581696" y="1739365"/>
                  </a:lnTo>
                  <a:lnTo>
                    <a:pt x="583930" y="1745511"/>
                  </a:lnTo>
                  <a:lnTo>
                    <a:pt x="586226" y="1751658"/>
                  </a:lnTo>
                  <a:lnTo>
                    <a:pt x="588567" y="1757804"/>
                  </a:lnTo>
                  <a:lnTo>
                    <a:pt x="590954" y="1763950"/>
                  </a:lnTo>
                  <a:lnTo>
                    <a:pt x="593393" y="1770096"/>
                  </a:lnTo>
                  <a:lnTo>
                    <a:pt x="595897" y="1776242"/>
                  </a:lnTo>
                  <a:lnTo>
                    <a:pt x="598448" y="1782388"/>
                  </a:lnTo>
                  <a:lnTo>
                    <a:pt x="601047" y="1788535"/>
                  </a:lnTo>
                  <a:lnTo>
                    <a:pt x="603697" y="1794681"/>
                  </a:lnTo>
                  <a:lnTo>
                    <a:pt x="606412" y="1800827"/>
                  </a:lnTo>
                  <a:lnTo>
                    <a:pt x="609173" y="1806973"/>
                  </a:lnTo>
                  <a:lnTo>
                    <a:pt x="611978" y="1813119"/>
                  </a:lnTo>
                  <a:lnTo>
                    <a:pt x="614830" y="1819265"/>
                  </a:lnTo>
                  <a:lnTo>
                    <a:pt x="617741" y="1825412"/>
                  </a:lnTo>
                  <a:lnTo>
                    <a:pt x="620691" y="1831558"/>
                  </a:lnTo>
                  <a:lnTo>
                    <a:pt x="623678" y="1837704"/>
                  </a:lnTo>
                  <a:lnTo>
                    <a:pt x="626703" y="1843850"/>
                  </a:lnTo>
                  <a:lnTo>
                    <a:pt x="629775" y="1849996"/>
                  </a:lnTo>
                  <a:lnTo>
                    <a:pt x="632875" y="1856142"/>
                  </a:lnTo>
                  <a:lnTo>
                    <a:pt x="636002" y="1862289"/>
                  </a:lnTo>
                  <a:lnTo>
                    <a:pt x="639154" y="1868435"/>
                  </a:lnTo>
                  <a:lnTo>
                    <a:pt x="642334" y="1874581"/>
                  </a:lnTo>
                  <a:lnTo>
                    <a:pt x="645529" y="1880727"/>
                  </a:lnTo>
                  <a:lnTo>
                    <a:pt x="648736" y="1886873"/>
                  </a:lnTo>
                  <a:lnTo>
                    <a:pt x="651952" y="1893019"/>
                  </a:lnTo>
                  <a:lnTo>
                    <a:pt x="655173" y="1899166"/>
                  </a:lnTo>
                  <a:lnTo>
                    <a:pt x="658392" y="1905312"/>
                  </a:lnTo>
                  <a:lnTo>
                    <a:pt x="661605" y="1911458"/>
                  </a:lnTo>
                  <a:lnTo>
                    <a:pt x="664810" y="1917604"/>
                  </a:lnTo>
                  <a:lnTo>
                    <a:pt x="667991" y="1923750"/>
                  </a:lnTo>
                  <a:lnTo>
                    <a:pt x="671150" y="1929897"/>
                  </a:lnTo>
                  <a:lnTo>
                    <a:pt x="674282" y="1936043"/>
                  </a:lnTo>
                  <a:lnTo>
                    <a:pt x="677385" y="1942189"/>
                  </a:lnTo>
                  <a:lnTo>
                    <a:pt x="680433" y="1948335"/>
                  </a:lnTo>
                  <a:lnTo>
                    <a:pt x="683435" y="1954481"/>
                  </a:lnTo>
                  <a:lnTo>
                    <a:pt x="686388" y="1960627"/>
                  </a:lnTo>
                  <a:lnTo>
                    <a:pt x="689286" y="1966774"/>
                  </a:lnTo>
                  <a:lnTo>
                    <a:pt x="692094" y="1972920"/>
                  </a:lnTo>
                  <a:lnTo>
                    <a:pt x="694829" y="1979066"/>
                  </a:lnTo>
                  <a:lnTo>
                    <a:pt x="697487" y="1985212"/>
                  </a:lnTo>
                  <a:lnTo>
                    <a:pt x="700064" y="1991358"/>
                  </a:lnTo>
                  <a:lnTo>
                    <a:pt x="702511" y="1997504"/>
                  </a:lnTo>
                  <a:lnTo>
                    <a:pt x="704853" y="2003651"/>
                  </a:lnTo>
                  <a:lnTo>
                    <a:pt x="707090" y="2009797"/>
                  </a:lnTo>
                  <a:lnTo>
                    <a:pt x="709215" y="2015943"/>
                  </a:lnTo>
                  <a:lnTo>
                    <a:pt x="711169" y="2022089"/>
                  </a:lnTo>
                  <a:lnTo>
                    <a:pt x="712982" y="2028235"/>
                  </a:lnTo>
                  <a:lnTo>
                    <a:pt x="714658" y="2034381"/>
                  </a:lnTo>
                  <a:lnTo>
                    <a:pt x="716191" y="2040528"/>
                  </a:lnTo>
                  <a:lnTo>
                    <a:pt x="717510" y="2046674"/>
                  </a:lnTo>
                  <a:lnTo>
                    <a:pt x="718652" y="2052820"/>
                  </a:lnTo>
                  <a:lnTo>
                    <a:pt x="719624" y="2058966"/>
                  </a:lnTo>
                  <a:lnTo>
                    <a:pt x="720422" y="2065112"/>
                  </a:lnTo>
                  <a:lnTo>
                    <a:pt x="720967" y="2071258"/>
                  </a:lnTo>
                  <a:lnTo>
                    <a:pt x="721298" y="2077405"/>
                  </a:lnTo>
                  <a:lnTo>
                    <a:pt x="721431" y="2083551"/>
                  </a:lnTo>
                  <a:lnTo>
                    <a:pt x="721362" y="2089697"/>
                  </a:lnTo>
                  <a:lnTo>
                    <a:pt x="721007" y="2095843"/>
                  </a:lnTo>
                  <a:lnTo>
                    <a:pt x="720407" y="2101989"/>
                  </a:lnTo>
                  <a:lnTo>
                    <a:pt x="719587" y="2108135"/>
                  </a:lnTo>
                  <a:lnTo>
                    <a:pt x="718542" y="2114282"/>
                  </a:lnTo>
                  <a:lnTo>
                    <a:pt x="717190" y="2120428"/>
                  </a:lnTo>
                  <a:lnTo>
                    <a:pt x="715572" y="2126574"/>
                  </a:lnTo>
                  <a:lnTo>
                    <a:pt x="713720" y="2132720"/>
                  </a:lnTo>
                  <a:lnTo>
                    <a:pt x="711632" y="2138866"/>
                  </a:lnTo>
                  <a:lnTo>
                    <a:pt x="709231" y="2145012"/>
                  </a:lnTo>
                  <a:lnTo>
                    <a:pt x="706554" y="2151159"/>
                  </a:lnTo>
                  <a:lnTo>
                    <a:pt x="703643" y="2157305"/>
                  </a:lnTo>
                  <a:lnTo>
                    <a:pt x="700498" y="2163451"/>
                  </a:lnTo>
                  <a:lnTo>
                    <a:pt x="697049" y="2169597"/>
                  </a:lnTo>
                  <a:lnTo>
                    <a:pt x="693333" y="2175743"/>
                  </a:lnTo>
                  <a:lnTo>
                    <a:pt x="689395" y="2181889"/>
                  </a:lnTo>
                  <a:lnTo>
                    <a:pt x="685238" y="2188036"/>
                  </a:lnTo>
                  <a:lnTo>
                    <a:pt x="680807" y="2194182"/>
                  </a:lnTo>
                  <a:lnTo>
                    <a:pt x="676132" y="2200328"/>
                  </a:lnTo>
                  <a:lnTo>
                    <a:pt x="671261" y="2206474"/>
                  </a:lnTo>
                  <a:lnTo>
                    <a:pt x="666201" y="2212620"/>
                  </a:lnTo>
                  <a:lnTo>
                    <a:pt x="660910" y="2218766"/>
                  </a:lnTo>
                  <a:lnTo>
                    <a:pt x="655416" y="2224913"/>
                  </a:lnTo>
                  <a:lnTo>
                    <a:pt x="649765" y="2231059"/>
                  </a:lnTo>
                  <a:lnTo>
                    <a:pt x="643964" y="2237205"/>
                  </a:lnTo>
                  <a:lnTo>
                    <a:pt x="637989" y="2243351"/>
                  </a:lnTo>
                  <a:lnTo>
                    <a:pt x="631864" y="2249497"/>
                  </a:lnTo>
                  <a:lnTo>
                    <a:pt x="625629" y="2255643"/>
                  </a:lnTo>
                  <a:lnTo>
                    <a:pt x="619293" y="2261790"/>
                  </a:lnTo>
                  <a:lnTo>
                    <a:pt x="612847" y="2267936"/>
                  </a:lnTo>
                  <a:lnTo>
                    <a:pt x="606312" y="2274082"/>
                  </a:lnTo>
                  <a:lnTo>
                    <a:pt x="599719" y="2280228"/>
                  </a:lnTo>
                  <a:lnTo>
                    <a:pt x="593077" y="2286374"/>
                  </a:lnTo>
                  <a:lnTo>
                    <a:pt x="586391" y="2292520"/>
                  </a:lnTo>
                  <a:lnTo>
                    <a:pt x="579681" y="2298667"/>
                  </a:lnTo>
                  <a:lnTo>
                    <a:pt x="572965" y="2304813"/>
                  </a:lnTo>
                  <a:lnTo>
                    <a:pt x="566253" y="2310959"/>
                  </a:lnTo>
                  <a:lnTo>
                    <a:pt x="559558" y="2317105"/>
                  </a:lnTo>
                  <a:lnTo>
                    <a:pt x="552902" y="2323251"/>
                  </a:lnTo>
                  <a:lnTo>
                    <a:pt x="546289" y="2329397"/>
                  </a:lnTo>
                  <a:lnTo>
                    <a:pt x="539727" y="2335544"/>
                  </a:lnTo>
                  <a:lnTo>
                    <a:pt x="533236" y="2341690"/>
                  </a:lnTo>
                  <a:lnTo>
                    <a:pt x="526841" y="2347836"/>
                  </a:lnTo>
                  <a:lnTo>
                    <a:pt x="520530" y="2353982"/>
                  </a:lnTo>
                  <a:lnTo>
                    <a:pt x="514310" y="2360128"/>
                  </a:lnTo>
                  <a:lnTo>
                    <a:pt x="508203" y="2366274"/>
                  </a:lnTo>
                  <a:lnTo>
                    <a:pt x="502239" y="2372421"/>
                  </a:lnTo>
                  <a:lnTo>
                    <a:pt x="496392" y="2378567"/>
                  </a:lnTo>
                  <a:lnTo>
                    <a:pt x="490664" y="2384713"/>
                  </a:lnTo>
                  <a:lnTo>
                    <a:pt x="485080" y="2390859"/>
                  </a:lnTo>
                  <a:lnTo>
                    <a:pt x="479673" y="2397005"/>
                  </a:lnTo>
                  <a:lnTo>
                    <a:pt x="474403" y="2403152"/>
                  </a:lnTo>
                  <a:lnTo>
                    <a:pt x="469272" y="2409298"/>
                  </a:lnTo>
                  <a:lnTo>
                    <a:pt x="464302" y="2415444"/>
                  </a:lnTo>
                  <a:lnTo>
                    <a:pt x="459530" y="2421590"/>
                  </a:lnTo>
                  <a:lnTo>
                    <a:pt x="454905" y="2427736"/>
                  </a:lnTo>
                  <a:lnTo>
                    <a:pt x="450429" y="2433882"/>
                  </a:lnTo>
                  <a:lnTo>
                    <a:pt x="446118" y="2440029"/>
                  </a:lnTo>
                  <a:lnTo>
                    <a:pt x="442013" y="2446175"/>
                  </a:lnTo>
                  <a:lnTo>
                    <a:pt x="438056" y="2452321"/>
                  </a:lnTo>
                  <a:lnTo>
                    <a:pt x="434246" y="2458467"/>
                  </a:lnTo>
                  <a:lnTo>
                    <a:pt x="430598" y="2464613"/>
                  </a:lnTo>
                  <a:lnTo>
                    <a:pt x="427151" y="2470759"/>
                  </a:lnTo>
                  <a:lnTo>
                    <a:pt x="423845" y="2476906"/>
                  </a:lnTo>
                  <a:lnTo>
                    <a:pt x="420679" y="2483052"/>
                  </a:lnTo>
                  <a:lnTo>
                    <a:pt x="417662" y="2489198"/>
                  </a:lnTo>
                  <a:lnTo>
                    <a:pt x="414833" y="2495344"/>
                  </a:lnTo>
                  <a:lnTo>
                    <a:pt x="412132" y="2501490"/>
                  </a:lnTo>
                  <a:lnTo>
                    <a:pt x="409558" y="2507636"/>
                  </a:lnTo>
                  <a:lnTo>
                    <a:pt x="407115" y="2513783"/>
                  </a:lnTo>
                  <a:lnTo>
                    <a:pt x="404841" y="2519929"/>
                  </a:lnTo>
                  <a:lnTo>
                    <a:pt x="402679" y="2526075"/>
                  </a:lnTo>
                  <a:lnTo>
                    <a:pt x="400627" y="2532221"/>
                  </a:lnTo>
                  <a:lnTo>
                    <a:pt x="398685" y="2538367"/>
                  </a:lnTo>
                  <a:lnTo>
                    <a:pt x="396890" y="2544513"/>
                  </a:lnTo>
                  <a:lnTo>
                    <a:pt x="395189" y="2550660"/>
                  </a:lnTo>
                  <a:lnTo>
                    <a:pt x="393580" y="2556806"/>
                  </a:lnTo>
                  <a:lnTo>
                    <a:pt x="392062" y="2562952"/>
                  </a:lnTo>
                  <a:lnTo>
                    <a:pt x="390665" y="2569098"/>
                  </a:lnTo>
                  <a:lnTo>
                    <a:pt x="389345" y="2575244"/>
                  </a:lnTo>
                  <a:lnTo>
                    <a:pt x="388099" y="2581390"/>
                  </a:lnTo>
                  <a:lnTo>
                    <a:pt x="386925" y="2587537"/>
                  </a:lnTo>
                  <a:lnTo>
                    <a:pt x="385849" y="2593683"/>
                  </a:lnTo>
                  <a:lnTo>
                    <a:pt x="384834" y="2599829"/>
                  </a:lnTo>
                  <a:lnTo>
                    <a:pt x="383876" y="2605975"/>
                  </a:lnTo>
                  <a:lnTo>
                    <a:pt x="382974" y="2612121"/>
                  </a:lnTo>
                  <a:lnTo>
                    <a:pt x="382148" y="2618267"/>
                  </a:lnTo>
                  <a:lnTo>
                    <a:pt x="381368" y="2624414"/>
                  </a:lnTo>
                  <a:lnTo>
                    <a:pt x="380632" y="2630560"/>
                  </a:lnTo>
                  <a:lnTo>
                    <a:pt x="379939" y="2636706"/>
                  </a:lnTo>
                  <a:lnTo>
                    <a:pt x="379301" y="2642852"/>
                  </a:lnTo>
                  <a:lnTo>
                    <a:pt x="378698" y="2648998"/>
                  </a:lnTo>
                  <a:lnTo>
                    <a:pt x="378128" y="2655144"/>
                  </a:lnTo>
                  <a:lnTo>
                    <a:pt x="377588" y="2661291"/>
                  </a:lnTo>
                  <a:lnTo>
                    <a:pt x="377088" y="2667437"/>
                  </a:lnTo>
                  <a:lnTo>
                    <a:pt x="376614" y="2673583"/>
                  </a:lnTo>
                  <a:lnTo>
                    <a:pt x="376163" y="2679729"/>
                  </a:lnTo>
                  <a:lnTo>
                    <a:pt x="375734" y="2685875"/>
                  </a:lnTo>
                  <a:lnTo>
                    <a:pt x="375332" y="2692021"/>
                  </a:lnTo>
                  <a:lnTo>
                    <a:pt x="374947" y="2698168"/>
                  </a:lnTo>
                  <a:lnTo>
                    <a:pt x="374579" y="2704314"/>
                  </a:lnTo>
                  <a:lnTo>
                    <a:pt x="374225" y="2710460"/>
                  </a:lnTo>
                  <a:lnTo>
                    <a:pt x="373889" y="2716606"/>
                  </a:lnTo>
                  <a:lnTo>
                    <a:pt x="373565" y="2722752"/>
                  </a:lnTo>
                  <a:lnTo>
                    <a:pt x="373251" y="2728898"/>
                  </a:lnTo>
                  <a:lnTo>
                    <a:pt x="372946" y="2735045"/>
                  </a:lnTo>
                  <a:lnTo>
                    <a:pt x="372652" y="2741191"/>
                  </a:lnTo>
                  <a:lnTo>
                    <a:pt x="372365" y="2747337"/>
                  </a:lnTo>
                  <a:lnTo>
                    <a:pt x="372084" y="2753483"/>
                  </a:lnTo>
                  <a:lnTo>
                    <a:pt x="371809" y="2759629"/>
                  </a:lnTo>
                  <a:lnTo>
                    <a:pt x="371539" y="2765775"/>
                  </a:lnTo>
                  <a:lnTo>
                    <a:pt x="371274" y="2771922"/>
                  </a:lnTo>
                  <a:lnTo>
                    <a:pt x="371011" y="2778068"/>
                  </a:lnTo>
                  <a:lnTo>
                    <a:pt x="370752" y="2784214"/>
                  </a:lnTo>
                  <a:lnTo>
                    <a:pt x="370495" y="2790360"/>
                  </a:lnTo>
                  <a:lnTo>
                    <a:pt x="370241" y="2796506"/>
                  </a:lnTo>
                  <a:lnTo>
                    <a:pt x="369988" y="2802652"/>
                  </a:lnTo>
                  <a:lnTo>
                    <a:pt x="369736" y="2808799"/>
                  </a:lnTo>
                  <a:lnTo>
                    <a:pt x="369486" y="2814945"/>
                  </a:lnTo>
                  <a:lnTo>
                    <a:pt x="369238" y="2821091"/>
                  </a:lnTo>
                  <a:lnTo>
                    <a:pt x="368990" y="2827237"/>
                  </a:lnTo>
                  <a:lnTo>
                    <a:pt x="368743" y="2833383"/>
                  </a:lnTo>
                  <a:lnTo>
                    <a:pt x="368498" y="2839529"/>
                  </a:lnTo>
                  <a:lnTo>
                    <a:pt x="368254" y="2845676"/>
                  </a:lnTo>
                  <a:lnTo>
                    <a:pt x="368012" y="2851822"/>
                  </a:lnTo>
                  <a:lnTo>
                    <a:pt x="367771" y="2857968"/>
                  </a:lnTo>
                  <a:lnTo>
                    <a:pt x="367533" y="2864114"/>
                  </a:lnTo>
                  <a:lnTo>
                    <a:pt x="367297" y="2870260"/>
                  </a:lnTo>
                  <a:lnTo>
                    <a:pt x="367063" y="2876407"/>
                  </a:lnTo>
                  <a:lnTo>
                    <a:pt x="366832" y="2882553"/>
                  </a:lnTo>
                  <a:lnTo>
                    <a:pt x="366605" y="2888699"/>
                  </a:lnTo>
                  <a:lnTo>
                    <a:pt x="366382" y="2894845"/>
                  </a:lnTo>
                  <a:lnTo>
                    <a:pt x="366162" y="2900991"/>
                  </a:lnTo>
                  <a:lnTo>
                    <a:pt x="365946" y="2907137"/>
                  </a:lnTo>
                  <a:lnTo>
                    <a:pt x="365736" y="2913284"/>
                  </a:lnTo>
                  <a:lnTo>
                    <a:pt x="365532" y="2919430"/>
                  </a:lnTo>
                  <a:lnTo>
                    <a:pt x="365332" y="2925576"/>
                  </a:lnTo>
                  <a:lnTo>
                    <a:pt x="365138" y="2931722"/>
                  </a:lnTo>
                  <a:lnTo>
                    <a:pt x="364950" y="2937868"/>
                  </a:lnTo>
                  <a:lnTo>
                    <a:pt x="364770" y="2944014"/>
                  </a:lnTo>
                  <a:lnTo>
                    <a:pt x="364596" y="2950161"/>
                  </a:lnTo>
                  <a:lnTo>
                    <a:pt x="364428" y="2956307"/>
                  </a:lnTo>
                  <a:lnTo>
                    <a:pt x="364267" y="2962453"/>
                  </a:lnTo>
                  <a:lnTo>
                    <a:pt x="364115" y="2968599"/>
                  </a:lnTo>
                  <a:lnTo>
                    <a:pt x="363970" y="2974745"/>
                  </a:lnTo>
                  <a:lnTo>
                    <a:pt x="363831" y="2980891"/>
                  </a:lnTo>
                  <a:lnTo>
                    <a:pt x="363700" y="2987038"/>
                  </a:lnTo>
                  <a:lnTo>
                    <a:pt x="363577" y="2993184"/>
                  </a:lnTo>
                  <a:lnTo>
                    <a:pt x="363462" y="2999330"/>
                  </a:lnTo>
                  <a:lnTo>
                    <a:pt x="363352" y="3005476"/>
                  </a:lnTo>
                  <a:lnTo>
                    <a:pt x="363250" y="3011622"/>
                  </a:lnTo>
                  <a:lnTo>
                    <a:pt x="363156" y="3017768"/>
                  </a:lnTo>
                  <a:lnTo>
                    <a:pt x="363068" y="3023915"/>
                  </a:lnTo>
                  <a:lnTo>
                    <a:pt x="362986" y="3030061"/>
                  </a:lnTo>
                  <a:lnTo>
                    <a:pt x="362910" y="3036207"/>
                  </a:lnTo>
                  <a:lnTo>
                    <a:pt x="362841" y="3042353"/>
                  </a:lnTo>
                  <a:lnTo>
                    <a:pt x="362776" y="3048499"/>
                  </a:lnTo>
                  <a:lnTo>
                    <a:pt x="362717" y="3054645"/>
                  </a:lnTo>
                  <a:lnTo>
                    <a:pt x="362662" y="3060792"/>
                  </a:lnTo>
                  <a:lnTo>
                    <a:pt x="362612" y="3066938"/>
                  </a:lnTo>
                  <a:lnTo>
                    <a:pt x="362566" y="3073084"/>
                  </a:lnTo>
                  <a:lnTo>
                    <a:pt x="362523" y="3079230"/>
                  </a:lnTo>
                  <a:lnTo>
                    <a:pt x="362483" y="3085376"/>
                  </a:lnTo>
                  <a:lnTo>
                    <a:pt x="362447" y="3091522"/>
                  </a:lnTo>
                  <a:lnTo>
                    <a:pt x="362413" y="3097669"/>
                  </a:lnTo>
                  <a:lnTo>
                    <a:pt x="362380" y="3103815"/>
                  </a:lnTo>
                  <a:lnTo>
                    <a:pt x="362349" y="3109961"/>
                  </a:lnTo>
                  <a:lnTo>
                    <a:pt x="362320" y="3116107"/>
                  </a:lnTo>
                  <a:lnTo>
                    <a:pt x="362291" y="3122253"/>
                  </a:lnTo>
                  <a:lnTo>
                    <a:pt x="362263" y="3128399"/>
                  </a:lnTo>
                  <a:lnTo>
                    <a:pt x="362236" y="3134546"/>
                  </a:lnTo>
                  <a:lnTo>
                    <a:pt x="362208" y="3140692"/>
                  </a:lnTo>
                  <a:close/>
                </a:path>
              </a:pathLst>
            </a:custGeom>
            <a:solidFill>
              <a:srgbClr val="4472C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230556" y="5313947"/>
              <a:ext cx="81365" cy="0"/>
            </a:xfrm>
            <a:custGeom>
              <a:avLst/>
              <a:pathLst>
                <a:path w="81365" h="0">
                  <a:moveTo>
                    <a:pt x="0" y="0"/>
                  </a:moveTo>
                  <a:lnTo>
                    <a:pt x="81365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271239" y="5313947"/>
              <a:ext cx="0" cy="842012"/>
            </a:xfrm>
            <a:custGeom>
              <a:avLst/>
              <a:pathLst>
                <a:path w="0" h="842012">
                  <a:moveTo>
                    <a:pt x="0" y="0"/>
                  </a:moveTo>
                  <a:lnTo>
                    <a:pt x="0" y="842012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230556" y="6155960"/>
              <a:ext cx="81365" cy="0"/>
            </a:xfrm>
            <a:custGeom>
              <a:avLst/>
              <a:pathLst>
                <a:path w="81365" h="0">
                  <a:moveTo>
                    <a:pt x="0" y="0"/>
                  </a:moveTo>
                  <a:lnTo>
                    <a:pt x="81365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6108508" y="5629692"/>
              <a:ext cx="325460" cy="210860"/>
            </a:xfrm>
            <a:custGeom>
              <a:avLst/>
              <a:pathLst>
                <a:path w="325460" h="210860">
                  <a:moveTo>
                    <a:pt x="0" y="0"/>
                  </a:moveTo>
                  <a:lnTo>
                    <a:pt x="0" y="210860"/>
                  </a:lnTo>
                  <a:lnTo>
                    <a:pt x="325460" y="210860"/>
                  </a:lnTo>
                  <a:lnTo>
                    <a:pt x="325460" y="0"/>
                  </a:lnTo>
                  <a:close/>
                </a:path>
              </a:pathLst>
            </a:custGeom>
            <a:solidFill>
              <a:srgbClr val="F2975A">
                <a:alpha val="29803"/>
              </a:srgbClr>
            </a:solidFill>
            <a:ln w="13550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108508" y="5733370"/>
              <a:ext cx="325460" cy="0"/>
            </a:xfrm>
            <a:custGeom>
              <a:avLst/>
              <a:pathLst>
                <a:path w="325460" h="0">
                  <a:moveTo>
                    <a:pt x="0" y="0"/>
                  </a:moveTo>
                  <a:lnTo>
                    <a:pt x="325460" y="0"/>
                  </a:lnTo>
                </a:path>
              </a:pathLst>
            </a:custGeom>
            <a:ln w="27101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9485157" y="3571441"/>
              <a:ext cx="81365" cy="0"/>
            </a:xfrm>
            <a:custGeom>
              <a:avLst/>
              <a:pathLst>
                <a:path w="81365" h="0">
                  <a:moveTo>
                    <a:pt x="0" y="0"/>
                  </a:moveTo>
                  <a:lnTo>
                    <a:pt x="81365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525839" y="3571441"/>
              <a:ext cx="0" cy="3140692"/>
            </a:xfrm>
            <a:custGeom>
              <a:avLst/>
              <a:pathLst>
                <a:path w="0" h="3140692">
                  <a:moveTo>
                    <a:pt x="0" y="0"/>
                  </a:moveTo>
                  <a:lnTo>
                    <a:pt x="0" y="3140692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485157" y="6712133"/>
              <a:ext cx="81365" cy="0"/>
            </a:xfrm>
            <a:custGeom>
              <a:avLst/>
              <a:pathLst>
                <a:path w="81365" h="0">
                  <a:moveTo>
                    <a:pt x="0" y="0"/>
                  </a:moveTo>
                  <a:lnTo>
                    <a:pt x="81365" y="0"/>
                  </a:lnTo>
                </a:path>
              </a:pathLst>
            </a:custGeom>
            <a:ln w="13550" cap="flat">
              <a:solidFill>
                <a:srgbClr val="030303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9363109" y="4485562"/>
              <a:ext cx="325460" cy="1100120"/>
            </a:xfrm>
            <a:custGeom>
              <a:avLst/>
              <a:pathLst>
                <a:path w="325460" h="1100120">
                  <a:moveTo>
                    <a:pt x="0" y="0"/>
                  </a:moveTo>
                  <a:lnTo>
                    <a:pt x="0" y="1100120"/>
                  </a:lnTo>
                  <a:lnTo>
                    <a:pt x="325460" y="1100120"/>
                  </a:lnTo>
                  <a:lnTo>
                    <a:pt x="325460" y="0"/>
                  </a:lnTo>
                  <a:close/>
                </a:path>
              </a:pathLst>
            </a:custGeom>
            <a:solidFill>
              <a:srgbClr val="4472C4">
                <a:alpha val="29803"/>
              </a:srgbClr>
            </a:solidFill>
            <a:ln w="13550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9363109" y="4965996"/>
              <a:ext cx="325460" cy="0"/>
            </a:xfrm>
            <a:custGeom>
              <a:avLst/>
              <a:pathLst>
                <a:path w="325460" h="0">
                  <a:moveTo>
                    <a:pt x="0" y="0"/>
                  </a:moveTo>
                  <a:lnTo>
                    <a:pt x="325460" y="0"/>
                  </a:lnTo>
                </a:path>
              </a:pathLst>
            </a:custGeom>
            <a:ln w="27101" cap="flat">
              <a:solidFill>
                <a:srgbClr val="03030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tx25"/>
            <p:cNvSpPr/>
            <p:nvPr/>
          </p:nvSpPr>
          <p:spPr>
            <a:xfrm>
              <a:off x="5766901" y="7293774"/>
              <a:ext cx="1008674" cy="1639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 = 7128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9021502" y="7293774"/>
              <a:ext cx="1008674" cy="1639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 = 1280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7184855" y="3006066"/>
              <a:ext cx="1427367" cy="2060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 &lt; 2.22e-16</a:t>
              </a:r>
            </a:p>
          </p:txBody>
        </p:sp>
        <p:sp>
          <p:nvSpPr>
            <p:cNvPr id="28" name="pl28"/>
            <p:cNvSpPr/>
            <p:nvPr/>
          </p:nvSpPr>
          <p:spPr>
            <a:xfrm>
              <a:off x="6271239" y="3267529"/>
              <a:ext cx="0" cy="114218"/>
            </a:xfrm>
            <a:custGeom>
              <a:avLst/>
              <a:pathLst>
                <a:path w="0" h="114218">
                  <a:moveTo>
                    <a:pt x="0" y="114218"/>
                  </a:moveTo>
                  <a:lnTo>
                    <a:pt x="0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71239" y="3267529"/>
              <a:ext cx="3254600" cy="0"/>
            </a:xfrm>
            <a:custGeom>
              <a:avLst/>
              <a:pathLst>
                <a:path w="3254600" h="0">
                  <a:moveTo>
                    <a:pt x="0" y="0"/>
                  </a:moveTo>
                  <a:lnTo>
                    <a:pt x="3254600" y="0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525839" y="3267529"/>
              <a:ext cx="0" cy="114218"/>
            </a:xfrm>
            <a:custGeom>
              <a:avLst/>
              <a:pathLst>
                <a:path w="0" h="114218">
                  <a:moveTo>
                    <a:pt x="0" y="0"/>
                  </a:moveTo>
                  <a:lnTo>
                    <a:pt x="0" y="114218"/>
                  </a:lnTo>
                </a:path>
              </a:pathLst>
            </a:custGeom>
            <a:ln w="1897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318478" y="5698372"/>
              <a:ext cx="7160121" cy="0"/>
            </a:xfrm>
            <a:custGeom>
              <a:avLst/>
              <a:pathLst>
                <a:path w="7160121" h="0">
                  <a:moveTo>
                    <a:pt x="0" y="0"/>
                  </a:moveTo>
                  <a:lnTo>
                    <a:pt x="7160121" y="0"/>
                  </a:lnTo>
                  <a:lnTo>
                    <a:pt x="71601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4318478" y="2645721"/>
              <a:ext cx="7160121" cy="55451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318478" y="2645721"/>
              <a:ext cx="0" cy="5545182"/>
            </a:xfrm>
            <a:custGeom>
              <a:avLst/>
              <a:pathLst>
                <a:path w="0" h="5545182">
                  <a:moveTo>
                    <a:pt x="0" y="5545182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tx34"/>
            <p:cNvSpPr/>
            <p:nvPr/>
          </p:nvSpPr>
          <p:spPr>
            <a:xfrm>
              <a:off x="4012920" y="7851475"/>
              <a:ext cx="225846" cy="174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4012920" y="6728632"/>
              <a:ext cx="225846" cy="1773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097504" y="5605912"/>
              <a:ext cx="141262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097504" y="4488154"/>
              <a:ext cx="141262" cy="1773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4097504" y="3370519"/>
              <a:ext cx="141262" cy="174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39" name="pl39"/>
            <p:cNvSpPr/>
            <p:nvPr/>
          </p:nvSpPr>
          <p:spPr>
            <a:xfrm>
              <a:off x="4274194" y="793885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4274194" y="681861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4274194" y="5698372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274194" y="4578133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4274194" y="3457894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4318478" y="8190903"/>
              <a:ext cx="7160121" cy="0"/>
            </a:xfrm>
            <a:custGeom>
              <a:avLst/>
              <a:pathLst>
                <a:path w="7160121" h="0">
                  <a:moveTo>
                    <a:pt x="0" y="0"/>
                  </a:moveTo>
                  <a:lnTo>
                    <a:pt x="7160121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6271239" y="8190903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9525839" y="8190903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tx47"/>
            <p:cNvSpPr/>
            <p:nvPr/>
          </p:nvSpPr>
          <p:spPr>
            <a:xfrm>
              <a:off x="5240666" y="8268134"/>
              <a:ext cx="1214065" cy="1772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Non-UBP5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525301" y="8228446"/>
              <a:ext cx="776510" cy="2169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targets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8770536" y="8268134"/>
              <a:ext cx="663525" cy="1772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UBP5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9504631" y="8228446"/>
              <a:ext cx="776510" cy="2169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targets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3440715" y="7059933"/>
              <a:ext cx="476094" cy="2973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3755502" y="6811250"/>
              <a:ext cx="141262" cy="1773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3419941" y="6333589"/>
              <a:ext cx="581824" cy="2331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fold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3070118" y="5313729"/>
              <a:ext cx="1217290" cy="2973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change(</a:t>
              </a:r>
            </a:p>
          </p:txBody>
        </p:sp>
        <p:sp>
          <p:nvSpPr>
            <p:cNvPr id="55" name="tx55"/>
            <p:cNvSpPr/>
            <p:nvPr/>
          </p:nvSpPr>
          <p:spPr>
            <a:xfrm rot="-5400000">
              <a:off x="3300259" y="4326580"/>
              <a:ext cx="758403" cy="2959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i="1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ubp5</a:t>
              </a:r>
            </a:p>
          </p:txBody>
        </p:sp>
        <p:sp>
          <p:nvSpPr>
            <p:cNvPr id="56" name="tx56"/>
            <p:cNvSpPr/>
            <p:nvPr/>
          </p:nvSpPr>
          <p:spPr>
            <a:xfrm rot="-5400000">
              <a:off x="3326769" y="3594687"/>
              <a:ext cx="705383" cy="2959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/Col)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305552" y="2043295"/>
              <a:ext cx="1185974" cy="27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0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H3K27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00200" y="1691481"/>
            <a:ext cx="11887200" cy="7315200"/>
            <a:chOff x="1600200" y="1691481"/>
            <a:chExt cx="11887200" cy="7315200"/>
          </a:xfrm>
        </p:grpSpPr>
        <p:sp>
          <p:nvSpPr>
            <p:cNvPr id="3" name="rc3"/>
            <p:cNvSpPr/>
            <p:nvPr/>
          </p:nvSpPr>
          <p:spPr>
            <a:xfrm>
              <a:off x="1600200" y="1691481"/>
              <a:ext cx="118872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00200" y="1691481"/>
              <a:ext cx="118872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541613" y="2645721"/>
              <a:ext cx="10765786" cy="490658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541613" y="7509876"/>
              <a:ext cx="10765786" cy="0"/>
            </a:xfrm>
            <a:custGeom>
              <a:avLst/>
              <a:pathLst>
                <a:path w="10765786" h="0">
                  <a:moveTo>
                    <a:pt x="0" y="0"/>
                  </a:moveTo>
                  <a:lnTo>
                    <a:pt x="10765786" y="0"/>
                  </a:lnTo>
                  <a:lnTo>
                    <a:pt x="10765786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541613" y="6302210"/>
              <a:ext cx="10765786" cy="0"/>
            </a:xfrm>
            <a:custGeom>
              <a:avLst/>
              <a:pathLst>
                <a:path w="10765786" h="0">
                  <a:moveTo>
                    <a:pt x="0" y="0"/>
                  </a:moveTo>
                  <a:lnTo>
                    <a:pt x="10765786" y="0"/>
                  </a:lnTo>
                  <a:lnTo>
                    <a:pt x="10765786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541613" y="5094543"/>
              <a:ext cx="10765786" cy="0"/>
            </a:xfrm>
            <a:custGeom>
              <a:avLst/>
              <a:pathLst>
                <a:path w="10765786" h="0">
                  <a:moveTo>
                    <a:pt x="0" y="0"/>
                  </a:moveTo>
                  <a:lnTo>
                    <a:pt x="10765786" y="0"/>
                  </a:lnTo>
                  <a:lnTo>
                    <a:pt x="10765786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541613" y="3886877"/>
              <a:ext cx="10765786" cy="0"/>
            </a:xfrm>
            <a:custGeom>
              <a:avLst/>
              <a:pathLst>
                <a:path w="10765786" h="0">
                  <a:moveTo>
                    <a:pt x="0" y="0"/>
                  </a:moveTo>
                  <a:lnTo>
                    <a:pt x="10765786" y="0"/>
                  </a:lnTo>
                  <a:lnTo>
                    <a:pt x="10765786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41613" y="2679211"/>
              <a:ext cx="10765786" cy="0"/>
            </a:xfrm>
            <a:custGeom>
              <a:avLst/>
              <a:pathLst>
                <a:path w="10765786" h="0">
                  <a:moveTo>
                    <a:pt x="0" y="0"/>
                  </a:moveTo>
                  <a:lnTo>
                    <a:pt x="10765786" y="0"/>
                  </a:lnTo>
                  <a:lnTo>
                    <a:pt x="10765786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030967" y="2645721"/>
              <a:ext cx="0" cy="4906587"/>
            </a:xfrm>
            <a:custGeom>
              <a:avLst/>
              <a:pathLst>
                <a:path w="0" h="4906587">
                  <a:moveTo>
                    <a:pt x="0" y="49065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271505" y="2645721"/>
              <a:ext cx="0" cy="4906587"/>
            </a:xfrm>
            <a:custGeom>
              <a:avLst/>
              <a:pathLst>
                <a:path w="0" h="4906587">
                  <a:moveTo>
                    <a:pt x="0" y="49065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544775" y="2645721"/>
              <a:ext cx="0" cy="4906587"/>
            </a:xfrm>
            <a:custGeom>
              <a:avLst/>
              <a:pathLst>
                <a:path w="0" h="4906587">
                  <a:moveTo>
                    <a:pt x="0" y="49065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2818046" y="2645721"/>
              <a:ext cx="0" cy="4906587"/>
            </a:xfrm>
            <a:custGeom>
              <a:avLst/>
              <a:pathLst>
                <a:path w="0" h="4906587">
                  <a:moveTo>
                    <a:pt x="0" y="49065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F0F0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030967" y="3166693"/>
              <a:ext cx="9787078" cy="4162588"/>
            </a:xfrm>
            <a:custGeom>
              <a:avLst/>
              <a:pathLst>
                <a:path w="9787078" h="4162588">
                  <a:moveTo>
                    <a:pt x="0" y="0"/>
                  </a:moveTo>
                  <a:lnTo>
                    <a:pt x="32732" y="18103"/>
                  </a:lnTo>
                  <a:lnTo>
                    <a:pt x="65465" y="40352"/>
                  </a:lnTo>
                  <a:lnTo>
                    <a:pt x="98198" y="60244"/>
                  </a:lnTo>
                  <a:lnTo>
                    <a:pt x="130930" y="81567"/>
                  </a:lnTo>
                  <a:lnTo>
                    <a:pt x="163663" y="97391"/>
                  </a:lnTo>
                  <a:lnTo>
                    <a:pt x="196396" y="124741"/>
                  </a:lnTo>
                  <a:lnTo>
                    <a:pt x="229128" y="147534"/>
                  </a:lnTo>
                  <a:lnTo>
                    <a:pt x="261861" y="170280"/>
                  </a:lnTo>
                  <a:lnTo>
                    <a:pt x="294594" y="202992"/>
                  </a:lnTo>
                  <a:lnTo>
                    <a:pt x="327327" y="227969"/>
                  </a:lnTo>
                  <a:lnTo>
                    <a:pt x="360059" y="256982"/>
                  </a:lnTo>
                  <a:lnTo>
                    <a:pt x="392792" y="278235"/>
                  </a:lnTo>
                  <a:lnTo>
                    <a:pt x="425525" y="304280"/>
                  </a:lnTo>
                  <a:lnTo>
                    <a:pt x="458257" y="338749"/>
                  </a:lnTo>
                  <a:lnTo>
                    <a:pt x="490990" y="364795"/>
                  </a:lnTo>
                  <a:lnTo>
                    <a:pt x="523723" y="388675"/>
                  </a:lnTo>
                  <a:lnTo>
                    <a:pt x="556455" y="421153"/>
                  </a:lnTo>
                  <a:lnTo>
                    <a:pt x="589188" y="450816"/>
                  </a:lnTo>
                  <a:lnTo>
                    <a:pt x="621921" y="481926"/>
                  </a:lnTo>
                  <a:lnTo>
                    <a:pt x="654654" y="513350"/>
                  </a:lnTo>
                  <a:lnTo>
                    <a:pt x="687386" y="540169"/>
                  </a:lnTo>
                  <a:lnTo>
                    <a:pt x="720119" y="574626"/>
                  </a:lnTo>
                  <a:lnTo>
                    <a:pt x="752852" y="612944"/>
                  </a:lnTo>
                  <a:lnTo>
                    <a:pt x="785584" y="648183"/>
                  </a:lnTo>
                  <a:lnTo>
                    <a:pt x="818317" y="679284"/>
                  </a:lnTo>
                  <a:lnTo>
                    <a:pt x="851050" y="720032"/>
                  </a:lnTo>
                  <a:lnTo>
                    <a:pt x="883783" y="749782"/>
                  </a:lnTo>
                  <a:lnTo>
                    <a:pt x="916515" y="784626"/>
                  </a:lnTo>
                  <a:lnTo>
                    <a:pt x="949248" y="818934"/>
                  </a:lnTo>
                  <a:lnTo>
                    <a:pt x="981981" y="856302"/>
                  </a:lnTo>
                  <a:lnTo>
                    <a:pt x="1014713" y="892611"/>
                  </a:lnTo>
                  <a:lnTo>
                    <a:pt x="1047446" y="933615"/>
                  </a:lnTo>
                  <a:lnTo>
                    <a:pt x="1080179" y="974446"/>
                  </a:lnTo>
                  <a:lnTo>
                    <a:pt x="1112911" y="1022790"/>
                  </a:lnTo>
                  <a:lnTo>
                    <a:pt x="1145644" y="1066517"/>
                  </a:lnTo>
                  <a:lnTo>
                    <a:pt x="1178377" y="1108133"/>
                  </a:lnTo>
                  <a:lnTo>
                    <a:pt x="1211110" y="1146958"/>
                  </a:lnTo>
                  <a:lnTo>
                    <a:pt x="1243842" y="1193101"/>
                  </a:lnTo>
                  <a:lnTo>
                    <a:pt x="1276575" y="1240306"/>
                  </a:lnTo>
                  <a:lnTo>
                    <a:pt x="1309308" y="1290710"/>
                  </a:lnTo>
                  <a:lnTo>
                    <a:pt x="1342040" y="1344086"/>
                  </a:lnTo>
                  <a:lnTo>
                    <a:pt x="1374773" y="1393893"/>
                  </a:lnTo>
                  <a:lnTo>
                    <a:pt x="1407506" y="1448007"/>
                  </a:lnTo>
                  <a:lnTo>
                    <a:pt x="1440238" y="1496508"/>
                  </a:lnTo>
                  <a:lnTo>
                    <a:pt x="1472971" y="1547279"/>
                  </a:lnTo>
                  <a:lnTo>
                    <a:pt x="1505704" y="1599845"/>
                  </a:lnTo>
                  <a:lnTo>
                    <a:pt x="1538437" y="1651951"/>
                  </a:lnTo>
                  <a:lnTo>
                    <a:pt x="1571169" y="1705224"/>
                  </a:lnTo>
                  <a:lnTo>
                    <a:pt x="1603902" y="1754014"/>
                  </a:lnTo>
                  <a:lnTo>
                    <a:pt x="1636635" y="1808792"/>
                  </a:lnTo>
                  <a:lnTo>
                    <a:pt x="1669367" y="1864610"/>
                  </a:lnTo>
                  <a:lnTo>
                    <a:pt x="1702100" y="1930982"/>
                  </a:lnTo>
                  <a:lnTo>
                    <a:pt x="1734833" y="1984464"/>
                  </a:lnTo>
                  <a:lnTo>
                    <a:pt x="1767566" y="2040924"/>
                  </a:lnTo>
                  <a:lnTo>
                    <a:pt x="1800298" y="2101237"/>
                  </a:lnTo>
                  <a:lnTo>
                    <a:pt x="1833031" y="2164785"/>
                  </a:lnTo>
                  <a:lnTo>
                    <a:pt x="1865764" y="2226973"/>
                  </a:lnTo>
                  <a:lnTo>
                    <a:pt x="1898496" y="2289094"/>
                  </a:lnTo>
                  <a:lnTo>
                    <a:pt x="1931229" y="2359066"/>
                  </a:lnTo>
                  <a:lnTo>
                    <a:pt x="1963962" y="2426310"/>
                  </a:lnTo>
                  <a:lnTo>
                    <a:pt x="1996694" y="2494838"/>
                  </a:lnTo>
                  <a:lnTo>
                    <a:pt x="2029427" y="2564297"/>
                  </a:lnTo>
                  <a:lnTo>
                    <a:pt x="2062160" y="2632188"/>
                  </a:lnTo>
                  <a:lnTo>
                    <a:pt x="2094893" y="2694106"/>
                  </a:lnTo>
                  <a:lnTo>
                    <a:pt x="2127625" y="2762864"/>
                  </a:lnTo>
                  <a:lnTo>
                    <a:pt x="2160358" y="2831864"/>
                  </a:lnTo>
                  <a:lnTo>
                    <a:pt x="2193091" y="2903045"/>
                  </a:lnTo>
                  <a:lnTo>
                    <a:pt x="2225823" y="2968371"/>
                  </a:lnTo>
                  <a:lnTo>
                    <a:pt x="2258556" y="3029468"/>
                  </a:lnTo>
                  <a:lnTo>
                    <a:pt x="2291289" y="3089314"/>
                  </a:lnTo>
                  <a:lnTo>
                    <a:pt x="2324022" y="3153021"/>
                  </a:lnTo>
                  <a:lnTo>
                    <a:pt x="2356754" y="3217461"/>
                  </a:lnTo>
                  <a:lnTo>
                    <a:pt x="2389487" y="3276039"/>
                  </a:lnTo>
                  <a:lnTo>
                    <a:pt x="2422220" y="3338296"/>
                  </a:lnTo>
                  <a:lnTo>
                    <a:pt x="2454952" y="3401314"/>
                  </a:lnTo>
                  <a:lnTo>
                    <a:pt x="2487685" y="3457314"/>
                  </a:lnTo>
                  <a:lnTo>
                    <a:pt x="2520418" y="3517418"/>
                  </a:lnTo>
                  <a:lnTo>
                    <a:pt x="2553150" y="3575765"/>
                  </a:lnTo>
                  <a:lnTo>
                    <a:pt x="2585883" y="3630705"/>
                  </a:lnTo>
                  <a:lnTo>
                    <a:pt x="2618616" y="3686338"/>
                  </a:lnTo>
                  <a:lnTo>
                    <a:pt x="2651349" y="3740448"/>
                  </a:lnTo>
                  <a:lnTo>
                    <a:pt x="2684081" y="3790301"/>
                  </a:lnTo>
                  <a:lnTo>
                    <a:pt x="2716814" y="3838223"/>
                  </a:lnTo>
                  <a:lnTo>
                    <a:pt x="2749547" y="3883882"/>
                  </a:lnTo>
                  <a:lnTo>
                    <a:pt x="2782279" y="3929127"/>
                  </a:lnTo>
                  <a:lnTo>
                    <a:pt x="2815012" y="3971073"/>
                  </a:lnTo>
                  <a:lnTo>
                    <a:pt x="2847745" y="4006441"/>
                  </a:lnTo>
                  <a:lnTo>
                    <a:pt x="2880477" y="4044497"/>
                  </a:lnTo>
                  <a:lnTo>
                    <a:pt x="2913210" y="4075751"/>
                  </a:lnTo>
                  <a:lnTo>
                    <a:pt x="2945943" y="4100670"/>
                  </a:lnTo>
                  <a:lnTo>
                    <a:pt x="2978676" y="4123456"/>
                  </a:lnTo>
                  <a:lnTo>
                    <a:pt x="3011408" y="4139319"/>
                  </a:lnTo>
                  <a:lnTo>
                    <a:pt x="3044141" y="4151607"/>
                  </a:lnTo>
                  <a:lnTo>
                    <a:pt x="3076874" y="4158837"/>
                  </a:lnTo>
                  <a:lnTo>
                    <a:pt x="3109606" y="4162588"/>
                  </a:lnTo>
                  <a:lnTo>
                    <a:pt x="3142339" y="4159439"/>
                  </a:lnTo>
                  <a:lnTo>
                    <a:pt x="3175072" y="4150649"/>
                  </a:lnTo>
                  <a:lnTo>
                    <a:pt x="3207805" y="4137836"/>
                  </a:lnTo>
                  <a:lnTo>
                    <a:pt x="3240537" y="4123165"/>
                  </a:lnTo>
                  <a:lnTo>
                    <a:pt x="3273270" y="4085227"/>
                  </a:lnTo>
                  <a:lnTo>
                    <a:pt x="3306003" y="3983926"/>
                  </a:lnTo>
                  <a:lnTo>
                    <a:pt x="3338735" y="3868531"/>
                  </a:lnTo>
                  <a:lnTo>
                    <a:pt x="3371468" y="3747050"/>
                  </a:lnTo>
                  <a:lnTo>
                    <a:pt x="3404201" y="3628350"/>
                  </a:lnTo>
                  <a:lnTo>
                    <a:pt x="3436933" y="3510071"/>
                  </a:lnTo>
                  <a:lnTo>
                    <a:pt x="3469666" y="3394790"/>
                  </a:lnTo>
                  <a:lnTo>
                    <a:pt x="3502399" y="3296956"/>
                  </a:lnTo>
                  <a:lnTo>
                    <a:pt x="3535132" y="3204237"/>
                  </a:lnTo>
                  <a:lnTo>
                    <a:pt x="3567864" y="3118324"/>
                  </a:lnTo>
                  <a:lnTo>
                    <a:pt x="3600597" y="3042050"/>
                  </a:lnTo>
                  <a:lnTo>
                    <a:pt x="3633330" y="2968906"/>
                  </a:lnTo>
                  <a:lnTo>
                    <a:pt x="3666062" y="2905016"/>
                  </a:lnTo>
                  <a:lnTo>
                    <a:pt x="3698795" y="2851138"/>
                  </a:lnTo>
                  <a:lnTo>
                    <a:pt x="3731528" y="2796377"/>
                  </a:lnTo>
                  <a:lnTo>
                    <a:pt x="3764261" y="2755482"/>
                  </a:lnTo>
                  <a:lnTo>
                    <a:pt x="3796993" y="2720785"/>
                  </a:lnTo>
                  <a:lnTo>
                    <a:pt x="3829726" y="2684933"/>
                  </a:lnTo>
                  <a:lnTo>
                    <a:pt x="3862459" y="2651110"/>
                  </a:lnTo>
                  <a:lnTo>
                    <a:pt x="3895191" y="2622456"/>
                  </a:lnTo>
                  <a:lnTo>
                    <a:pt x="3927924" y="2598444"/>
                  </a:lnTo>
                  <a:lnTo>
                    <a:pt x="3960657" y="2580645"/>
                  </a:lnTo>
                  <a:lnTo>
                    <a:pt x="3993389" y="2551625"/>
                  </a:lnTo>
                  <a:lnTo>
                    <a:pt x="4026122" y="2528689"/>
                  </a:lnTo>
                  <a:lnTo>
                    <a:pt x="4058855" y="2516225"/>
                  </a:lnTo>
                  <a:lnTo>
                    <a:pt x="4091588" y="2492637"/>
                  </a:lnTo>
                  <a:lnTo>
                    <a:pt x="4124320" y="2469790"/>
                  </a:lnTo>
                  <a:lnTo>
                    <a:pt x="4157053" y="2441460"/>
                  </a:lnTo>
                  <a:lnTo>
                    <a:pt x="4189786" y="2407796"/>
                  </a:lnTo>
                  <a:lnTo>
                    <a:pt x="4222518" y="2387431"/>
                  </a:lnTo>
                  <a:lnTo>
                    <a:pt x="4255251" y="2372036"/>
                  </a:lnTo>
                  <a:lnTo>
                    <a:pt x="4287984" y="2363361"/>
                  </a:lnTo>
                  <a:lnTo>
                    <a:pt x="4320716" y="2352943"/>
                  </a:lnTo>
                  <a:lnTo>
                    <a:pt x="4353449" y="2349226"/>
                  </a:lnTo>
                  <a:lnTo>
                    <a:pt x="4386182" y="2343530"/>
                  </a:lnTo>
                  <a:lnTo>
                    <a:pt x="4418915" y="2334930"/>
                  </a:lnTo>
                  <a:lnTo>
                    <a:pt x="4451647" y="2334388"/>
                  </a:lnTo>
                  <a:lnTo>
                    <a:pt x="4484380" y="2319502"/>
                  </a:lnTo>
                  <a:lnTo>
                    <a:pt x="4517113" y="2305785"/>
                  </a:lnTo>
                  <a:lnTo>
                    <a:pt x="4549845" y="2293473"/>
                  </a:lnTo>
                  <a:lnTo>
                    <a:pt x="4582578" y="2276988"/>
                  </a:lnTo>
                  <a:lnTo>
                    <a:pt x="4615311" y="2264184"/>
                  </a:lnTo>
                  <a:lnTo>
                    <a:pt x="4648044" y="2257659"/>
                  </a:lnTo>
                  <a:lnTo>
                    <a:pt x="4680776" y="2251528"/>
                  </a:lnTo>
                  <a:lnTo>
                    <a:pt x="4713509" y="2255963"/>
                  </a:lnTo>
                  <a:lnTo>
                    <a:pt x="4746242" y="2244402"/>
                  </a:lnTo>
                  <a:lnTo>
                    <a:pt x="4778974" y="2233096"/>
                  </a:lnTo>
                  <a:lnTo>
                    <a:pt x="4811707" y="2210734"/>
                  </a:lnTo>
                  <a:lnTo>
                    <a:pt x="4844440" y="2198214"/>
                  </a:lnTo>
                  <a:lnTo>
                    <a:pt x="4877172" y="2182864"/>
                  </a:lnTo>
                  <a:lnTo>
                    <a:pt x="4909905" y="2169088"/>
                  </a:lnTo>
                  <a:lnTo>
                    <a:pt x="4942638" y="2153001"/>
                  </a:lnTo>
                  <a:lnTo>
                    <a:pt x="4975371" y="2135635"/>
                  </a:lnTo>
                  <a:lnTo>
                    <a:pt x="5008103" y="2132953"/>
                  </a:lnTo>
                  <a:lnTo>
                    <a:pt x="5040836" y="2130609"/>
                  </a:lnTo>
                  <a:lnTo>
                    <a:pt x="5073569" y="2134365"/>
                  </a:lnTo>
                  <a:lnTo>
                    <a:pt x="5106301" y="2126257"/>
                  </a:lnTo>
                  <a:lnTo>
                    <a:pt x="5139034" y="2111218"/>
                  </a:lnTo>
                  <a:lnTo>
                    <a:pt x="5171767" y="2102437"/>
                  </a:lnTo>
                  <a:lnTo>
                    <a:pt x="5204500" y="2090536"/>
                  </a:lnTo>
                  <a:lnTo>
                    <a:pt x="5237232" y="2092016"/>
                  </a:lnTo>
                  <a:lnTo>
                    <a:pt x="5269965" y="2086236"/>
                  </a:lnTo>
                  <a:lnTo>
                    <a:pt x="5302698" y="2080710"/>
                  </a:lnTo>
                  <a:lnTo>
                    <a:pt x="5335430" y="2078395"/>
                  </a:lnTo>
                  <a:lnTo>
                    <a:pt x="5368163" y="2074768"/>
                  </a:lnTo>
                  <a:lnTo>
                    <a:pt x="5400896" y="2073293"/>
                  </a:lnTo>
                  <a:lnTo>
                    <a:pt x="5433628" y="2077153"/>
                  </a:lnTo>
                  <a:lnTo>
                    <a:pt x="5466361" y="2081180"/>
                  </a:lnTo>
                  <a:lnTo>
                    <a:pt x="5499094" y="2089646"/>
                  </a:lnTo>
                  <a:lnTo>
                    <a:pt x="5531827" y="2087508"/>
                  </a:lnTo>
                  <a:lnTo>
                    <a:pt x="5564559" y="2097000"/>
                  </a:lnTo>
                  <a:lnTo>
                    <a:pt x="5597292" y="2101136"/>
                  </a:lnTo>
                  <a:lnTo>
                    <a:pt x="5630025" y="2099221"/>
                  </a:lnTo>
                  <a:lnTo>
                    <a:pt x="5662757" y="2097803"/>
                  </a:lnTo>
                  <a:lnTo>
                    <a:pt x="5695490" y="2105655"/>
                  </a:lnTo>
                  <a:lnTo>
                    <a:pt x="5728223" y="2107830"/>
                  </a:lnTo>
                  <a:lnTo>
                    <a:pt x="5760955" y="2112522"/>
                  </a:lnTo>
                  <a:lnTo>
                    <a:pt x="5793688" y="2120543"/>
                  </a:lnTo>
                  <a:lnTo>
                    <a:pt x="5826421" y="2133028"/>
                  </a:lnTo>
                  <a:lnTo>
                    <a:pt x="5859154" y="2144490"/>
                  </a:lnTo>
                  <a:lnTo>
                    <a:pt x="5891886" y="2165588"/>
                  </a:lnTo>
                  <a:lnTo>
                    <a:pt x="5924619" y="2194907"/>
                  </a:lnTo>
                  <a:lnTo>
                    <a:pt x="5957352" y="2226728"/>
                  </a:lnTo>
                  <a:lnTo>
                    <a:pt x="5990084" y="2267172"/>
                  </a:lnTo>
                  <a:lnTo>
                    <a:pt x="6022817" y="2312151"/>
                  </a:lnTo>
                  <a:lnTo>
                    <a:pt x="6055550" y="2353055"/>
                  </a:lnTo>
                  <a:lnTo>
                    <a:pt x="6088283" y="2399724"/>
                  </a:lnTo>
                  <a:lnTo>
                    <a:pt x="6121015" y="2461883"/>
                  </a:lnTo>
                  <a:lnTo>
                    <a:pt x="6153748" y="2525636"/>
                  </a:lnTo>
                  <a:lnTo>
                    <a:pt x="6186481" y="2591592"/>
                  </a:lnTo>
                  <a:lnTo>
                    <a:pt x="6219213" y="2665464"/>
                  </a:lnTo>
                  <a:lnTo>
                    <a:pt x="6251946" y="2735666"/>
                  </a:lnTo>
                  <a:lnTo>
                    <a:pt x="6284679" y="2808949"/>
                  </a:lnTo>
                  <a:lnTo>
                    <a:pt x="6317411" y="2883781"/>
                  </a:lnTo>
                  <a:lnTo>
                    <a:pt x="6350144" y="2978411"/>
                  </a:lnTo>
                  <a:lnTo>
                    <a:pt x="6382877" y="3070585"/>
                  </a:lnTo>
                  <a:lnTo>
                    <a:pt x="6415610" y="3151102"/>
                  </a:lnTo>
                  <a:lnTo>
                    <a:pt x="6448342" y="3221609"/>
                  </a:lnTo>
                  <a:lnTo>
                    <a:pt x="6481075" y="3266537"/>
                  </a:lnTo>
                  <a:lnTo>
                    <a:pt x="6513808" y="3292809"/>
                  </a:lnTo>
                  <a:lnTo>
                    <a:pt x="6546540" y="3285670"/>
                  </a:lnTo>
                  <a:lnTo>
                    <a:pt x="6579273" y="3293957"/>
                  </a:lnTo>
                  <a:lnTo>
                    <a:pt x="6612006" y="3297132"/>
                  </a:lnTo>
                  <a:lnTo>
                    <a:pt x="6644739" y="3294561"/>
                  </a:lnTo>
                  <a:lnTo>
                    <a:pt x="6677471" y="3285972"/>
                  </a:lnTo>
                  <a:lnTo>
                    <a:pt x="6710204" y="3278249"/>
                  </a:lnTo>
                  <a:lnTo>
                    <a:pt x="6742937" y="3266120"/>
                  </a:lnTo>
                  <a:lnTo>
                    <a:pt x="6775669" y="3251041"/>
                  </a:lnTo>
                  <a:lnTo>
                    <a:pt x="6808402" y="3233738"/>
                  </a:lnTo>
                  <a:lnTo>
                    <a:pt x="6841135" y="3221891"/>
                  </a:lnTo>
                  <a:lnTo>
                    <a:pt x="6873867" y="3208862"/>
                  </a:lnTo>
                  <a:lnTo>
                    <a:pt x="6906600" y="3190574"/>
                  </a:lnTo>
                  <a:lnTo>
                    <a:pt x="6939333" y="3170381"/>
                  </a:lnTo>
                  <a:lnTo>
                    <a:pt x="6972066" y="3147364"/>
                  </a:lnTo>
                  <a:lnTo>
                    <a:pt x="7004798" y="3125965"/>
                  </a:lnTo>
                  <a:lnTo>
                    <a:pt x="7037531" y="3102447"/>
                  </a:lnTo>
                  <a:lnTo>
                    <a:pt x="7070264" y="3079002"/>
                  </a:lnTo>
                  <a:lnTo>
                    <a:pt x="7102996" y="3055633"/>
                  </a:lnTo>
                  <a:lnTo>
                    <a:pt x="7135729" y="3025246"/>
                  </a:lnTo>
                  <a:lnTo>
                    <a:pt x="7168462" y="2992775"/>
                  </a:lnTo>
                  <a:lnTo>
                    <a:pt x="7201194" y="2965163"/>
                  </a:lnTo>
                  <a:lnTo>
                    <a:pt x="7233927" y="2935096"/>
                  </a:lnTo>
                  <a:lnTo>
                    <a:pt x="7266660" y="2901194"/>
                  </a:lnTo>
                  <a:lnTo>
                    <a:pt x="7299393" y="2873096"/>
                  </a:lnTo>
                  <a:lnTo>
                    <a:pt x="7332125" y="2841788"/>
                  </a:lnTo>
                  <a:lnTo>
                    <a:pt x="7364858" y="2807047"/>
                  </a:lnTo>
                  <a:lnTo>
                    <a:pt x="7397591" y="2775978"/>
                  </a:lnTo>
                  <a:lnTo>
                    <a:pt x="7430323" y="2743253"/>
                  </a:lnTo>
                  <a:lnTo>
                    <a:pt x="7463056" y="2705567"/>
                  </a:lnTo>
                  <a:lnTo>
                    <a:pt x="7495789" y="2665661"/>
                  </a:lnTo>
                  <a:lnTo>
                    <a:pt x="7528522" y="2632774"/>
                  </a:lnTo>
                  <a:lnTo>
                    <a:pt x="7561254" y="2596833"/>
                  </a:lnTo>
                  <a:lnTo>
                    <a:pt x="7593987" y="2560953"/>
                  </a:lnTo>
                  <a:lnTo>
                    <a:pt x="7626720" y="2523883"/>
                  </a:lnTo>
                  <a:lnTo>
                    <a:pt x="7659452" y="2489699"/>
                  </a:lnTo>
                  <a:lnTo>
                    <a:pt x="7692185" y="2457541"/>
                  </a:lnTo>
                  <a:lnTo>
                    <a:pt x="7724918" y="2430180"/>
                  </a:lnTo>
                  <a:lnTo>
                    <a:pt x="7757650" y="2397329"/>
                  </a:lnTo>
                  <a:lnTo>
                    <a:pt x="7790383" y="2364042"/>
                  </a:lnTo>
                  <a:lnTo>
                    <a:pt x="7823116" y="2330452"/>
                  </a:lnTo>
                  <a:lnTo>
                    <a:pt x="7855849" y="2296368"/>
                  </a:lnTo>
                  <a:lnTo>
                    <a:pt x="7888581" y="2266697"/>
                  </a:lnTo>
                  <a:lnTo>
                    <a:pt x="7921314" y="2230171"/>
                  </a:lnTo>
                  <a:lnTo>
                    <a:pt x="7954047" y="2195187"/>
                  </a:lnTo>
                  <a:lnTo>
                    <a:pt x="7986779" y="2161961"/>
                  </a:lnTo>
                  <a:lnTo>
                    <a:pt x="8019512" y="2125592"/>
                  </a:lnTo>
                  <a:lnTo>
                    <a:pt x="8052245" y="2094470"/>
                  </a:lnTo>
                  <a:lnTo>
                    <a:pt x="8084978" y="2058295"/>
                  </a:lnTo>
                  <a:lnTo>
                    <a:pt x="8117710" y="2022391"/>
                  </a:lnTo>
                  <a:lnTo>
                    <a:pt x="8150443" y="1991370"/>
                  </a:lnTo>
                  <a:lnTo>
                    <a:pt x="8183176" y="1962597"/>
                  </a:lnTo>
                  <a:lnTo>
                    <a:pt x="8215908" y="1933460"/>
                  </a:lnTo>
                  <a:lnTo>
                    <a:pt x="8248641" y="1902615"/>
                  </a:lnTo>
                  <a:lnTo>
                    <a:pt x="8281374" y="1866024"/>
                  </a:lnTo>
                  <a:lnTo>
                    <a:pt x="8314106" y="1833341"/>
                  </a:lnTo>
                  <a:lnTo>
                    <a:pt x="8346839" y="1799879"/>
                  </a:lnTo>
                  <a:lnTo>
                    <a:pt x="8379572" y="1764238"/>
                  </a:lnTo>
                  <a:lnTo>
                    <a:pt x="8412305" y="1736346"/>
                  </a:lnTo>
                  <a:lnTo>
                    <a:pt x="8445037" y="1702755"/>
                  </a:lnTo>
                  <a:lnTo>
                    <a:pt x="8477770" y="1670003"/>
                  </a:lnTo>
                  <a:lnTo>
                    <a:pt x="8510503" y="1645961"/>
                  </a:lnTo>
                  <a:lnTo>
                    <a:pt x="8543235" y="1611287"/>
                  </a:lnTo>
                  <a:lnTo>
                    <a:pt x="8575968" y="1579421"/>
                  </a:lnTo>
                  <a:lnTo>
                    <a:pt x="8608701" y="1548081"/>
                  </a:lnTo>
                  <a:lnTo>
                    <a:pt x="8641433" y="1517899"/>
                  </a:lnTo>
                  <a:lnTo>
                    <a:pt x="8674166" y="1480723"/>
                  </a:lnTo>
                  <a:lnTo>
                    <a:pt x="8706899" y="1450437"/>
                  </a:lnTo>
                  <a:lnTo>
                    <a:pt x="8739632" y="1421029"/>
                  </a:lnTo>
                  <a:lnTo>
                    <a:pt x="8772364" y="1390184"/>
                  </a:lnTo>
                  <a:lnTo>
                    <a:pt x="8805097" y="1363682"/>
                  </a:lnTo>
                  <a:lnTo>
                    <a:pt x="8837830" y="1329137"/>
                  </a:lnTo>
                  <a:lnTo>
                    <a:pt x="8870562" y="1290212"/>
                  </a:lnTo>
                  <a:lnTo>
                    <a:pt x="8903295" y="1265998"/>
                  </a:lnTo>
                  <a:lnTo>
                    <a:pt x="8936028" y="1239119"/>
                  </a:lnTo>
                  <a:lnTo>
                    <a:pt x="8968761" y="1209569"/>
                  </a:lnTo>
                  <a:lnTo>
                    <a:pt x="9001493" y="1178914"/>
                  </a:lnTo>
                  <a:lnTo>
                    <a:pt x="9034226" y="1149317"/>
                  </a:lnTo>
                  <a:lnTo>
                    <a:pt x="9066959" y="1127540"/>
                  </a:lnTo>
                  <a:lnTo>
                    <a:pt x="9099691" y="1101229"/>
                  </a:lnTo>
                  <a:lnTo>
                    <a:pt x="9132424" y="1069039"/>
                  </a:lnTo>
                  <a:lnTo>
                    <a:pt x="9165157" y="1050302"/>
                  </a:lnTo>
                  <a:lnTo>
                    <a:pt x="9197889" y="1025044"/>
                  </a:lnTo>
                  <a:lnTo>
                    <a:pt x="9230622" y="1004958"/>
                  </a:lnTo>
                  <a:lnTo>
                    <a:pt x="9263355" y="981736"/>
                  </a:lnTo>
                  <a:lnTo>
                    <a:pt x="9296088" y="954510"/>
                  </a:lnTo>
                  <a:lnTo>
                    <a:pt x="9328820" y="936630"/>
                  </a:lnTo>
                  <a:lnTo>
                    <a:pt x="9361553" y="919099"/>
                  </a:lnTo>
                  <a:lnTo>
                    <a:pt x="9394286" y="899770"/>
                  </a:lnTo>
                  <a:lnTo>
                    <a:pt x="9427018" y="879209"/>
                  </a:lnTo>
                  <a:lnTo>
                    <a:pt x="9459751" y="859849"/>
                  </a:lnTo>
                  <a:lnTo>
                    <a:pt x="9492484" y="841772"/>
                  </a:lnTo>
                  <a:lnTo>
                    <a:pt x="9525217" y="825092"/>
                  </a:lnTo>
                  <a:lnTo>
                    <a:pt x="9557949" y="805926"/>
                  </a:lnTo>
                  <a:lnTo>
                    <a:pt x="9590682" y="785268"/>
                  </a:lnTo>
                  <a:lnTo>
                    <a:pt x="9623415" y="765213"/>
                  </a:lnTo>
                  <a:lnTo>
                    <a:pt x="9656147" y="754286"/>
                  </a:lnTo>
                  <a:lnTo>
                    <a:pt x="9688880" y="735542"/>
                  </a:lnTo>
                  <a:lnTo>
                    <a:pt x="9721613" y="712443"/>
                  </a:lnTo>
                  <a:lnTo>
                    <a:pt x="9754345" y="686074"/>
                  </a:lnTo>
                  <a:lnTo>
                    <a:pt x="9787078" y="672403"/>
                  </a:lnTo>
                </a:path>
              </a:pathLst>
            </a:custGeom>
            <a:ln w="13550" cap="flat">
              <a:solidFill>
                <a:srgbClr val="386C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030967" y="2868747"/>
              <a:ext cx="9787078" cy="3528078"/>
            </a:xfrm>
            <a:custGeom>
              <a:avLst/>
              <a:pathLst>
                <a:path w="9787078" h="3528078">
                  <a:moveTo>
                    <a:pt x="0" y="0"/>
                  </a:moveTo>
                  <a:lnTo>
                    <a:pt x="32732" y="15546"/>
                  </a:lnTo>
                  <a:lnTo>
                    <a:pt x="65465" y="30892"/>
                  </a:lnTo>
                  <a:lnTo>
                    <a:pt x="98198" y="46428"/>
                  </a:lnTo>
                  <a:lnTo>
                    <a:pt x="130930" y="63521"/>
                  </a:lnTo>
                  <a:lnTo>
                    <a:pt x="163663" y="82152"/>
                  </a:lnTo>
                  <a:lnTo>
                    <a:pt x="196396" y="101796"/>
                  </a:lnTo>
                  <a:lnTo>
                    <a:pt x="229128" y="119402"/>
                  </a:lnTo>
                  <a:lnTo>
                    <a:pt x="261861" y="137947"/>
                  </a:lnTo>
                  <a:lnTo>
                    <a:pt x="294594" y="151784"/>
                  </a:lnTo>
                  <a:lnTo>
                    <a:pt x="327327" y="168329"/>
                  </a:lnTo>
                  <a:lnTo>
                    <a:pt x="360059" y="186074"/>
                  </a:lnTo>
                  <a:lnTo>
                    <a:pt x="392792" y="209003"/>
                  </a:lnTo>
                  <a:lnTo>
                    <a:pt x="425525" y="220458"/>
                  </a:lnTo>
                  <a:lnTo>
                    <a:pt x="458257" y="240482"/>
                  </a:lnTo>
                  <a:lnTo>
                    <a:pt x="490990" y="259746"/>
                  </a:lnTo>
                  <a:lnTo>
                    <a:pt x="523723" y="285153"/>
                  </a:lnTo>
                  <a:lnTo>
                    <a:pt x="556455" y="307284"/>
                  </a:lnTo>
                  <a:lnTo>
                    <a:pt x="589188" y="332425"/>
                  </a:lnTo>
                  <a:lnTo>
                    <a:pt x="621921" y="350718"/>
                  </a:lnTo>
                  <a:lnTo>
                    <a:pt x="654654" y="371124"/>
                  </a:lnTo>
                  <a:lnTo>
                    <a:pt x="687386" y="396607"/>
                  </a:lnTo>
                  <a:lnTo>
                    <a:pt x="720119" y="425848"/>
                  </a:lnTo>
                  <a:lnTo>
                    <a:pt x="752852" y="451134"/>
                  </a:lnTo>
                  <a:lnTo>
                    <a:pt x="785584" y="479822"/>
                  </a:lnTo>
                  <a:lnTo>
                    <a:pt x="818317" y="505008"/>
                  </a:lnTo>
                  <a:lnTo>
                    <a:pt x="851050" y="529545"/>
                  </a:lnTo>
                  <a:lnTo>
                    <a:pt x="883783" y="557538"/>
                  </a:lnTo>
                  <a:lnTo>
                    <a:pt x="916515" y="585714"/>
                  </a:lnTo>
                  <a:lnTo>
                    <a:pt x="949248" y="611661"/>
                  </a:lnTo>
                  <a:lnTo>
                    <a:pt x="981981" y="645837"/>
                  </a:lnTo>
                  <a:lnTo>
                    <a:pt x="1014713" y="681688"/>
                  </a:lnTo>
                  <a:lnTo>
                    <a:pt x="1047446" y="715483"/>
                  </a:lnTo>
                  <a:lnTo>
                    <a:pt x="1080179" y="751541"/>
                  </a:lnTo>
                  <a:lnTo>
                    <a:pt x="1112911" y="788179"/>
                  </a:lnTo>
                  <a:lnTo>
                    <a:pt x="1145644" y="823735"/>
                  </a:lnTo>
                  <a:lnTo>
                    <a:pt x="1178377" y="858691"/>
                  </a:lnTo>
                  <a:lnTo>
                    <a:pt x="1211110" y="896839"/>
                  </a:lnTo>
                  <a:lnTo>
                    <a:pt x="1243842" y="928219"/>
                  </a:lnTo>
                  <a:lnTo>
                    <a:pt x="1276575" y="964467"/>
                  </a:lnTo>
                  <a:lnTo>
                    <a:pt x="1309308" y="1003287"/>
                  </a:lnTo>
                  <a:lnTo>
                    <a:pt x="1342040" y="1041513"/>
                  </a:lnTo>
                  <a:lnTo>
                    <a:pt x="1374773" y="1086026"/>
                  </a:lnTo>
                  <a:lnTo>
                    <a:pt x="1407506" y="1134870"/>
                  </a:lnTo>
                  <a:lnTo>
                    <a:pt x="1440238" y="1179659"/>
                  </a:lnTo>
                  <a:lnTo>
                    <a:pt x="1472971" y="1221837"/>
                  </a:lnTo>
                  <a:lnTo>
                    <a:pt x="1505704" y="1267675"/>
                  </a:lnTo>
                  <a:lnTo>
                    <a:pt x="1538437" y="1314390"/>
                  </a:lnTo>
                  <a:lnTo>
                    <a:pt x="1571169" y="1358782"/>
                  </a:lnTo>
                  <a:lnTo>
                    <a:pt x="1603902" y="1400122"/>
                  </a:lnTo>
                  <a:lnTo>
                    <a:pt x="1636635" y="1450113"/>
                  </a:lnTo>
                  <a:lnTo>
                    <a:pt x="1669367" y="1497756"/>
                  </a:lnTo>
                  <a:lnTo>
                    <a:pt x="1702100" y="1547526"/>
                  </a:lnTo>
                  <a:lnTo>
                    <a:pt x="1734833" y="1602450"/>
                  </a:lnTo>
                  <a:lnTo>
                    <a:pt x="1767566" y="1656109"/>
                  </a:lnTo>
                  <a:lnTo>
                    <a:pt x="1800298" y="1709449"/>
                  </a:lnTo>
                  <a:lnTo>
                    <a:pt x="1833031" y="1761460"/>
                  </a:lnTo>
                  <a:lnTo>
                    <a:pt x="1865764" y="1815085"/>
                  </a:lnTo>
                  <a:lnTo>
                    <a:pt x="1898496" y="1873445"/>
                  </a:lnTo>
                  <a:lnTo>
                    <a:pt x="1931229" y="1929066"/>
                  </a:lnTo>
                  <a:lnTo>
                    <a:pt x="1963962" y="1991708"/>
                  </a:lnTo>
                  <a:lnTo>
                    <a:pt x="1996694" y="2049186"/>
                  </a:lnTo>
                  <a:lnTo>
                    <a:pt x="2029427" y="2110896"/>
                  </a:lnTo>
                  <a:lnTo>
                    <a:pt x="2062160" y="2164701"/>
                  </a:lnTo>
                  <a:lnTo>
                    <a:pt x="2094893" y="2222285"/>
                  </a:lnTo>
                  <a:lnTo>
                    <a:pt x="2127625" y="2283931"/>
                  </a:lnTo>
                  <a:lnTo>
                    <a:pt x="2160358" y="2345308"/>
                  </a:lnTo>
                  <a:lnTo>
                    <a:pt x="2193091" y="2408022"/>
                  </a:lnTo>
                  <a:lnTo>
                    <a:pt x="2225823" y="2470658"/>
                  </a:lnTo>
                  <a:lnTo>
                    <a:pt x="2258556" y="2530260"/>
                  </a:lnTo>
                  <a:lnTo>
                    <a:pt x="2291289" y="2588677"/>
                  </a:lnTo>
                  <a:lnTo>
                    <a:pt x="2324022" y="2647595"/>
                  </a:lnTo>
                  <a:lnTo>
                    <a:pt x="2356754" y="2705013"/>
                  </a:lnTo>
                  <a:lnTo>
                    <a:pt x="2389487" y="2760348"/>
                  </a:lnTo>
                  <a:lnTo>
                    <a:pt x="2422220" y="2816524"/>
                  </a:lnTo>
                  <a:lnTo>
                    <a:pt x="2454952" y="2879989"/>
                  </a:lnTo>
                  <a:lnTo>
                    <a:pt x="2487685" y="2936317"/>
                  </a:lnTo>
                  <a:lnTo>
                    <a:pt x="2520418" y="2990721"/>
                  </a:lnTo>
                  <a:lnTo>
                    <a:pt x="2553150" y="3044008"/>
                  </a:lnTo>
                  <a:lnTo>
                    <a:pt x="2585883" y="3093249"/>
                  </a:lnTo>
                  <a:lnTo>
                    <a:pt x="2618616" y="3141418"/>
                  </a:lnTo>
                  <a:lnTo>
                    <a:pt x="2651349" y="3191875"/>
                  </a:lnTo>
                  <a:lnTo>
                    <a:pt x="2684081" y="3236650"/>
                  </a:lnTo>
                  <a:lnTo>
                    <a:pt x="2716814" y="3279787"/>
                  </a:lnTo>
                  <a:lnTo>
                    <a:pt x="2749547" y="3317611"/>
                  </a:lnTo>
                  <a:lnTo>
                    <a:pt x="2782279" y="3356013"/>
                  </a:lnTo>
                  <a:lnTo>
                    <a:pt x="2815012" y="3396086"/>
                  </a:lnTo>
                  <a:lnTo>
                    <a:pt x="2847745" y="3430529"/>
                  </a:lnTo>
                  <a:lnTo>
                    <a:pt x="2880477" y="3456717"/>
                  </a:lnTo>
                  <a:lnTo>
                    <a:pt x="2913210" y="3482098"/>
                  </a:lnTo>
                  <a:lnTo>
                    <a:pt x="2945943" y="3503755"/>
                  </a:lnTo>
                  <a:lnTo>
                    <a:pt x="2978676" y="3517817"/>
                  </a:lnTo>
                  <a:lnTo>
                    <a:pt x="3011408" y="3527369"/>
                  </a:lnTo>
                  <a:lnTo>
                    <a:pt x="3044141" y="3528078"/>
                  </a:lnTo>
                  <a:lnTo>
                    <a:pt x="3076874" y="3521117"/>
                  </a:lnTo>
                  <a:lnTo>
                    <a:pt x="3109606" y="3510085"/>
                  </a:lnTo>
                  <a:lnTo>
                    <a:pt x="3142339" y="3488963"/>
                  </a:lnTo>
                  <a:lnTo>
                    <a:pt x="3175072" y="3458468"/>
                  </a:lnTo>
                  <a:lnTo>
                    <a:pt x="3207805" y="3416053"/>
                  </a:lnTo>
                  <a:lnTo>
                    <a:pt x="3240537" y="3366500"/>
                  </a:lnTo>
                  <a:lnTo>
                    <a:pt x="3273270" y="3242210"/>
                  </a:lnTo>
                  <a:lnTo>
                    <a:pt x="3306003" y="2997481"/>
                  </a:lnTo>
                  <a:lnTo>
                    <a:pt x="3338735" y="2718812"/>
                  </a:lnTo>
                  <a:lnTo>
                    <a:pt x="3371468" y="2445581"/>
                  </a:lnTo>
                  <a:lnTo>
                    <a:pt x="3404201" y="2202354"/>
                  </a:lnTo>
                  <a:lnTo>
                    <a:pt x="3436933" y="1971179"/>
                  </a:lnTo>
                  <a:lnTo>
                    <a:pt x="3469666" y="1767233"/>
                  </a:lnTo>
                  <a:lnTo>
                    <a:pt x="3502399" y="1591422"/>
                  </a:lnTo>
                  <a:lnTo>
                    <a:pt x="3535132" y="1441822"/>
                  </a:lnTo>
                  <a:lnTo>
                    <a:pt x="3567864" y="1311860"/>
                  </a:lnTo>
                  <a:lnTo>
                    <a:pt x="3600597" y="1206823"/>
                  </a:lnTo>
                  <a:lnTo>
                    <a:pt x="3633330" y="1099248"/>
                  </a:lnTo>
                  <a:lnTo>
                    <a:pt x="3666062" y="1012443"/>
                  </a:lnTo>
                  <a:lnTo>
                    <a:pt x="3698795" y="941039"/>
                  </a:lnTo>
                  <a:lnTo>
                    <a:pt x="3731528" y="884733"/>
                  </a:lnTo>
                  <a:lnTo>
                    <a:pt x="3764261" y="845885"/>
                  </a:lnTo>
                  <a:lnTo>
                    <a:pt x="3796993" y="816160"/>
                  </a:lnTo>
                  <a:lnTo>
                    <a:pt x="3829726" y="802623"/>
                  </a:lnTo>
                  <a:lnTo>
                    <a:pt x="3862459" y="806360"/>
                  </a:lnTo>
                  <a:lnTo>
                    <a:pt x="3895191" y="801469"/>
                  </a:lnTo>
                  <a:lnTo>
                    <a:pt x="3927924" y="790787"/>
                  </a:lnTo>
                  <a:lnTo>
                    <a:pt x="3960657" y="779823"/>
                  </a:lnTo>
                  <a:lnTo>
                    <a:pt x="3993389" y="773201"/>
                  </a:lnTo>
                  <a:lnTo>
                    <a:pt x="4026122" y="767034"/>
                  </a:lnTo>
                  <a:lnTo>
                    <a:pt x="4058855" y="765506"/>
                  </a:lnTo>
                  <a:lnTo>
                    <a:pt x="4091588" y="756402"/>
                  </a:lnTo>
                  <a:lnTo>
                    <a:pt x="4124320" y="748765"/>
                  </a:lnTo>
                  <a:lnTo>
                    <a:pt x="4157053" y="746960"/>
                  </a:lnTo>
                  <a:lnTo>
                    <a:pt x="4189786" y="745200"/>
                  </a:lnTo>
                  <a:lnTo>
                    <a:pt x="4222518" y="738836"/>
                  </a:lnTo>
                  <a:lnTo>
                    <a:pt x="4255251" y="744142"/>
                  </a:lnTo>
                  <a:lnTo>
                    <a:pt x="4287984" y="749185"/>
                  </a:lnTo>
                  <a:lnTo>
                    <a:pt x="4320716" y="750815"/>
                  </a:lnTo>
                  <a:lnTo>
                    <a:pt x="4353449" y="762040"/>
                  </a:lnTo>
                  <a:lnTo>
                    <a:pt x="4386182" y="776791"/>
                  </a:lnTo>
                  <a:lnTo>
                    <a:pt x="4418915" y="790090"/>
                  </a:lnTo>
                  <a:lnTo>
                    <a:pt x="4451647" y="803349"/>
                  </a:lnTo>
                  <a:lnTo>
                    <a:pt x="4484380" y="821658"/>
                  </a:lnTo>
                  <a:lnTo>
                    <a:pt x="4517113" y="844370"/>
                  </a:lnTo>
                  <a:lnTo>
                    <a:pt x="4549845" y="855110"/>
                  </a:lnTo>
                  <a:lnTo>
                    <a:pt x="4582578" y="851546"/>
                  </a:lnTo>
                  <a:lnTo>
                    <a:pt x="4615311" y="855543"/>
                  </a:lnTo>
                  <a:lnTo>
                    <a:pt x="4648044" y="860834"/>
                  </a:lnTo>
                  <a:lnTo>
                    <a:pt x="4680776" y="852124"/>
                  </a:lnTo>
                  <a:lnTo>
                    <a:pt x="4713509" y="861074"/>
                  </a:lnTo>
                  <a:lnTo>
                    <a:pt x="4746242" y="870966"/>
                  </a:lnTo>
                  <a:lnTo>
                    <a:pt x="4778974" y="859620"/>
                  </a:lnTo>
                  <a:lnTo>
                    <a:pt x="4811707" y="853266"/>
                  </a:lnTo>
                  <a:lnTo>
                    <a:pt x="4844440" y="849561"/>
                  </a:lnTo>
                  <a:lnTo>
                    <a:pt x="4877172" y="850747"/>
                  </a:lnTo>
                  <a:lnTo>
                    <a:pt x="4909905" y="855616"/>
                  </a:lnTo>
                  <a:lnTo>
                    <a:pt x="4942638" y="851663"/>
                  </a:lnTo>
                  <a:lnTo>
                    <a:pt x="4975371" y="835208"/>
                  </a:lnTo>
                  <a:lnTo>
                    <a:pt x="5008103" y="838863"/>
                  </a:lnTo>
                  <a:lnTo>
                    <a:pt x="5040836" y="847838"/>
                  </a:lnTo>
                  <a:lnTo>
                    <a:pt x="5073569" y="842785"/>
                  </a:lnTo>
                  <a:lnTo>
                    <a:pt x="5106301" y="832958"/>
                  </a:lnTo>
                  <a:lnTo>
                    <a:pt x="5139034" y="828380"/>
                  </a:lnTo>
                  <a:lnTo>
                    <a:pt x="5171767" y="832495"/>
                  </a:lnTo>
                  <a:lnTo>
                    <a:pt x="5204500" y="846674"/>
                  </a:lnTo>
                  <a:lnTo>
                    <a:pt x="5237232" y="854288"/>
                  </a:lnTo>
                  <a:lnTo>
                    <a:pt x="5269965" y="865142"/>
                  </a:lnTo>
                  <a:lnTo>
                    <a:pt x="5302698" y="873023"/>
                  </a:lnTo>
                  <a:lnTo>
                    <a:pt x="5335430" y="878365"/>
                  </a:lnTo>
                  <a:lnTo>
                    <a:pt x="5368163" y="877748"/>
                  </a:lnTo>
                  <a:lnTo>
                    <a:pt x="5400896" y="875329"/>
                  </a:lnTo>
                  <a:lnTo>
                    <a:pt x="5433628" y="880363"/>
                  </a:lnTo>
                  <a:lnTo>
                    <a:pt x="5466361" y="889270"/>
                  </a:lnTo>
                  <a:lnTo>
                    <a:pt x="5499094" y="907023"/>
                  </a:lnTo>
                  <a:lnTo>
                    <a:pt x="5531827" y="927771"/>
                  </a:lnTo>
                  <a:lnTo>
                    <a:pt x="5564559" y="957281"/>
                  </a:lnTo>
                  <a:lnTo>
                    <a:pt x="5597292" y="981411"/>
                  </a:lnTo>
                  <a:lnTo>
                    <a:pt x="5630025" y="1000954"/>
                  </a:lnTo>
                  <a:lnTo>
                    <a:pt x="5662757" y="1012823"/>
                  </a:lnTo>
                  <a:lnTo>
                    <a:pt x="5695490" y="1025314"/>
                  </a:lnTo>
                  <a:lnTo>
                    <a:pt x="5728223" y="1047865"/>
                  </a:lnTo>
                  <a:lnTo>
                    <a:pt x="5760955" y="1064356"/>
                  </a:lnTo>
                  <a:lnTo>
                    <a:pt x="5793688" y="1093787"/>
                  </a:lnTo>
                  <a:lnTo>
                    <a:pt x="5826421" y="1119403"/>
                  </a:lnTo>
                  <a:lnTo>
                    <a:pt x="5859154" y="1154002"/>
                  </a:lnTo>
                  <a:lnTo>
                    <a:pt x="5891886" y="1190320"/>
                  </a:lnTo>
                  <a:lnTo>
                    <a:pt x="5924619" y="1228846"/>
                  </a:lnTo>
                  <a:lnTo>
                    <a:pt x="5957352" y="1276696"/>
                  </a:lnTo>
                  <a:lnTo>
                    <a:pt x="5990084" y="1331928"/>
                  </a:lnTo>
                  <a:lnTo>
                    <a:pt x="6022817" y="1393369"/>
                  </a:lnTo>
                  <a:lnTo>
                    <a:pt x="6055550" y="1452305"/>
                  </a:lnTo>
                  <a:lnTo>
                    <a:pt x="6088283" y="1524092"/>
                  </a:lnTo>
                  <a:lnTo>
                    <a:pt x="6121015" y="1603283"/>
                  </a:lnTo>
                  <a:lnTo>
                    <a:pt x="6153748" y="1687921"/>
                  </a:lnTo>
                  <a:lnTo>
                    <a:pt x="6186481" y="1767442"/>
                  </a:lnTo>
                  <a:lnTo>
                    <a:pt x="6219213" y="1863758"/>
                  </a:lnTo>
                  <a:lnTo>
                    <a:pt x="6251946" y="1968908"/>
                  </a:lnTo>
                  <a:lnTo>
                    <a:pt x="6284679" y="2080792"/>
                  </a:lnTo>
                  <a:lnTo>
                    <a:pt x="6317411" y="2190845"/>
                  </a:lnTo>
                  <a:lnTo>
                    <a:pt x="6350144" y="2298862"/>
                  </a:lnTo>
                  <a:lnTo>
                    <a:pt x="6382877" y="2417232"/>
                  </a:lnTo>
                  <a:lnTo>
                    <a:pt x="6415610" y="2523626"/>
                  </a:lnTo>
                  <a:lnTo>
                    <a:pt x="6448342" y="2616733"/>
                  </a:lnTo>
                  <a:lnTo>
                    <a:pt x="6481075" y="2686841"/>
                  </a:lnTo>
                  <a:lnTo>
                    <a:pt x="6513808" y="2725815"/>
                  </a:lnTo>
                  <a:lnTo>
                    <a:pt x="6546540" y="2736836"/>
                  </a:lnTo>
                  <a:lnTo>
                    <a:pt x="6579273" y="2743561"/>
                  </a:lnTo>
                  <a:lnTo>
                    <a:pt x="6612006" y="2750122"/>
                  </a:lnTo>
                  <a:lnTo>
                    <a:pt x="6644739" y="2751350"/>
                  </a:lnTo>
                  <a:lnTo>
                    <a:pt x="6677471" y="2744492"/>
                  </a:lnTo>
                  <a:lnTo>
                    <a:pt x="6710204" y="2739278"/>
                  </a:lnTo>
                  <a:lnTo>
                    <a:pt x="6742937" y="2733632"/>
                  </a:lnTo>
                  <a:lnTo>
                    <a:pt x="6775669" y="2721409"/>
                  </a:lnTo>
                  <a:lnTo>
                    <a:pt x="6808402" y="2706773"/>
                  </a:lnTo>
                  <a:lnTo>
                    <a:pt x="6841135" y="2690144"/>
                  </a:lnTo>
                  <a:lnTo>
                    <a:pt x="6873867" y="2672406"/>
                  </a:lnTo>
                  <a:lnTo>
                    <a:pt x="6906600" y="2650278"/>
                  </a:lnTo>
                  <a:lnTo>
                    <a:pt x="6939333" y="2632485"/>
                  </a:lnTo>
                  <a:lnTo>
                    <a:pt x="6972066" y="2614989"/>
                  </a:lnTo>
                  <a:lnTo>
                    <a:pt x="7004798" y="2594645"/>
                  </a:lnTo>
                  <a:lnTo>
                    <a:pt x="7037531" y="2567779"/>
                  </a:lnTo>
                  <a:lnTo>
                    <a:pt x="7070264" y="2544695"/>
                  </a:lnTo>
                  <a:lnTo>
                    <a:pt x="7102996" y="2524301"/>
                  </a:lnTo>
                  <a:lnTo>
                    <a:pt x="7135729" y="2493549"/>
                  </a:lnTo>
                  <a:lnTo>
                    <a:pt x="7168462" y="2465501"/>
                  </a:lnTo>
                  <a:lnTo>
                    <a:pt x="7201194" y="2434917"/>
                  </a:lnTo>
                  <a:lnTo>
                    <a:pt x="7233927" y="2406645"/>
                  </a:lnTo>
                  <a:lnTo>
                    <a:pt x="7266660" y="2378015"/>
                  </a:lnTo>
                  <a:lnTo>
                    <a:pt x="7299393" y="2351943"/>
                  </a:lnTo>
                  <a:lnTo>
                    <a:pt x="7332125" y="2320083"/>
                  </a:lnTo>
                  <a:lnTo>
                    <a:pt x="7364858" y="2288440"/>
                  </a:lnTo>
                  <a:lnTo>
                    <a:pt x="7397591" y="2253501"/>
                  </a:lnTo>
                  <a:lnTo>
                    <a:pt x="7430323" y="2219820"/>
                  </a:lnTo>
                  <a:lnTo>
                    <a:pt x="7463056" y="2194066"/>
                  </a:lnTo>
                  <a:lnTo>
                    <a:pt x="7495789" y="2168072"/>
                  </a:lnTo>
                  <a:lnTo>
                    <a:pt x="7528522" y="2134912"/>
                  </a:lnTo>
                  <a:lnTo>
                    <a:pt x="7561254" y="2109709"/>
                  </a:lnTo>
                  <a:lnTo>
                    <a:pt x="7593987" y="2080663"/>
                  </a:lnTo>
                  <a:lnTo>
                    <a:pt x="7626720" y="2048156"/>
                  </a:lnTo>
                  <a:lnTo>
                    <a:pt x="7659452" y="2021130"/>
                  </a:lnTo>
                  <a:lnTo>
                    <a:pt x="7692185" y="1993113"/>
                  </a:lnTo>
                  <a:lnTo>
                    <a:pt x="7724918" y="1966708"/>
                  </a:lnTo>
                  <a:lnTo>
                    <a:pt x="7757650" y="1941544"/>
                  </a:lnTo>
                  <a:lnTo>
                    <a:pt x="7790383" y="1911347"/>
                  </a:lnTo>
                  <a:lnTo>
                    <a:pt x="7823116" y="1885699"/>
                  </a:lnTo>
                  <a:lnTo>
                    <a:pt x="7855849" y="1860735"/>
                  </a:lnTo>
                  <a:lnTo>
                    <a:pt x="7888581" y="1831579"/>
                  </a:lnTo>
                  <a:lnTo>
                    <a:pt x="7921314" y="1798174"/>
                  </a:lnTo>
                  <a:lnTo>
                    <a:pt x="7954047" y="1775278"/>
                  </a:lnTo>
                  <a:lnTo>
                    <a:pt x="7986779" y="1748364"/>
                  </a:lnTo>
                  <a:lnTo>
                    <a:pt x="8019512" y="1720511"/>
                  </a:lnTo>
                  <a:lnTo>
                    <a:pt x="8052245" y="1699234"/>
                  </a:lnTo>
                  <a:lnTo>
                    <a:pt x="8084978" y="1666285"/>
                  </a:lnTo>
                  <a:lnTo>
                    <a:pt x="8117710" y="1641692"/>
                  </a:lnTo>
                  <a:lnTo>
                    <a:pt x="8150443" y="1614984"/>
                  </a:lnTo>
                  <a:lnTo>
                    <a:pt x="8183176" y="1594273"/>
                  </a:lnTo>
                  <a:lnTo>
                    <a:pt x="8215908" y="1568731"/>
                  </a:lnTo>
                  <a:lnTo>
                    <a:pt x="8248641" y="1544868"/>
                  </a:lnTo>
                  <a:lnTo>
                    <a:pt x="8281374" y="1516497"/>
                  </a:lnTo>
                  <a:lnTo>
                    <a:pt x="8314106" y="1489042"/>
                  </a:lnTo>
                  <a:lnTo>
                    <a:pt x="8346839" y="1466689"/>
                  </a:lnTo>
                  <a:lnTo>
                    <a:pt x="8379572" y="1439782"/>
                  </a:lnTo>
                  <a:lnTo>
                    <a:pt x="8412305" y="1413226"/>
                  </a:lnTo>
                  <a:lnTo>
                    <a:pt x="8445037" y="1385620"/>
                  </a:lnTo>
                  <a:lnTo>
                    <a:pt x="8477770" y="1361090"/>
                  </a:lnTo>
                  <a:lnTo>
                    <a:pt x="8510503" y="1339909"/>
                  </a:lnTo>
                  <a:lnTo>
                    <a:pt x="8543235" y="1311303"/>
                  </a:lnTo>
                  <a:lnTo>
                    <a:pt x="8575968" y="1285985"/>
                  </a:lnTo>
                  <a:lnTo>
                    <a:pt x="8608701" y="1265180"/>
                  </a:lnTo>
                  <a:lnTo>
                    <a:pt x="8641433" y="1242013"/>
                  </a:lnTo>
                  <a:lnTo>
                    <a:pt x="8674166" y="1211694"/>
                  </a:lnTo>
                  <a:lnTo>
                    <a:pt x="8706899" y="1184410"/>
                  </a:lnTo>
                  <a:lnTo>
                    <a:pt x="8739632" y="1157303"/>
                  </a:lnTo>
                  <a:lnTo>
                    <a:pt x="8772364" y="1137430"/>
                  </a:lnTo>
                  <a:lnTo>
                    <a:pt x="8805097" y="1112413"/>
                  </a:lnTo>
                  <a:lnTo>
                    <a:pt x="8837830" y="1088128"/>
                  </a:lnTo>
                  <a:lnTo>
                    <a:pt x="8870562" y="1070916"/>
                  </a:lnTo>
                  <a:lnTo>
                    <a:pt x="8903295" y="1055217"/>
                  </a:lnTo>
                  <a:lnTo>
                    <a:pt x="8936028" y="1036044"/>
                  </a:lnTo>
                  <a:lnTo>
                    <a:pt x="8968761" y="1019701"/>
                  </a:lnTo>
                  <a:lnTo>
                    <a:pt x="9001493" y="997285"/>
                  </a:lnTo>
                  <a:lnTo>
                    <a:pt x="9034226" y="973598"/>
                  </a:lnTo>
                  <a:lnTo>
                    <a:pt x="9066959" y="953927"/>
                  </a:lnTo>
                  <a:lnTo>
                    <a:pt x="9099691" y="932399"/>
                  </a:lnTo>
                  <a:lnTo>
                    <a:pt x="9132424" y="913767"/>
                  </a:lnTo>
                  <a:lnTo>
                    <a:pt x="9165157" y="893852"/>
                  </a:lnTo>
                  <a:lnTo>
                    <a:pt x="9197889" y="869322"/>
                  </a:lnTo>
                  <a:lnTo>
                    <a:pt x="9230622" y="847636"/>
                  </a:lnTo>
                  <a:lnTo>
                    <a:pt x="9263355" y="835572"/>
                  </a:lnTo>
                  <a:lnTo>
                    <a:pt x="9296088" y="813838"/>
                  </a:lnTo>
                  <a:lnTo>
                    <a:pt x="9328820" y="796447"/>
                  </a:lnTo>
                  <a:lnTo>
                    <a:pt x="9361553" y="784015"/>
                  </a:lnTo>
                  <a:lnTo>
                    <a:pt x="9394286" y="767625"/>
                  </a:lnTo>
                  <a:lnTo>
                    <a:pt x="9427018" y="761895"/>
                  </a:lnTo>
                  <a:lnTo>
                    <a:pt x="9459751" y="753493"/>
                  </a:lnTo>
                  <a:lnTo>
                    <a:pt x="9492484" y="745674"/>
                  </a:lnTo>
                  <a:lnTo>
                    <a:pt x="9525217" y="733969"/>
                  </a:lnTo>
                  <a:lnTo>
                    <a:pt x="9557949" y="725726"/>
                  </a:lnTo>
                  <a:lnTo>
                    <a:pt x="9590682" y="712053"/>
                  </a:lnTo>
                  <a:lnTo>
                    <a:pt x="9623415" y="699700"/>
                  </a:lnTo>
                  <a:lnTo>
                    <a:pt x="9656147" y="691540"/>
                  </a:lnTo>
                  <a:lnTo>
                    <a:pt x="9688880" y="670255"/>
                  </a:lnTo>
                  <a:lnTo>
                    <a:pt x="9721613" y="649061"/>
                  </a:lnTo>
                  <a:lnTo>
                    <a:pt x="9754345" y="638376"/>
                  </a:lnTo>
                  <a:lnTo>
                    <a:pt x="9787078" y="621853"/>
                  </a:lnTo>
                </a:path>
              </a:pathLst>
            </a:custGeom>
            <a:ln w="13550" cap="flat">
              <a:solidFill>
                <a:srgbClr val="F87F0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030967" y="3166693"/>
              <a:ext cx="9787078" cy="4162588"/>
            </a:xfrm>
            <a:custGeom>
              <a:avLst/>
              <a:pathLst>
                <a:path w="9787078" h="4162588">
                  <a:moveTo>
                    <a:pt x="0" y="0"/>
                  </a:moveTo>
                  <a:lnTo>
                    <a:pt x="32732" y="18103"/>
                  </a:lnTo>
                  <a:lnTo>
                    <a:pt x="65465" y="40352"/>
                  </a:lnTo>
                  <a:lnTo>
                    <a:pt x="98198" y="60244"/>
                  </a:lnTo>
                  <a:lnTo>
                    <a:pt x="130930" y="81567"/>
                  </a:lnTo>
                  <a:lnTo>
                    <a:pt x="163663" y="97391"/>
                  </a:lnTo>
                  <a:lnTo>
                    <a:pt x="196396" y="124741"/>
                  </a:lnTo>
                  <a:lnTo>
                    <a:pt x="229128" y="147534"/>
                  </a:lnTo>
                  <a:lnTo>
                    <a:pt x="261861" y="170280"/>
                  </a:lnTo>
                  <a:lnTo>
                    <a:pt x="294594" y="202992"/>
                  </a:lnTo>
                  <a:lnTo>
                    <a:pt x="327327" y="227969"/>
                  </a:lnTo>
                  <a:lnTo>
                    <a:pt x="360059" y="256982"/>
                  </a:lnTo>
                  <a:lnTo>
                    <a:pt x="392792" y="278235"/>
                  </a:lnTo>
                  <a:lnTo>
                    <a:pt x="425525" y="304280"/>
                  </a:lnTo>
                  <a:lnTo>
                    <a:pt x="458257" y="338749"/>
                  </a:lnTo>
                  <a:lnTo>
                    <a:pt x="490990" y="364795"/>
                  </a:lnTo>
                  <a:lnTo>
                    <a:pt x="523723" y="388675"/>
                  </a:lnTo>
                  <a:lnTo>
                    <a:pt x="556455" y="421153"/>
                  </a:lnTo>
                  <a:lnTo>
                    <a:pt x="589188" y="450816"/>
                  </a:lnTo>
                  <a:lnTo>
                    <a:pt x="621921" y="481926"/>
                  </a:lnTo>
                  <a:lnTo>
                    <a:pt x="654654" y="513350"/>
                  </a:lnTo>
                  <a:lnTo>
                    <a:pt x="687386" y="540169"/>
                  </a:lnTo>
                  <a:lnTo>
                    <a:pt x="720119" y="574626"/>
                  </a:lnTo>
                  <a:lnTo>
                    <a:pt x="752852" y="612944"/>
                  </a:lnTo>
                  <a:lnTo>
                    <a:pt x="785584" y="648183"/>
                  </a:lnTo>
                  <a:lnTo>
                    <a:pt x="818317" y="679284"/>
                  </a:lnTo>
                  <a:lnTo>
                    <a:pt x="851050" y="720032"/>
                  </a:lnTo>
                  <a:lnTo>
                    <a:pt x="883783" y="749782"/>
                  </a:lnTo>
                  <a:lnTo>
                    <a:pt x="916515" y="784626"/>
                  </a:lnTo>
                  <a:lnTo>
                    <a:pt x="949248" y="818934"/>
                  </a:lnTo>
                  <a:lnTo>
                    <a:pt x="981981" y="856302"/>
                  </a:lnTo>
                  <a:lnTo>
                    <a:pt x="1014713" y="892611"/>
                  </a:lnTo>
                  <a:lnTo>
                    <a:pt x="1047446" y="933615"/>
                  </a:lnTo>
                  <a:lnTo>
                    <a:pt x="1080179" y="974446"/>
                  </a:lnTo>
                  <a:lnTo>
                    <a:pt x="1112911" y="1022790"/>
                  </a:lnTo>
                  <a:lnTo>
                    <a:pt x="1145644" y="1066517"/>
                  </a:lnTo>
                  <a:lnTo>
                    <a:pt x="1178377" y="1108133"/>
                  </a:lnTo>
                  <a:lnTo>
                    <a:pt x="1211110" y="1146958"/>
                  </a:lnTo>
                  <a:lnTo>
                    <a:pt x="1243842" y="1193101"/>
                  </a:lnTo>
                  <a:lnTo>
                    <a:pt x="1276575" y="1240306"/>
                  </a:lnTo>
                  <a:lnTo>
                    <a:pt x="1309308" y="1290710"/>
                  </a:lnTo>
                  <a:lnTo>
                    <a:pt x="1342040" y="1344086"/>
                  </a:lnTo>
                  <a:lnTo>
                    <a:pt x="1374773" y="1393893"/>
                  </a:lnTo>
                  <a:lnTo>
                    <a:pt x="1407506" y="1448007"/>
                  </a:lnTo>
                  <a:lnTo>
                    <a:pt x="1440238" y="1496508"/>
                  </a:lnTo>
                  <a:lnTo>
                    <a:pt x="1472971" y="1547279"/>
                  </a:lnTo>
                  <a:lnTo>
                    <a:pt x="1505704" y="1599845"/>
                  </a:lnTo>
                  <a:lnTo>
                    <a:pt x="1538437" y="1651951"/>
                  </a:lnTo>
                  <a:lnTo>
                    <a:pt x="1571169" y="1705224"/>
                  </a:lnTo>
                  <a:lnTo>
                    <a:pt x="1603902" y="1754014"/>
                  </a:lnTo>
                  <a:lnTo>
                    <a:pt x="1636635" y="1808792"/>
                  </a:lnTo>
                  <a:lnTo>
                    <a:pt x="1669367" y="1864610"/>
                  </a:lnTo>
                  <a:lnTo>
                    <a:pt x="1702100" y="1930982"/>
                  </a:lnTo>
                  <a:lnTo>
                    <a:pt x="1734833" y="1984464"/>
                  </a:lnTo>
                  <a:lnTo>
                    <a:pt x="1767566" y="2040924"/>
                  </a:lnTo>
                  <a:lnTo>
                    <a:pt x="1800298" y="2101237"/>
                  </a:lnTo>
                  <a:lnTo>
                    <a:pt x="1833031" y="2164785"/>
                  </a:lnTo>
                  <a:lnTo>
                    <a:pt x="1865764" y="2226973"/>
                  </a:lnTo>
                  <a:lnTo>
                    <a:pt x="1898496" y="2289094"/>
                  </a:lnTo>
                  <a:lnTo>
                    <a:pt x="1931229" y="2359066"/>
                  </a:lnTo>
                  <a:lnTo>
                    <a:pt x="1963962" y="2426310"/>
                  </a:lnTo>
                  <a:lnTo>
                    <a:pt x="1996694" y="2494838"/>
                  </a:lnTo>
                  <a:lnTo>
                    <a:pt x="2029427" y="2564297"/>
                  </a:lnTo>
                  <a:lnTo>
                    <a:pt x="2062160" y="2632188"/>
                  </a:lnTo>
                  <a:lnTo>
                    <a:pt x="2094893" y="2694106"/>
                  </a:lnTo>
                  <a:lnTo>
                    <a:pt x="2127625" y="2762864"/>
                  </a:lnTo>
                  <a:lnTo>
                    <a:pt x="2160358" y="2831864"/>
                  </a:lnTo>
                  <a:lnTo>
                    <a:pt x="2193091" y="2903045"/>
                  </a:lnTo>
                  <a:lnTo>
                    <a:pt x="2225823" y="2968371"/>
                  </a:lnTo>
                  <a:lnTo>
                    <a:pt x="2258556" y="3029468"/>
                  </a:lnTo>
                  <a:lnTo>
                    <a:pt x="2291289" y="3089314"/>
                  </a:lnTo>
                  <a:lnTo>
                    <a:pt x="2324022" y="3153021"/>
                  </a:lnTo>
                  <a:lnTo>
                    <a:pt x="2356754" y="3217461"/>
                  </a:lnTo>
                  <a:lnTo>
                    <a:pt x="2389487" y="3276039"/>
                  </a:lnTo>
                  <a:lnTo>
                    <a:pt x="2422220" y="3338296"/>
                  </a:lnTo>
                  <a:lnTo>
                    <a:pt x="2454952" y="3401314"/>
                  </a:lnTo>
                  <a:lnTo>
                    <a:pt x="2487685" y="3457314"/>
                  </a:lnTo>
                  <a:lnTo>
                    <a:pt x="2520418" y="3517418"/>
                  </a:lnTo>
                  <a:lnTo>
                    <a:pt x="2553150" y="3575765"/>
                  </a:lnTo>
                  <a:lnTo>
                    <a:pt x="2585883" y="3630705"/>
                  </a:lnTo>
                  <a:lnTo>
                    <a:pt x="2618616" y="3686338"/>
                  </a:lnTo>
                  <a:lnTo>
                    <a:pt x="2651349" y="3740448"/>
                  </a:lnTo>
                  <a:lnTo>
                    <a:pt x="2684081" y="3790301"/>
                  </a:lnTo>
                  <a:lnTo>
                    <a:pt x="2716814" y="3838223"/>
                  </a:lnTo>
                  <a:lnTo>
                    <a:pt x="2749547" y="3883882"/>
                  </a:lnTo>
                  <a:lnTo>
                    <a:pt x="2782279" y="3929127"/>
                  </a:lnTo>
                  <a:lnTo>
                    <a:pt x="2815012" y="3971073"/>
                  </a:lnTo>
                  <a:lnTo>
                    <a:pt x="2847745" y="4006441"/>
                  </a:lnTo>
                  <a:lnTo>
                    <a:pt x="2880477" y="4044497"/>
                  </a:lnTo>
                  <a:lnTo>
                    <a:pt x="2913210" y="4075751"/>
                  </a:lnTo>
                  <a:lnTo>
                    <a:pt x="2945943" y="4100670"/>
                  </a:lnTo>
                  <a:lnTo>
                    <a:pt x="2978676" y="4123456"/>
                  </a:lnTo>
                  <a:lnTo>
                    <a:pt x="3011408" y="4139319"/>
                  </a:lnTo>
                  <a:lnTo>
                    <a:pt x="3044141" y="4151607"/>
                  </a:lnTo>
                  <a:lnTo>
                    <a:pt x="3076874" y="4158837"/>
                  </a:lnTo>
                  <a:lnTo>
                    <a:pt x="3109606" y="4162588"/>
                  </a:lnTo>
                  <a:lnTo>
                    <a:pt x="3142339" y="4159439"/>
                  </a:lnTo>
                  <a:lnTo>
                    <a:pt x="3175072" y="4150649"/>
                  </a:lnTo>
                  <a:lnTo>
                    <a:pt x="3207805" y="4137836"/>
                  </a:lnTo>
                  <a:lnTo>
                    <a:pt x="3240537" y="4123165"/>
                  </a:lnTo>
                  <a:lnTo>
                    <a:pt x="3273270" y="4085227"/>
                  </a:lnTo>
                  <a:lnTo>
                    <a:pt x="3306003" y="3983926"/>
                  </a:lnTo>
                  <a:lnTo>
                    <a:pt x="3338735" y="3868531"/>
                  </a:lnTo>
                  <a:lnTo>
                    <a:pt x="3371468" y="3747050"/>
                  </a:lnTo>
                  <a:lnTo>
                    <a:pt x="3404201" y="3628350"/>
                  </a:lnTo>
                  <a:lnTo>
                    <a:pt x="3436933" y="3510071"/>
                  </a:lnTo>
                  <a:lnTo>
                    <a:pt x="3469666" y="3394790"/>
                  </a:lnTo>
                  <a:lnTo>
                    <a:pt x="3502399" y="3296956"/>
                  </a:lnTo>
                  <a:lnTo>
                    <a:pt x="3535132" y="3204237"/>
                  </a:lnTo>
                  <a:lnTo>
                    <a:pt x="3567864" y="3118324"/>
                  </a:lnTo>
                  <a:lnTo>
                    <a:pt x="3600597" y="3042050"/>
                  </a:lnTo>
                  <a:lnTo>
                    <a:pt x="3633330" y="2968906"/>
                  </a:lnTo>
                  <a:lnTo>
                    <a:pt x="3666062" y="2905016"/>
                  </a:lnTo>
                  <a:lnTo>
                    <a:pt x="3698795" y="2851138"/>
                  </a:lnTo>
                  <a:lnTo>
                    <a:pt x="3731528" y="2796377"/>
                  </a:lnTo>
                  <a:lnTo>
                    <a:pt x="3764261" y="2755482"/>
                  </a:lnTo>
                  <a:lnTo>
                    <a:pt x="3796993" y="2720785"/>
                  </a:lnTo>
                  <a:lnTo>
                    <a:pt x="3829726" y="2684933"/>
                  </a:lnTo>
                  <a:lnTo>
                    <a:pt x="3862459" y="2651110"/>
                  </a:lnTo>
                  <a:lnTo>
                    <a:pt x="3895191" y="2622456"/>
                  </a:lnTo>
                  <a:lnTo>
                    <a:pt x="3927924" y="2598444"/>
                  </a:lnTo>
                  <a:lnTo>
                    <a:pt x="3960657" y="2580645"/>
                  </a:lnTo>
                  <a:lnTo>
                    <a:pt x="3993389" y="2551625"/>
                  </a:lnTo>
                  <a:lnTo>
                    <a:pt x="4026122" y="2528689"/>
                  </a:lnTo>
                  <a:lnTo>
                    <a:pt x="4058855" y="2516225"/>
                  </a:lnTo>
                  <a:lnTo>
                    <a:pt x="4091588" y="2492637"/>
                  </a:lnTo>
                  <a:lnTo>
                    <a:pt x="4124320" y="2469790"/>
                  </a:lnTo>
                  <a:lnTo>
                    <a:pt x="4157053" y="2441460"/>
                  </a:lnTo>
                  <a:lnTo>
                    <a:pt x="4189786" y="2407796"/>
                  </a:lnTo>
                  <a:lnTo>
                    <a:pt x="4222518" y="2387431"/>
                  </a:lnTo>
                  <a:lnTo>
                    <a:pt x="4255251" y="2372036"/>
                  </a:lnTo>
                  <a:lnTo>
                    <a:pt x="4287984" y="2363361"/>
                  </a:lnTo>
                  <a:lnTo>
                    <a:pt x="4320716" y="2352943"/>
                  </a:lnTo>
                  <a:lnTo>
                    <a:pt x="4353449" y="2349226"/>
                  </a:lnTo>
                  <a:lnTo>
                    <a:pt x="4386182" y="2343530"/>
                  </a:lnTo>
                  <a:lnTo>
                    <a:pt x="4418915" y="2334930"/>
                  </a:lnTo>
                  <a:lnTo>
                    <a:pt x="4451647" y="2334388"/>
                  </a:lnTo>
                  <a:lnTo>
                    <a:pt x="4484380" y="2319502"/>
                  </a:lnTo>
                  <a:lnTo>
                    <a:pt x="4517113" y="2305785"/>
                  </a:lnTo>
                  <a:lnTo>
                    <a:pt x="4549845" y="2293473"/>
                  </a:lnTo>
                  <a:lnTo>
                    <a:pt x="4582578" y="2276988"/>
                  </a:lnTo>
                  <a:lnTo>
                    <a:pt x="4615311" y="2264184"/>
                  </a:lnTo>
                  <a:lnTo>
                    <a:pt x="4648044" y="2257659"/>
                  </a:lnTo>
                  <a:lnTo>
                    <a:pt x="4680776" y="2251528"/>
                  </a:lnTo>
                  <a:lnTo>
                    <a:pt x="4713509" y="2255963"/>
                  </a:lnTo>
                  <a:lnTo>
                    <a:pt x="4746242" y="2244402"/>
                  </a:lnTo>
                  <a:lnTo>
                    <a:pt x="4778974" y="2233096"/>
                  </a:lnTo>
                  <a:lnTo>
                    <a:pt x="4811707" y="2210734"/>
                  </a:lnTo>
                  <a:lnTo>
                    <a:pt x="4844440" y="2198214"/>
                  </a:lnTo>
                  <a:lnTo>
                    <a:pt x="4877172" y="2182864"/>
                  </a:lnTo>
                  <a:lnTo>
                    <a:pt x="4909905" y="2169088"/>
                  </a:lnTo>
                  <a:lnTo>
                    <a:pt x="4942638" y="2153001"/>
                  </a:lnTo>
                  <a:lnTo>
                    <a:pt x="4975371" y="2135635"/>
                  </a:lnTo>
                  <a:lnTo>
                    <a:pt x="5008103" y="2132953"/>
                  </a:lnTo>
                  <a:lnTo>
                    <a:pt x="5040836" y="2130609"/>
                  </a:lnTo>
                  <a:lnTo>
                    <a:pt x="5073569" y="2134365"/>
                  </a:lnTo>
                  <a:lnTo>
                    <a:pt x="5106301" y="2126257"/>
                  </a:lnTo>
                  <a:lnTo>
                    <a:pt x="5139034" y="2111218"/>
                  </a:lnTo>
                  <a:lnTo>
                    <a:pt x="5171767" y="2102437"/>
                  </a:lnTo>
                  <a:lnTo>
                    <a:pt x="5204500" y="2090536"/>
                  </a:lnTo>
                  <a:lnTo>
                    <a:pt x="5237232" y="2092016"/>
                  </a:lnTo>
                  <a:lnTo>
                    <a:pt x="5269965" y="2086236"/>
                  </a:lnTo>
                  <a:lnTo>
                    <a:pt x="5302698" y="2080710"/>
                  </a:lnTo>
                  <a:lnTo>
                    <a:pt x="5335430" y="2078395"/>
                  </a:lnTo>
                  <a:lnTo>
                    <a:pt x="5368163" y="2074768"/>
                  </a:lnTo>
                  <a:lnTo>
                    <a:pt x="5400896" y="2073293"/>
                  </a:lnTo>
                  <a:lnTo>
                    <a:pt x="5433628" y="2077153"/>
                  </a:lnTo>
                  <a:lnTo>
                    <a:pt x="5466361" y="2081180"/>
                  </a:lnTo>
                  <a:lnTo>
                    <a:pt x="5499094" y="2089646"/>
                  </a:lnTo>
                  <a:lnTo>
                    <a:pt x="5531827" y="2087508"/>
                  </a:lnTo>
                  <a:lnTo>
                    <a:pt x="5564559" y="2097000"/>
                  </a:lnTo>
                  <a:lnTo>
                    <a:pt x="5597292" y="2101136"/>
                  </a:lnTo>
                  <a:lnTo>
                    <a:pt x="5630025" y="2099221"/>
                  </a:lnTo>
                  <a:lnTo>
                    <a:pt x="5662757" y="2097803"/>
                  </a:lnTo>
                  <a:lnTo>
                    <a:pt x="5695490" y="2105655"/>
                  </a:lnTo>
                  <a:lnTo>
                    <a:pt x="5728223" y="2107830"/>
                  </a:lnTo>
                  <a:lnTo>
                    <a:pt x="5760955" y="2112522"/>
                  </a:lnTo>
                  <a:lnTo>
                    <a:pt x="5793688" y="2120543"/>
                  </a:lnTo>
                  <a:lnTo>
                    <a:pt x="5826421" y="2133028"/>
                  </a:lnTo>
                  <a:lnTo>
                    <a:pt x="5859154" y="2144490"/>
                  </a:lnTo>
                  <a:lnTo>
                    <a:pt x="5891886" y="2165588"/>
                  </a:lnTo>
                  <a:lnTo>
                    <a:pt x="5924619" y="2194907"/>
                  </a:lnTo>
                  <a:lnTo>
                    <a:pt x="5957352" y="2226728"/>
                  </a:lnTo>
                  <a:lnTo>
                    <a:pt x="5990084" y="2267172"/>
                  </a:lnTo>
                  <a:lnTo>
                    <a:pt x="6022817" y="2312151"/>
                  </a:lnTo>
                  <a:lnTo>
                    <a:pt x="6055550" y="2353055"/>
                  </a:lnTo>
                  <a:lnTo>
                    <a:pt x="6088283" y="2399724"/>
                  </a:lnTo>
                  <a:lnTo>
                    <a:pt x="6121015" y="2461883"/>
                  </a:lnTo>
                  <a:lnTo>
                    <a:pt x="6153748" y="2525636"/>
                  </a:lnTo>
                  <a:lnTo>
                    <a:pt x="6186481" y="2591592"/>
                  </a:lnTo>
                  <a:lnTo>
                    <a:pt x="6219213" y="2665464"/>
                  </a:lnTo>
                  <a:lnTo>
                    <a:pt x="6251946" y="2735666"/>
                  </a:lnTo>
                  <a:lnTo>
                    <a:pt x="6284679" y="2808949"/>
                  </a:lnTo>
                  <a:lnTo>
                    <a:pt x="6317411" y="2883781"/>
                  </a:lnTo>
                  <a:lnTo>
                    <a:pt x="6350144" y="2978411"/>
                  </a:lnTo>
                  <a:lnTo>
                    <a:pt x="6382877" y="3070585"/>
                  </a:lnTo>
                  <a:lnTo>
                    <a:pt x="6415610" y="3151102"/>
                  </a:lnTo>
                  <a:lnTo>
                    <a:pt x="6448342" y="3221609"/>
                  </a:lnTo>
                  <a:lnTo>
                    <a:pt x="6481075" y="3266537"/>
                  </a:lnTo>
                  <a:lnTo>
                    <a:pt x="6513808" y="3292809"/>
                  </a:lnTo>
                  <a:lnTo>
                    <a:pt x="6546540" y="3285670"/>
                  </a:lnTo>
                  <a:lnTo>
                    <a:pt x="6579273" y="3293957"/>
                  </a:lnTo>
                  <a:lnTo>
                    <a:pt x="6612006" y="3297132"/>
                  </a:lnTo>
                  <a:lnTo>
                    <a:pt x="6644739" y="3294561"/>
                  </a:lnTo>
                  <a:lnTo>
                    <a:pt x="6677471" y="3285972"/>
                  </a:lnTo>
                  <a:lnTo>
                    <a:pt x="6710204" y="3278249"/>
                  </a:lnTo>
                  <a:lnTo>
                    <a:pt x="6742937" y="3266120"/>
                  </a:lnTo>
                  <a:lnTo>
                    <a:pt x="6775669" y="3251041"/>
                  </a:lnTo>
                  <a:lnTo>
                    <a:pt x="6808402" y="3233738"/>
                  </a:lnTo>
                  <a:lnTo>
                    <a:pt x="6841135" y="3221891"/>
                  </a:lnTo>
                  <a:lnTo>
                    <a:pt x="6873867" y="3208862"/>
                  </a:lnTo>
                  <a:lnTo>
                    <a:pt x="6906600" y="3190574"/>
                  </a:lnTo>
                  <a:lnTo>
                    <a:pt x="6939333" y="3170381"/>
                  </a:lnTo>
                  <a:lnTo>
                    <a:pt x="6972066" y="3147364"/>
                  </a:lnTo>
                  <a:lnTo>
                    <a:pt x="7004798" y="3125965"/>
                  </a:lnTo>
                  <a:lnTo>
                    <a:pt x="7037531" y="3102447"/>
                  </a:lnTo>
                  <a:lnTo>
                    <a:pt x="7070264" y="3079002"/>
                  </a:lnTo>
                  <a:lnTo>
                    <a:pt x="7102996" y="3055633"/>
                  </a:lnTo>
                  <a:lnTo>
                    <a:pt x="7135729" y="3025246"/>
                  </a:lnTo>
                  <a:lnTo>
                    <a:pt x="7168462" y="2992775"/>
                  </a:lnTo>
                  <a:lnTo>
                    <a:pt x="7201194" y="2965163"/>
                  </a:lnTo>
                  <a:lnTo>
                    <a:pt x="7233927" y="2935096"/>
                  </a:lnTo>
                  <a:lnTo>
                    <a:pt x="7266660" y="2901194"/>
                  </a:lnTo>
                  <a:lnTo>
                    <a:pt x="7299393" y="2873096"/>
                  </a:lnTo>
                  <a:lnTo>
                    <a:pt x="7332125" y="2841788"/>
                  </a:lnTo>
                  <a:lnTo>
                    <a:pt x="7364858" y="2807047"/>
                  </a:lnTo>
                  <a:lnTo>
                    <a:pt x="7397591" y="2775978"/>
                  </a:lnTo>
                  <a:lnTo>
                    <a:pt x="7430323" y="2743253"/>
                  </a:lnTo>
                  <a:lnTo>
                    <a:pt x="7463056" y="2705567"/>
                  </a:lnTo>
                  <a:lnTo>
                    <a:pt x="7495789" y="2665661"/>
                  </a:lnTo>
                  <a:lnTo>
                    <a:pt x="7528522" y="2632774"/>
                  </a:lnTo>
                  <a:lnTo>
                    <a:pt x="7561254" y="2596833"/>
                  </a:lnTo>
                  <a:lnTo>
                    <a:pt x="7593987" y="2560953"/>
                  </a:lnTo>
                  <a:lnTo>
                    <a:pt x="7626720" y="2523883"/>
                  </a:lnTo>
                  <a:lnTo>
                    <a:pt x="7659452" y="2489699"/>
                  </a:lnTo>
                  <a:lnTo>
                    <a:pt x="7692185" y="2457541"/>
                  </a:lnTo>
                  <a:lnTo>
                    <a:pt x="7724918" y="2430180"/>
                  </a:lnTo>
                  <a:lnTo>
                    <a:pt x="7757650" y="2397329"/>
                  </a:lnTo>
                  <a:lnTo>
                    <a:pt x="7790383" y="2364042"/>
                  </a:lnTo>
                  <a:lnTo>
                    <a:pt x="7823116" y="2330452"/>
                  </a:lnTo>
                  <a:lnTo>
                    <a:pt x="7855849" y="2296368"/>
                  </a:lnTo>
                  <a:lnTo>
                    <a:pt x="7888581" y="2266697"/>
                  </a:lnTo>
                  <a:lnTo>
                    <a:pt x="7921314" y="2230171"/>
                  </a:lnTo>
                  <a:lnTo>
                    <a:pt x="7954047" y="2195187"/>
                  </a:lnTo>
                  <a:lnTo>
                    <a:pt x="7986779" y="2161961"/>
                  </a:lnTo>
                  <a:lnTo>
                    <a:pt x="8019512" y="2125592"/>
                  </a:lnTo>
                  <a:lnTo>
                    <a:pt x="8052245" y="2094470"/>
                  </a:lnTo>
                  <a:lnTo>
                    <a:pt x="8084978" y="2058295"/>
                  </a:lnTo>
                  <a:lnTo>
                    <a:pt x="8117710" y="2022391"/>
                  </a:lnTo>
                  <a:lnTo>
                    <a:pt x="8150443" y="1991370"/>
                  </a:lnTo>
                  <a:lnTo>
                    <a:pt x="8183176" y="1962597"/>
                  </a:lnTo>
                  <a:lnTo>
                    <a:pt x="8215908" y="1933460"/>
                  </a:lnTo>
                  <a:lnTo>
                    <a:pt x="8248641" y="1902615"/>
                  </a:lnTo>
                  <a:lnTo>
                    <a:pt x="8281374" y="1866024"/>
                  </a:lnTo>
                  <a:lnTo>
                    <a:pt x="8314106" y="1833341"/>
                  </a:lnTo>
                  <a:lnTo>
                    <a:pt x="8346839" y="1799879"/>
                  </a:lnTo>
                  <a:lnTo>
                    <a:pt x="8379572" y="1764238"/>
                  </a:lnTo>
                  <a:lnTo>
                    <a:pt x="8412305" y="1736346"/>
                  </a:lnTo>
                  <a:lnTo>
                    <a:pt x="8445037" y="1702755"/>
                  </a:lnTo>
                  <a:lnTo>
                    <a:pt x="8477770" y="1670003"/>
                  </a:lnTo>
                  <a:lnTo>
                    <a:pt x="8510503" y="1645961"/>
                  </a:lnTo>
                  <a:lnTo>
                    <a:pt x="8543235" y="1611287"/>
                  </a:lnTo>
                  <a:lnTo>
                    <a:pt x="8575968" y="1579421"/>
                  </a:lnTo>
                  <a:lnTo>
                    <a:pt x="8608701" y="1548081"/>
                  </a:lnTo>
                  <a:lnTo>
                    <a:pt x="8641433" y="1517899"/>
                  </a:lnTo>
                  <a:lnTo>
                    <a:pt x="8674166" y="1480723"/>
                  </a:lnTo>
                  <a:lnTo>
                    <a:pt x="8706899" y="1450437"/>
                  </a:lnTo>
                  <a:lnTo>
                    <a:pt x="8739632" y="1421029"/>
                  </a:lnTo>
                  <a:lnTo>
                    <a:pt x="8772364" y="1390184"/>
                  </a:lnTo>
                  <a:lnTo>
                    <a:pt x="8805097" y="1363682"/>
                  </a:lnTo>
                  <a:lnTo>
                    <a:pt x="8837830" y="1329137"/>
                  </a:lnTo>
                  <a:lnTo>
                    <a:pt x="8870562" y="1290212"/>
                  </a:lnTo>
                  <a:lnTo>
                    <a:pt x="8903295" y="1265998"/>
                  </a:lnTo>
                  <a:lnTo>
                    <a:pt x="8936028" y="1239119"/>
                  </a:lnTo>
                  <a:lnTo>
                    <a:pt x="8968761" y="1209569"/>
                  </a:lnTo>
                  <a:lnTo>
                    <a:pt x="9001493" y="1178914"/>
                  </a:lnTo>
                  <a:lnTo>
                    <a:pt x="9034226" y="1149317"/>
                  </a:lnTo>
                  <a:lnTo>
                    <a:pt x="9066959" y="1127540"/>
                  </a:lnTo>
                  <a:lnTo>
                    <a:pt x="9099691" y="1101229"/>
                  </a:lnTo>
                  <a:lnTo>
                    <a:pt x="9132424" y="1069039"/>
                  </a:lnTo>
                  <a:lnTo>
                    <a:pt x="9165157" y="1050302"/>
                  </a:lnTo>
                  <a:lnTo>
                    <a:pt x="9197889" y="1025044"/>
                  </a:lnTo>
                  <a:lnTo>
                    <a:pt x="9230622" y="1004958"/>
                  </a:lnTo>
                  <a:lnTo>
                    <a:pt x="9263355" y="981736"/>
                  </a:lnTo>
                  <a:lnTo>
                    <a:pt x="9296088" y="954510"/>
                  </a:lnTo>
                  <a:lnTo>
                    <a:pt x="9328820" y="936630"/>
                  </a:lnTo>
                  <a:lnTo>
                    <a:pt x="9361553" y="919099"/>
                  </a:lnTo>
                  <a:lnTo>
                    <a:pt x="9394286" y="899770"/>
                  </a:lnTo>
                  <a:lnTo>
                    <a:pt x="9427018" y="879209"/>
                  </a:lnTo>
                  <a:lnTo>
                    <a:pt x="9459751" y="859849"/>
                  </a:lnTo>
                  <a:lnTo>
                    <a:pt x="9492484" y="841772"/>
                  </a:lnTo>
                  <a:lnTo>
                    <a:pt x="9525217" y="825092"/>
                  </a:lnTo>
                  <a:lnTo>
                    <a:pt x="9557949" y="805926"/>
                  </a:lnTo>
                  <a:lnTo>
                    <a:pt x="9590682" y="785268"/>
                  </a:lnTo>
                  <a:lnTo>
                    <a:pt x="9623415" y="765213"/>
                  </a:lnTo>
                  <a:lnTo>
                    <a:pt x="9656147" y="754286"/>
                  </a:lnTo>
                  <a:lnTo>
                    <a:pt x="9688880" y="735542"/>
                  </a:lnTo>
                  <a:lnTo>
                    <a:pt x="9721613" y="712443"/>
                  </a:lnTo>
                  <a:lnTo>
                    <a:pt x="9754345" y="686074"/>
                  </a:lnTo>
                  <a:lnTo>
                    <a:pt x="9787078" y="672403"/>
                  </a:lnTo>
                </a:path>
              </a:pathLst>
            </a:custGeom>
            <a:ln w="40651" cap="flat">
              <a:solidFill>
                <a:srgbClr val="386C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030967" y="2868747"/>
              <a:ext cx="9787078" cy="3528078"/>
            </a:xfrm>
            <a:custGeom>
              <a:avLst/>
              <a:pathLst>
                <a:path w="9787078" h="3528078">
                  <a:moveTo>
                    <a:pt x="0" y="0"/>
                  </a:moveTo>
                  <a:lnTo>
                    <a:pt x="32732" y="15546"/>
                  </a:lnTo>
                  <a:lnTo>
                    <a:pt x="65465" y="30892"/>
                  </a:lnTo>
                  <a:lnTo>
                    <a:pt x="98198" y="46428"/>
                  </a:lnTo>
                  <a:lnTo>
                    <a:pt x="130930" y="63521"/>
                  </a:lnTo>
                  <a:lnTo>
                    <a:pt x="163663" y="82152"/>
                  </a:lnTo>
                  <a:lnTo>
                    <a:pt x="196396" y="101796"/>
                  </a:lnTo>
                  <a:lnTo>
                    <a:pt x="229128" y="119402"/>
                  </a:lnTo>
                  <a:lnTo>
                    <a:pt x="261861" y="137947"/>
                  </a:lnTo>
                  <a:lnTo>
                    <a:pt x="294594" y="151784"/>
                  </a:lnTo>
                  <a:lnTo>
                    <a:pt x="327327" y="168329"/>
                  </a:lnTo>
                  <a:lnTo>
                    <a:pt x="360059" y="186074"/>
                  </a:lnTo>
                  <a:lnTo>
                    <a:pt x="392792" y="209003"/>
                  </a:lnTo>
                  <a:lnTo>
                    <a:pt x="425525" y="220458"/>
                  </a:lnTo>
                  <a:lnTo>
                    <a:pt x="458257" y="240482"/>
                  </a:lnTo>
                  <a:lnTo>
                    <a:pt x="490990" y="259746"/>
                  </a:lnTo>
                  <a:lnTo>
                    <a:pt x="523723" y="285153"/>
                  </a:lnTo>
                  <a:lnTo>
                    <a:pt x="556455" y="307284"/>
                  </a:lnTo>
                  <a:lnTo>
                    <a:pt x="589188" y="332425"/>
                  </a:lnTo>
                  <a:lnTo>
                    <a:pt x="621921" y="350718"/>
                  </a:lnTo>
                  <a:lnTo>
                    <a:pt x="654654" y="371124"/>
                  </a:lnTo>
                  <a:lnTo>
                    <a:pt x="687386" y="396607"/>
                  </a:lnTo>
                  <a:lnTo>
                    <a:pt x="720119" y="425848"/>
                  </a:lnTo>
                  <a:lnTo>
                    <a:pt x="752852" y="451134"/>
                  </a:lnTo>
                  <a:lnTo>
                    <a:pt x="785584" y="479822"/>
                  </a:lnTo>
                  <a:lnTo>
                    <a:pt x="818317" y="505008"/>
                  </a:lnTo>
                  <a:lnTo>
                    <a:pt x="851050" y="529545"/>
                  </a:lnTo>
                  <a:lnTo>
                    <a:pt x="883783" y="557538"/>
                  </a:lnTo>
                  <a:lnTo>
                    <a:pt x="916515" y="585714"/>
                  </a:lnTo>
                  <a:lnTo>
                    <a:pt x="949248" y="611661"/>
                  </a:lnTo>
                  <a:lnTo>
                    <a:pt x="981981" y="645837"/>
                  </a:lnTo>
                  <a:lnTo>
                    <a:pt x="1014713" y="681688"/>
                  </a:lnTo>
                  <a:lnTo>
                    <a:pt x="1047446" y="715483"/>
                  </a:lnTo>
                  <a:lnTo>
                    <a:pt x="1080179" y="751541"/>
                  </a:lnTo>
                  <a:lnTo>
                    <a:pt x="1112911" y="788179"/>
                  </a:lnTo>
                  <a:lnTo>
                    <a:pt x="1145644" y="823735"/>
                  </a:lnTo>
                  <a:lnTo>
                    <a:pt x="1178377" y="858691"/>
                  </a:lnTo>
                  <a:lnTo>
                    <a:pt x="1211110" y="896839"/>
                  </a:lnTo>
                  <a:lnTo>
                    <a:pt x="1243842" y="928219"/>
                  </a:lnTo>
                  <a:lnTo>
                    <a:pt x="1276575" y="964467"/>
                  </a:lnTo>
                  <a:lnTo>
                    <a:pt x="1309308" y="1003287"/>
                  </a:lnTo>
                  <a:lnTo>
                    <a:pt x="1342040" y="1041513"/>
                  </a:lnTo>
                  <a:lnTo>
                    <a:pt x="1374773" y="1086026"/>
                  </a:lnTo>
                  <a:lnTo>
                    <a:pt x="1407506" y="1134870"/>
                  </a:lnTo>
                  <a:lnTo>
                    <a:pt x="1440238" y="1179659"/>
                  </a:lnTo>
                  <a:lnTo>
                    <a:pt x="1472971" y="1221837"/>
                  </a:lnTo>
                  <a:lnTo>
                    <a:pt x="1505704" y="1267675"/>
                  </a:lnTo>
                  <a:lnTo>
                    <a:pt x="1538437" y="1314390"/>
                  </a:lnTo>
                  <a:lnTo>
                    <a:pt x="1571169" y="1358782"/>
                  </a:lnTo>
                  <a:lnTo>
                    <a:pt x="1603902" y="1400122"/>
                  </a:lnTo>
                  <a:lnTo>
                    <a:pt x="1636635" y="1450113"/>
                  </a:lnTo>
                  <a:lnTo>
                    <a:pt x="1669367" y="1497756"/>
                  </a:lnTo>
                  <a:lnTo>
                    <a:pt x="1702100" y="1547526"/>
                  </a:lnTo>
                  <a:lnTo>
                    <a:pt x="1734833" y="1602450"/>
                  </a:lnTo>
                  <a:lnTo>
                    <a:pt x="1767566" y="1656109"/>
                  </a:lnTo>
                  <a:lnTo>
                    <a:pt x="1800298" y="1709449"/>
                  </a:lnTo>
                  <a:lnTo>
                    <a:pt x="1833031" y="1761460"/>
                  </a:lnTo>
                  <a:lnTo>
                    <a:pt x="1865764" y="1815085"/>
                  </a:lnTo>
                  <a:lnTo>
                    <a:pt x="1898496" y="1873445"/>
                  </a:lnTo>
                  <a:lnTo>
                    <a:pt x="1931229" y="1929066"/>
                  </a:lnTo>
                  <a:lnTo>
                    <a:pt x="1963962" y="1991708"/>
                  </a:lnTo>
                  <a:lnTo>
                    <a:pt x="1996694" y="2049186"/>
                  </a:lnTo>
                  <a:lnTo>
                    <a:pt x="2029427" y="2110896"/>
                  </a:lnTo>
                  <a:lnTo>
                    <a:pt x="2062160" y="2164701"/>
                  </a:lnTo>
                  <a:lnTo>
                    <a:pt x="2094893" y="2222285"/>
                  </a:lnTo>
                  <a:lnTo>
                    <a:pt x="2127625" y="2283931"/>
                  </a:lnTo>
                  <a:lnTo>
                    <a:pt x="2160358" y="2345308"/>
                  </a:lnTo>
                  <a:lnTo>
                    <a:pt x="2193091" y="2408022"/>
                  </a:lnTo>
                  <a:lnTo>
                    <a:pt x="2225823" y="2470658"/>
                  </a:lnTo>
                  <a:lnTo>
                    <a:pt x="2258556" y="2530260"/>
                  </a:lnTo>
                  <a:lnTo>
                    <a:pt x="2291289" y="2588677"/>
                  </a:lnTo>
                  <a:lnTo>
                    <a:pt x="2324022" y="2647595"/>
                  </a:lnTo>
                  <a:lnTo>
                    <a:pt x="2356754" y="2705013"/>
                  </a:lnTo>
                  <a:lnTo>
                    <a:pt x="2389487" y="2760348"/>
                  </a:lnTo>
                  <a:lnTo>
                    <a:pt x="2422220" y="2816524"/>
                  </a:lnTo>
                  <a:lnTo>
                    <a:pt x="2454952" y="2879989"/>
                  </a:lnTo>
                  <a:lnTo>
                    <a:pt x="2487685" y="2936317"/>
                  </a:lnTo>
                  <a:lnTo>
                    <a:pt x="2520418" y="2990721"/>
                  </a:lnTo>
                  <a:lnTo>
                    <a:pt x="2553150" y="3044008"/>
                  </a:lnTo>
                  <a:lnTo>
                    <a:pt x="2585883" y="3093249"/>
                  </a:lnTo>
                  <a:lnTo>
                    <a:pt x="2618616" y="3141418"/>
                  </a:lnTo>
                  <a:lnTo>
                    <a:pt x="2651349" y="3191875"/>
                  </a:lnTo>
                  <a:lnTo>
                    <a:pt x="2684081" y="3236650"/>
                  </a:lnTo>
                  <a:lnTo>
                    <a:pt x="2716814" y="3279787"/>
                  </a:lnTo>
                  <a:lnTo>
                    <a:pt x="2749547" y="3317611"/>
                  </a:lnTo>
                  <a:lnTo>
                    <a:pt x="2782279" y="3356013"/>
                  </a:lnTo>
                  <a:lnTo>
                    <a:pt x="2815012" y="3396086"/>
                  </a:lnTo>
                  <a:lnTo>
                    <a:pt x="2847745" y="3430529"/>
                  </a:lnTo>
                  <a:lnTo>
                    <a:pt x="2880477" y="3456717"/>
                  </a:lnTo>
                  <a:lnTo>
                    <a:pt x="2913210" y="3482098"/>
                  </a:lnTo>
                  <a:lnTo>
                    <a:pt x="2945943" y="3503755"/>
                  </a:lnTo>
                  <a:lnTo>
                    <a:pt x="2978676" y="3517817"/>
                  </a:lnTo>
                  <a:lnTo>
                    <a:pt x="3011408" y="3527369"/>
                  </a:lnTo>
                  <a:lnTo>
                    <a:pt x="3044141" y="3528078"/>
                  </a:lnTo>
                  <a:lnTo>
                    <a:pt x="3076874" y="3521117"/>
                  </a:lnTo>
                  <a:lnTo>
                    <a:pt x="3109606" y="3510085"/>
                  </a:lnTo>
                  <a:lnTo>
                    <a:pt x="3142339" y="3488963"/>
                  </a:lnTo>
                  <a:lnTo>
                    <a:pt x="3175072" y="3458468"/>
                  </a:lnTo>
                  <a:lnTo>
                    <a:pt x="3207805" y="3416053"/>
                  </a:lnTo>
                  <a:lnTo>
                    <a:pt x="3240537" y="3366500"/>
                  </a:lnTo>
                  <a:lnTo>
                    <a:pt x="3273270" y="3242210"/>
                  </a:lnTo>
                  <a:lnTo>
                    <a:pt x="3306003" y="2997481"/>
                  </a:lnTo>
                  <a:lnTo>
                    <a:pt x="3338735" y="2718812"/>
                  </a:lnTo>
                  <a:lnTo>
                    <a:pt x="3371468" y="2445581"/>
                  </a:lnTo>
                  <a:lnTo>
                    <a:pt x="3404201" y="2202354"/>
                  </a:lnTo>
                  <a:lnTo>
                    <a:pt x="3436933" y="1971179"/>
                  </a:lnTo>
                  <a:lnTo>
                    <a:pt x="3469666" y="1767233"/>
                  </a:lnTo>
                  <a:lnTo>
                    <a:pt x="3502399" y="1591422"/>
                  </a:lnTo>
                  <a:lnTo>
                    <a:pt x="3535132" y="1441822"/>
                  </a:lnTo>
                  <a:lnTo>
                    <a:pt x="3567864" y="1311860"/>
                  </a:lnTo>
                  <a:lnTo>
                    <a:pt x="3600597" y="1206823"/>
                  </a:lnTo>
                  <a:lnTo>
                    <a:pt x="3633330" y="1099248"/>
                  </a:lnTo>
                  <a:lnTo>
                    <a:pt x="3666062" y="1012443"/>
                  </a:lnTo>
                  <a:lnTo>
                    <a:pt x="3698795" y="941039"/>
                  </a:lnTo>
                  <a:lnTo>
                    <a:pt x="3731528" y="884733"/>
                  </a:lnTo>
                  <a:lnTo>
                    <a:pt x="3764261" y="845885"/>
                  </a:lnTo>
                  <a:lnTo>
                    <a:pt x="3796993" y="816160"/>
                  </a:lnTo>
                  <a:lnTo>
                    <a:pt x="3829726" y="802623"/>
                  </a:lnTo>
                  <a:lnTo>
                    <a:pt x="3862459" y="806360"/>
                  </a:lnTo>
                  <a:lnTo>
                    <a:pt x="3895191" y="801469"/>
                  </a:lnTo>
                  <a:lnTo>
                    <a:pt x="3927924" y="790787"/>
                  </a:lnTo>
                  <a:lnTo>
                    <a:pt x="3960657" y="779823"/>
                  </a:lnTo>
                  <a:lnTo>
                    <a:pt x="3993389" y="773201"/>
                  </a:lnTo>
                  <a:lnTo>
                    <a:pt x="4026122" y="767034"/>
                  </a:lnTo>
                  <a:lnTo>
                    <a:pt x="4058855" y="765506"/>
                  </a:lnTo>
                  <a:lnTo>
                    <a:pt x="4091588" y="756402"/>
                  </a:lnTo>
                  <a:lnTo>
                    <a:pt x="4124320" y="748765"/>
                  </a:lnTo>
                  <a:lnTo>
                    <a:pt x="4157053" y="746960"/>
                  </a:lnTo>
                  <a:lnTo>
                    <a:pt x="4189786" y="745200"/>
                  </a:lnTo>
                  <a:lnTo>
                    <a:pt x="4222518" y="738836"/>
                  </a:lnTo>
                  <a:lnTo>
                    <a:pt x="4255251" y="744142"/>
                  </a:lnTo>
                  <a:lnTo>
                    <a:pt x="4287984" y="749185"/>
                  </a:lnTo>
                  <a:lnTo>
                    <a:pt x="4320716" y="750815"/>
                  </a:lnTo>
                  <a:lnTo>
                    <a:pt x="4353449" y="762040"/>
                  </a:lnTo>
                  <a:lnTo>
                    <a:pt x="4386182" y="776791"/>
                  </a:lnTo>
                  <a:lnTo>
                    <a:pt x="4418915" y="790090"/>
                  </a:lnTo>
                  <a:lnTo>
                    <a:pt x="4451647" y="803349"/>
                  </a:lnTo>
                  <a:lnTo>
                    <a:pt x="4484380" y="821658"/>
                  </a:lnTo>
                  <a:lnTo>
                    <a:pt x="4517113" y="844370"/>
                  </a:lnTo>
                  <a:lnTo>
                    <a:pt x="4549845" y="855110"/>
                  </a:lnTo>
                  <a:lnTo>
                    <a:pt x="4582578" y="851546"/>
                  </a:lnTo>
                  <a:lnTo>
                    <a:pt x="4615311" y="855543"/>
                  </a:lnTo>
                  <a:lnTo>
                    <a:pt x="4648044" y="860834"/>
                  </a:lnTo>
                  <a:lnTo>
                    <a:pt x="4680776" y="852124"/>
                  </a:lnTo>
                  <a:lnTo>
                    <a:pt x="4713509" y="861074"/>
                  </a:lnTo>
                  <a:lnTo>
                    <a:pt x="4746242" y="870966"/>
                  </a:lnTo>
                  <a:lnTo>
                    <a:pt x="4778974" y="859620"/>
                  </a:lnTo>
                  <a:lnTo>
                    <a:pt x="4811707" y="853266"/>
                  </a:lnTo>
                  <a:lnTo>
                    <a:pt x="4844440" y="849561"/>
                  </a:lnTo>
                  <a:lnTo>
                    <a:pt x="4877172" y="850747"/>
                  </a:lnTo>
                  <a:lnTo>
                    <a:pt x="4909905" y="855616"/>
                  </a:lnTo>
                  <a:lnTo>
                    <a:pt x="4942638" y="851663"/>
                  </a:lnTo>
                  <a:lnTo>
                    <a:pt x="4975371" y="835208"/>
                  </a:lnTo>
                  <a:lnTo>
                    <a:pt x="5008103" y="838863"/>
                  </a:lnTo>
                  <a:lnTo>
                    <a:pt x="5040836" y="847838"/>
                  </a:lnTo>
                  <a:lnTo>
                    <a:pt x="5073569" y="842785"/>
                  </a:lnTo>
                  <a:lnTo>
                    <a:pt x="5106301" y="832958"/>
                  </a:lnTo>
                  <a:lnTo>
                    <a:pt x="5139034" y="828380"/>
                  </a:lnTo>
                  <a:lnTo>
                    <a:pt x="5171767" y="832495"/>
                  </a:lnTo>
                  <a:lnTo>
                    <a:pt x="5204500" y="846674"/>
                  </a:lnTo>
                  <a:lnTo>
                    <a:pt x="5237232" y="854288"/>
                  </a:lnTo>
                  <a:lnTo>
                    <a:pt x="5269965" y="865142"/>
                  </a:lnTo>
                  <a:lnTo>
                    <a:pt x="5302698" y="873023"/>
                  </a:lnTo>
                  <a:lnTo>
                    <a:pt x="5335430" y="878365"/>
                  </a:lnTo>
                  <a:lnTo>
                    <a:pt x="5368163" y="877748"/>
                  </a:lnTo>
                  <a:lnTo>
                    <a:pt x="5400896" y="875329"/>
                  </a:lnTo>
                  <a:lnTo>
                    <a:pt x="5433628" y="880363"/>
                  </a:lnTo>
                  <a:lnTo>
                    <a:pt x="5466361" y="889270"/>
                  </a:lnTo>
                  <a:lnTo>
                    <a:pt x="5499094" y="907023"/>
                  </a:lnTo>
                  <a:lnTo>
                    <a:pt x="5531827" y="927771"/>
                  </a:lnTo>
                  <a:lnTo>
                    <a:pt x="5564559" y="957281"/>
                  </a:lnTo>
                  <a:lnTo>
                    <a:pt x="5597292" y="981411"/>
                  </a:lnTo>
                  <a:lnTo>
                    <a:pt x="5630025" y="1000954"/>
                  </a:lnTo>
                  <a:lnTo>
                    <a:pt x="5662757" y="1012823"/>
                  </a:lnTo>
                  <a:lnTo>
                    <a:pt x="5695490" y="1025314"/>
                  </a:lnTo>
                  <a:lnTo>
                    <a:pt x="5728223" y="1047865"/>
                  </a:lnTo>
                  <a:lnTo>
                    <a:pt x="5760955" y="1064356"/>
                  </a:lnTo>
                  <a:lnTo>
                    <a:pt x="5793688" y="1093787"/>
                  </a:lnTo>
                  <a:lnTo>
                    <a:pt x="5826421" y="1119403"/>
                  </a:lnTo>
                  <a:lnTo>
                    <a:pt x="5859154" y="1154002"/>
                  </a:lnTo>
                  <a:lnTo>
                    <a:pt x="5891886" y="1190320"/>
                  </a:lnTo>
                  <a:lnTo>
                    <a:pt x="5924619" y="1228846"/>
                  </a:lnTo>
                  <a:lnTo>
                    <a:pt x="5957352" y="1276696"/>
                  </a:lnTo>
                  <a:lnTo>
                    <a:pt x="5990084" y="1331928"/>
                  </a:lnTo>
                  <a:lnTo>
                    <a:pt x="6022817" y="1393369"/>
                  </a:lnTo>
                  <a:lnTo>
                    <a:pt x="6055550" y="1452305"/>
                  </a:lnTo>
                  <a:lnTo>
                    <a:pt x="6088283" y="1524092"/>
                  </a:lnTo>
                  <a:lnTo>
                    <a:pt x="6121015" y="1603283"/>
                  </a:lnTo>
                  <a:lnTo>
                    <a:pt x="6153748" y="1687921"/>
                  </a:lnTo>
                  <a:lnTo>
                    <a:pt x="6186481" y="1767442"/>
                  </a:lnTo>
                  <a:lnTo>
                    <a:pt x="6219213" y="1863758"/>
                  </a:lnTo>
                  <a:lnTo>
                    <a:pt x="6251946" y="1968908"/>
                  </a:lnTo>
                  <a:lnTo>
                    <a:pt x="6284679" y="2080792"/>
                  </a:lnTo>
                  <a:lnTo>
                    <a:pt x="6317411" y="2190845"/>
                  </a:lnTo>
                  <a:lnTo>
                    <a:pt x="6350144" y="2298862"/>
                  </a:lnTo>
                  <a:lnTo>
                    <a:pt x="6382877" y="2417232"/>
                  </a:lnTo>
                  <a:lnTo>
                    <a:pt x="6415610" y="2523626"/>
                  </a:lnTo>
                  <a:lnTo>
                    <a:pt x="6448342" y="2616733"/>
                  </a:lnTo>
                  <a:lnTo>
                    <a:pt x="6481075" y="2686841"/>
                  </a:lnTo>
                  <a:lnTo>
                    <a:pt x="6513808" y="2725815"/>
                  </a:lnTo>
                  <a:lnTo>
                    <a:pt x="6546540" y="2736836"/>
                  </a:lnTo>
                  <a:lnTo>
                    <a:pt x="6579273" y="2743561"/>
                  </a:lnTo>
                  <a:lnTo>
                    <a:pt x="6612006" y="2750122"/>
                  </a:lnTo>
                  <a:lnTo>
                    <a:pt x="6644739" y="2751350"/>
                  </a:lnTo>
                  <a:lnTo>
                    <a:pt x="6677471" y="2744492"/>
                  </a:lnTo>
                  <a:lnTo>
                    <a:pt x="6710204" y="2739278"/>
                  </a:lnTo>
                  <a:lnTo>
                    <a:pt x="6742937" y="2733632"/>
                  </a:lnTo>
                  <a:lnTo>
                    <a:pt x="6775669" y="2721409"/>
                  </a:lnTo>
                  <a:lnTo>
                    <a:pt x="6808402" y="2706773"/>
                  </a:lnTo>
                  <a:lnTo>
                    <a:pt x="6841135" y="2690144"/>
                  </a:lnTo>
                  <a:lnTo>
                    <a:pt x="6873867" y="2672406"/>
                  </a:lnTo>
                  <a:lnTo>
                    <a:pt x="6906600" y="2650278"/>
                  </a:lnTo>
                  <a:lnTo>
                    <a:pt x="6939333" y="2632485"/>
                  </a:lnTo>
                  <a:lnTo>
                    <a:pt x="6972066" y="2614989"/>
                  </a:lnTo>
                  <a:lnTo>
                    <a:pt x="7004798" y="2594645"/>
                  </a:lnTo>
                  <a:lnTo>
                    <a:pt x="7037531" y="2567779"/>
                  </a:lnTo>
                  <a:lnTo>
                    <a:pt x="7070264" y="2544695"/>
                  </a:lnTo>
                  <a:lnTo>
                    <a:pt x="7102996" y="2524301"/>
                  </a:lnTo>
                  <a:lnTo>
                    <a:pt x="7135729" y="2493549"/>
                  </a:lnTo>
                  <a:lnTo>
                    <a:pt x="7168462" y="2465501"/>
                  </a:lnTo>
                  <a:lnTo>
                    <a:pt x="7201194" y="2434917"/>
                  </a:lnTo>
                  <a:lnTo>
                    <a:pt x="7233927" y="2406645"/>
                  </a:lnTo>
                  <a:lnTo>
                    <a:pt x="7266660" y="2378015"/>
                  </a:lnTo>
                  <a:lnTo>
                    <a:pt x="7299393" y="2351943"/>
                  </a:lnTo>
                  <a:lnTo>
                    <a:pt x="7332125" y="2320083"/>
                  </a:lnTo>
                  <a:lnTo>
                    <a:pt x="7364858" y="2288440"/>
                  </a:lnTo>
                  <a:lnTo>
                    <a:pt x="7397591" y="2253501"/>
                  </a:lnTo>
                  <a:lnTo>
                    <a:pt x="7430323" y="2219820"/>
                  </a:lnTo>
                  <a:lnTo>
                    <a:pt x="7463056" y="2194066"/>
                  </a:lnTo>
                  <a:lnTo>
                    <a:pt x="7495789" y="2168072"/>
                  </a:lnTo>
                  <a:lnTo>
                    <a:pt x="7528522" y="2134912"/>
                  </a:lnTo>
                  <a:lnTo>
                    <a:pt x="7561254" y="2109709"/>
                  </a:lnTo>
                  <a:lnTo>
                    <a:pt x="7593987" y="2080663"/>
                  </a:lnTo>
                  <a:lnTo>
                    <a:pt x="7626720" y="2048156"/>
                  </a:lnTo>
                  <a:lnTo>
                    <a:pt x="7659452" y="2021130"/>
                  </a:lnTo>
                  <a:lnTo>
                    <a:pt x="7692185" y="1993113"/>
                  </a:lnTo>
                  <a:lnTo>
                    <a:pt x="7724918" y="1966708"/>
                  </a:lnTo>
                  <a:lnTo>
                    <a:pt x="7757650" y="1941544"/>
                  </a:lnTo>
                  <a:lnTo>
                    <a:pt x="7790383" y="1911347"/>
                  </a:lnTo>
                  <a:lnTo>
                    <a:pt x="7823116" y="1885699"/>
                  </a:lnTo>
                  <a:lnTo>
                    <a:pt x="7855849" y="1860735"/>
                  </a:lnTo>
                  <a:lnTo>
                    <a:pt x="7888581" y="1831579"/>
                  </a:lnTo>
                  <a:lnTo>
                    <a:pt x="7921314" y="1798174"/>
                  </a:lnTo>
                  <a:lnTo>
                    <a:pt x="7954047" y="1775278"/>
                  </a:lnTo>
                  <a:lnTo>
                    <a:pt x="7986779" y="1748364"/>
                  </a:lnTo>
                  <a:lnTo>
                    <a:pt x="8019512" y="1720511"/>
                  </a:lnTo>
                  <a:lnTo>
                    <a:pt x="8052245" y="1699234"/>
                  </a:lnTo>
                  <a:lnTo>
                    <a:pt x="8084978" y="1666285"/>
                  </a:lnTo>
                  <a:lnTo>
                    <a:pt x="8117710" y="1641692"/>
                  </a:lnTo>
                  <a:lnTo>
                    <a:pt x="8150443" y="1614984"/>
                  </a:lnTo>
                  <a:lnTo>
                    <a:pt x="8183176" y="1594273"/>
                  </a:lnTo>
                  <a:lnTo>
                    <a:pt x="8215908" y="1568731"/>
                  </a:lnTo>
                  <a:lnTo>
                    <a:pt x="8248641" y="1544868"/>
                  </a:lnTo>
                  <a:lnTo>
                    <a:pt x="8281374" y="1516497"/>
                  </a:lnTo>
                  <a:lnTo>
                    <a:pt x="8314106" y="1489042"/>
                  </a:lnTo>
                  <a:lnTo>
                    <a:pt x="8346839" y="1466689"/>
                  </a:lnTo>
                  <a:lnTo>
                    <a:pt x="8379572" y="1439782"/>
                  </a:lnTo>
                  <a:lnTo>
                    <a:pt x="8412305" y="1413226"/>
                  </a:lnTo>
                  <a:lnTo>
                    <a:pt x="8445037" y="1385620"/>
                  </a:lnTo>
                  <a:lnTo>
                    <a:pt x="8477770" y="1361090"/>
                  </a:lnTo>
                  <a:lnTo>
                    <a:pt x="8510503" y="1339909"/>
                  </a:lnTo>
                  <a:lnTo>
                    <a:pt x="8543235" y="1311303"/>
                  </a:lnTo>
                  <a:lnTo>
                    <a:pt x="8575968" y="1285985"/>
                  </a:lnTo>
                  <a:lnTo>
                    <a:pt x="8608701" y="1265180"/>
                  </a:lnTo>
                  <a:lnTo>
                    <a:pt x="8641433" y="1242013"/>
                  </a:lnTo>
                  <a:lnTo>
                    <a:pt x="8674166" y="1211694"/>
                  </a:lnTo>
                  <a:lnTo>
                    <a:pt x="8706899" y="1184410"/>
                  </a:lnTo>
                  <a:lnTo>
                    <a:pt x="8739632" y="1157303"/>
                  </a:lnTo>
                  <a:lnTo>
                    <a:pt x="8772364" y="1137430"/>
                  </a:lnTo>
                  <a:lnTo>
                    <a:pt x="8805097" y="1112413"/>
                  </a:lnTo>
                  <a:lnTo>
                    <a:pt x="8837830" y="1088128"/>
                  </a:lnTo>
                  <a:lnTo>
                    <a:pt x="8870562" y="1070916"/>
                  </a:lnTo>
                  <a:lnTo>
                    <a:pt x="8903295" y="1055217"/>
                  </a:lnTo>
                  <a:lnTo>
                    <a:pt x="8936028" y="1036044"/>
                  </a:lnTo>
                  <a:lnTo>
                    <a:pt x="8968761" y="1019701"/>
                  </a:lnTo>
                  <a:lnTo>
                    <a:pt x="9001493" y="997285"/>
                  </a:lnTo>
                  <a:lnTo>
                    <a:pt x="9034226" y="973598"/>
                  </a:lnTo>
                  <a:lnTo>
                    <a:pt x="9066959" y="953927"/>
                  </a:lnTo>
                  <a:lnTo>
                    <a:pt x="9099691" y="932399"/>
                  </a:lnTo>
                  <a:lnTo>
                    <a:pt x="9132424" y="913767"/>
                  </a:lnTo>
                  <a:lnTo>
                    <a:pt x="9165157" y="893852"/>
                  </a:lnTo>
                  <a:lnTo>
                    <a:pt x="9197889" y="869322"/>
                  </a:lnTo>
                  <a:lnTo>
                    <a:pt x="9230622" y="847636"/>
                  </a:lnTo>
                  <a:lnTo>
                    <a:pt x="9263355" y="835572"/>
                  </a:lnTo>
                  <a:lnTo>
                    <a:pt x="9296088" y="813838"/>
                  </a:lnTo>
                  <a:lnTo>
                    <a:pt x="9328820" y="796447"/>
                  </a:lnTo>
                  <a:lnTo>
                    <a:pt x="9361553" y="784015"/>
                  </a:lnTo>
                  <a:lnTo>
                    <a:pt x="9394286" y="767625"/>
                  </a:lnTo>
                  <a:lnTo>
                    <a:pt x="9427018" y="761895"/>
                  </a:lnTo>
                  <a:lnTo>
                    <a:pt x="9459751" y="753493"/>
                  </a:lnTo>
                  <a:lnTo>
                    <a:pt x="9492484" y="745674"/>
                  </a:lnTo>
                  <a:lnTo>
                    <a:pt x="9525217" y="733969"/>
                  </a:lnTo>
                  <a:lnTo>
                    <a:pt x="9557949" y="725726"/>
                  </a:lnTo>
                  <a:lnTo>
                    <a:pt x="9590682" y="712053"/>
                  </a:lnTo>
                  <a:lnTo>
                    <a:pt x="9623415" y="699700"/>
                  </a:lnTo>
                  <a:lnTo>
                    <a:pt x="9656147" y="691540"/>
                  </a:lnTo>
                  <a:lnTo>
                    <a:pt x="9688880" y="670255"/>
                  </a:lnTo>
                  <a:lnTo>
                    <a:pt x="9721613" y="649061"/>
                  </a:lnTo>
                  <a:lnTo>
                    <a:pt x="9754345" y="638376"/>
                  </a:lnTo>
                  <a:lnTo>
                    <a:pt x="9787078" y="621853"/>
                  </a:lnTo>
                </a:path>
              </a:pathLst>
            </a:custGeom>
            <a:ln w="40651" cap="flat">
              <a:solidFill>
                <a:srgbClr val="F87F0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tx19"/>
            <p:cNvSpPr/>
            <p:nvPr/>
          </p:nvSpPr>
          <p:spPr>
            <a:xfrm>
              <a:off x="12216998" y="2639792"/>
              <a:ext cx="1090401" cy="1639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 = 8983</a:t>
              </a:r>
            </a:p>
          </p:txBody>
        </p:sp>
        <p:sp>
          <p:nvSpPr>
            <p:cNvPr id="20" name="rc20"/>
            <p:cNvSpPr/>
            <p:nvPr/>
          </p:nvSpPr>
          <p:spPr>
            <a:xfrm>
              <a:off x="2541613" y="2645721"/>
              <a:ext cx="10765786" cy="4906587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541613" y="2645721"/>
              <a:ext cx="0" cy="4906587"/>
            </a:xfrm>
            <a:custGeom>
              <a:avLst/>
              <a:pathLst>
                <a:path w="0" h="4906587">
                  <a:moveTo>
                    <a:pt x="0" y="4906587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tx22"/>
            <p:cNvSpPr/>
            <p:nvPr/>
          </p:nvSpPr>
          <p:spPr>
            <a:xfrm>
              <a:off x="2108807" y="7417417"/>
              <a:ext cx="353094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2108807" y="6209750"/>
              <a:ext cx="353094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2108807" y="5002084"/>
              <a:ext cx="353094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2108807" y="3794418"/>
              <a:ext cx="353094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0.9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108807" y="2591836"/>
              <a:ext cx="353094" cy="174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1.1</a:t>
              </a:r>
            </a:p>
          </p:txBody>
        </p:sp>
        <p:sp>
          <p:nvSpPr>
            <p:cNvPr id="27" name="pl27"/>
            <p:cNvSpPr/>
            <p:nvPr/>
          </p:nvSpPr>
          <p:spPr>
            <a:xfrm>
              <a:off x="2497329" y="7509876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497329" y="630221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497329" y="5094543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497329" y="3886877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497329" y="267921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541613" y="7552308"/>
              <a:ext cx="10765786" cy="0"/>
            </a:xfrm>
            <a:custGeom>
              <a:avLst/>
              <a:pathLst>
                <a:path w="10765786" h="0">
                  <a:moveTo>
                    <a:pt x="0" y="0"/>
                  </a:moveTo>
                  <a:lnTo>
                    <a:pt x="10765786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030967" y="755230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6271505" y="755230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544775" y="755230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2818046" y="755230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2677996" y="7620237"/>
              <a:ext cx="705941" cy="186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-1.0kb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024512" y="7626934"/>
              <a:ext cx="493985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TSS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9297782" y="7626934"/>
              <a:ext cx="493985" cy="17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TES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2507367" y="7620237"/>
              <a:ext cx="621357" cy="186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1.0kb</a:t>
              </a:r>
            </a:p>
          </p:txBody>
        </p:sp>
        <p:sp>
          <p:nvSpPr>
            <p:cNvPr id="41" name="tx41"/>
            <p:cNvSpPr/>
            <p:nvPr/>
          </p:nvSpPr>
          <p:spPr>
            <a:xfrm rot="-5400000">
              <a:off x="257734" y="4950341"/>
              <a:ext cx="3052681" cy="2973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Average enrichment</a:t>
              </a:r>
            </a:p>
          </p:txBody>
        </p:sp>
        <p:sp>
          <p:nvSpPr>
            <p:cNvPr id="42" name="rc42"/>
            <p:cNvSpPr/>
            <p:nvPr/>
          </p:nvSpPr>
          <p:spPr>
            <a:xfrm>
              <a:off x="6866537" y="8365222"/>
              <a:ext cx="2115938" cy="46145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7113262" y="8453789"/>
              <a:ext cx="179999" cy="22745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7131262" y="8567519"/>
              <a:ext cx="143999" cy="0"/>
            </a:xfrm>
            <a:custGeom>
              <a:avLst/>
              <a:pathLst>
                <a:path w="143999" h="0">
                  <a:moveTo>
                    <a:pt x="0" y="0"/>
                  </a:moveTo>
                  <a:lnTo>
                    <a:pt x="143999" y="0"/>
                  </a:lnTo>
                </a:path>
              </a:pathLst>
            </a:custGeom>
            <a:ln w="13550" cap="flat">
              <a:solidFill>
                <a:srgbClr val="386C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7131262" y="8567519"/>
              <a:ext cx="143999" cy="0"/>
            </a:xfrm>
            <a:custGeom>
              <a:avLst/>
              <a:pathLst>
                <a:path w="143999" h="0">
                  <a:moveTo>
                    <a:pt x="0" y="0"/>
                  </a:moveTo>
                  <a:lnTo>
                    <a:pt x="143999" y="0"/>
                  </a:lnTo>
                </a:path>
              </a:pathLst>
            </a:custGeom>
            <a:ln w="40651" cap="flat">
              <a:solidFill>
                <a:srgbClr val="386C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7990700" y="8453789"/>
              <a:ext cx="179999" cy="22745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8008700" y="8567519"/>
              <a:ext cx="143999" cy="0"/>
            </a:xfrm>
            <a:custGeom>
              <a:avLst/>
              <a:pathLst>
                <a:path w="143999" h="0">
                  <a:moveTo>
                    <a:pt x="0" y="0"/>
                  </a:moveTo>
                  <a:lnTo>
                    <a:pt x="143999" y="0"/>
                  </a:lnTo>
                </a:path>
              </a:pathLst>
            </a:custGeom>
            <a:ln w="13550" cap="flat">
              <a:solidFill>
                <a:srgbClr val="F87F0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8008700" y="8567519"/>
              <a:ext cx="143999" cy="0"/>
            </a:xfrm>
            <a:custGeom>
              <a:avLst/>
              <a:pathLst>
                <a:path w="143999" h="0">
                  <a:moveTo>
                    <a:pt x="0" y="0"/>
                  </a:moveTo>
                  <a:lnTo>
                    <a:pt x="143999" y="0"/>
                  </a:lnTo>
                </a:path>
              </a:pathLst>
            </a:custGeom>
            <a:ln w="40651" cap="flat">
              <a:solidFill>
                <a:srgbClr val="F87F0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7451419" y="8468362"/>
              <a:ext cx="381124" cy="186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Col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8328857" y="8418133"/>
              <a:ext cx="565050" cy="2367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ubp5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6262654" y="1966835"/>
              <a:ext cx="3323704" cy="3467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0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UBP5-GFP-targets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administrator</cp:lastModifiedBy>
  <cp:revision>7</cp:revision>
  <dcterms:created xsi:type="dcterms:W3CDTF">2015-07-14T21:05:00Z</dcterms:created>
  <dcterms:modified xsi:type="dcterms:W3CDTF">2023-12-06T16:01:25Z</dcterms:modified>
</cp:coreProperties>
</file>